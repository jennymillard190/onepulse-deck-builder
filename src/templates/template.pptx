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30"/>
  </p:notesMasterIdLst>
  <p:sldIdLst>
    <p:sldId id="271" r:id="rId6"/>
    <p:sldId id="288" r:id="rId7"/>
    <p:sldId id="289" r:id="rId8"/>
    <p:sldId id="317" r:id="rId9"/>
    <p:sldId id="280" r:id="rId10"/>
    <p:sldId id="324" r:id="rId11"/>
    <p:sldId id="274" r:id="rId12"/>
    <p:sldId id="319" r:id="rId13"/>
    <p:sldId id="320" r:id="rId14"/>
    <p:sldId id="321" r:id="rId15"/>
    <p:sldId id="322" r:id="rId16"/>
    <p:sldId id="323" r:id="rId17"/>
    <p:sldId id="278" r:id="rId18"/>
    <p:sldId id="276" r:id="rId19"/>
    <p:sldId id="277" r:id="rId20"/>
    <p:sldId id="293" r:id="rId21"/>
    <p:sldId id="283" r:id="rId22"/>
    <p:sldId id="285" r:id="rId23"/>
    <p:sldId id="284" r:id="rId24"/>
    <p:sldId id="295" r:id="rId25"/>
    <p:sldId id="296" r:id="rId26"/>
    <p:sldId id="326" r:id="rId27"/>
    <p:sldId id="287" r:id="rId28"/>
    <p:sldId id="316" r:id="rId29"/>
  </p:sldIdLst>
  <p:sldSz cx="12192000" cy="6858000"/>
  <p:notesSz cx="6858000" cy="9144000"/>
  <p:defaultText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0000"/>
    <a:srgbClr val="121B21"/>
    <a:srgbClr val="E1E1E1"/>
    <a:srgbClr val="FF0000"/>
    <a:srgbClr val="640000"/>
    <a:srgbClr val="8C0000"/>
    <a:srgbClr val="C80000"/>
    <a:srgbClr val="EE1C24"/>
    <a:srgbClr val="DA3832"/>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FF5000"/>
                </a:solidFill>
                <a:latin typeface="PF BeauSans Pro Light" panose="02000500000000020004" pitchFamily="2" charset="0"/>
                <a:ea typeface="+mn-ea"/>
                <a:cs typeface="+mn-cs"/>
              </a:defRPr>
            </a:pPr>
            <a:r>
              <a:rPr lang="en-US" sz="1800" b="0" i="0">
                <a:solidFill>
                  <a:srgbClr val="FF0000"/>
                </a:solidFill>
                <a:latin typeface="Aptos" panose="020B0004020202020204" pitchFamily="34" charset="0"/>
              </a:rPr>
              <a:t>Chart Title</a:t>
            </a:r>
          </a:p>
        </c:rich>
      </c:tx>
      <c:overlay val="0"/>
      <c:spPr>
        <a:noFill/>
        <a:ln>
          <a:noFill/>
        </a:ln>
        <a:effectLst/>
      </c:spPr>
      <c:txPr>
        <a:bodyPr rot="0" spcFirstLastPara="1" vertOverflow="ellipsis" vert="horz" wrap="square" anchor="ctr" anchorCtr="1"/>
        <a:lstStyle/>
        <a:p>
          <a:pPr>
            <a:defRPr sz="1800" b="0" i="0" u="none" strike="noStrike" kern="1200" spc="0" baseline="0">
              <a:solidFill>
                <a:srgbClr val="FF5000"/>
              </a:solidFill>
              <a:latin typeface="PF BeauSans Pro Light" panose="02000500000000020004" pitchFamily="2" charset="0"/>
              <a:ea typeface="+mn-ea"/>
              <a:cs typeface="+mn-cs"/>
            </a:defRPr>
          </a:pPr>
          <a:endParaRPr lang="el-GR"/>
        </a:p>
      </c:txPr>
    </c:title>
    <c:autoTitleDeleted val="0"/>
    <c:plotArea>
      <c:layout/>
      <c:barChart>
        <c:barDir val="col"/>
        <c:grouping val="clustered"/>
        <c:varyColors val="0"/>
        <c:ser>
          <c:idx val="0"/>
          <c:order val="0"/>
          <c:tx>
            <c:strRef>
              <c:f>Sheet1!$B$1</c:f>
              <c:strCache>
                <c:ptCount val="1"/>
                <c:pt idx="0">
                  <c:v>Series 1</c:v>
                </c:pt>
              </c:strCache>
            </c:strRef>
          </c:tx>
          <c:spPr>
            <a:solidFill>
              <a:srgbClr val="FF0000"/>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5E6-0F44-900B-39CF69698D74}"/>
            </c:ext>
          </c:extLst>
        </c:ser>
        <c:ser>
          <c:idx val="1"/>
          <c:order val="1"/>
          <c:tx>
            <c:strRef>
              <c:f>Sheet1!$C$1</c:f>
              <c:strCache>
                <c:ptCount val="1"/>
                <c:pt idx="0">
                  <c:v>Series 2</c:v>
                </c:pt>
              </c:strCache>
            </c:strRef>
          </c:tx>
          <c:spPr>
            <a:solidFill>
              <a:srgbClr val="C80000"/>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5E6-0F44-900B-39CF69698D74}"/>
            </c:ext>
          </c:extLst>
        </c:ser>
        <c:ser>
          <c:idx val="2"/>
          <c:order val="2"/>
          <c:tx>
            <c:strRef>
              <c:f>Sheet1!$D$1</c:f>
              <c:strCache>
                <c:ptCount val="1"/>
                <c:pt idx="0">
                  <c:v>Series 3</c:v>
                </c:pt>
              </c:strCache>
            </c:strRef>
          </c:tx>
          <c:spPr>
            <a:solidFill>
              <a:srgbClr val="8C0000"/>
            </a:solidFill>
            <a:ln>
              <a:noFill/>
            </a:ln>
            <a:effectLst/>
          </c:spPr>
          <c:invertIfNegative val="0"/>
          <c:dPt>
            <c:idx val="0"/>
            <c:invertIfNegative val="0"/>
            <c:bubble3D val="0"/>
            <c:spPr>
              <a:solidFill>
                <a:srgbClr val="8C0000"/>
              </a:solidFill>
              <a:ln>
                <a:noFill/>
              </a:ln>
              <a:effectLst/>
            </c:spPr>
            <c:extLst>
              <c:ext xmlns:c16="http://schemas.microsoft.com/office/drawing/2014/chart" uri="{C3380CC4-5D6E-409C-BE32-E72D297353CC}">
                <c16:uniqueId val="{00000003-35E6-0F44-900B-39CF69698D74}"/>
              </c:ext>
            </c:extLst>
          </c:dPt>
          <c:dPt>
            <c:idx val="1"/>
            <c:invertIfNegative val="0"/>
            <c:bubble3D val="0"/>
            <c:spPr>
              <a:solidFill>
                <a:srgbClr val="8C0000"/>
              </a:solidFill>
              <a:ln>
                <a:noFill/>
              </a:ln>
              <a:effectLst/>
            </c:spPr>
            <c:extLst>
              <c:ext xmlns:c16="http://schemas.microsoft.com/office/drawing/2014/chart" uri="{C3380CC4-5D6E-409C-BE32-E72D297353CC}">
                <c16:uniqueId val="{00000005-35E6-0F44-900B-39CF69698D74}"/>
              </c:ext>
            </c:extLst>
          </c:dPt>
          <c:dPt>
            <c:idx val="2"/>
            <c:invertIfNegative val="0"/>
            <c:bubble3D val="0"/>
            <c:spPr>
              <a:solidFill>
                <a:srgbClr val="8C0000"/>
              </a:solidFill>
              <a:ln>
                <a:noFill/>
              </a:ln>
              <a:effectLst/>
            </c:spPr>
            <c:extLst>
              <c:ext xmlns:c16="http://schemas.microsoft.com/office/drawing/2014/chart" uri="{C3380CC4-5D6E-409C-BE32-E72D297353CC}">
                <c16:uniqueId val="{00000007-35E6-0F44-900B-39CF69698D74}"/>
              </c:ext>
            </c:extLst>
          </c:dPt>
          <c:dPt>
            <c:idx val="3"/>
            <c:invertIfNegative val="0"/>
            <c:bubble3D val="0"/>
            <c:spPr>
              <a:solidFill>
                <a:srgbClr val="8C0000"/>
              </a:solidFill>
              <a:ln>
                <a:noFill/>
              </a:ln>
              <a:effectLst/>
            </c:spPr>
            <c:extLst>
              <c:ext xmlns:c16="http://schemas.microsoft.com/office/drawing/2014/chart" uri="{C3380CC4-5D6E-409C-BE32-E72D297353CC}">
                <c16:uniqueId val="{00000009-35E6-0F44-900B-39CF69698D74}"/>
              </c:ext>
            </c:extLst>
          </c:dPt>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A-35E6-0F44-900B-39CF69698D74}"/>
            </c:ext>
          </c:extLst>
        </c:ser>
        <c:ser>
          <c:idx val="3"/>
          <c:order val="3"/>
          <c:tx>
            <c:strRef>
              <c:f>Sheet1!$E$1</c:f>
              <c:strCache>
                <c:ptCount val="1"/>
                <c:pt idx="0">
                  <c:v>Series 4</c:v>
                </c:pt>
              </c:strCache>
            </c:strRef>
          </c:tx>
          <c:spPr>
            <a:solidFill>
              <a:srgbClr val="640000"/>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8-7D0A-5E49-9B15-B4133CB1CB1A}"/>
            </c:ext>
          </c:extLst>
        </c:ser>
        <c:ser>
          <c:idx val="4"/>
          <c:order val="4"/>
          <c:tx>
            <c:strRef>
              <c:f>Sheet1!$F$1</c:f>
              <c:strCache>
                <c:ptCount val="1"/>
                <c:pt idx="0">
                  <c:v>Series 5</c:v>
                </c:pt>
              </c:strCache>
            </c:strRef>
          </c:tx>
          <c:spPr>
            <a:solidFill>
              <a:schemeClr val="tx1">
                <a:lumMod val="75000"/>
                <a:lumOff val="2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2</c:v>
                </c:pt>
                <c:pt idx="1">
                  <c:v>7</c:v>
                </c:pt>
                <c:pt idx="2">
                  <c:v>1</c:v>
                </c:pt>
                <c:pt idx="3">
                  <c:v>6</c:v>
                </c:pt>
              </c:numCache>
            </c:numRef>
          </c:val>
          <c:extLst>
            <c:ext xmlns:c16="http://schemas.microsoft.com/office/drawing/2014/chart" uri="{C3380CC4-5D6E-409C-BE32-E72D297353CC}">
              <c16:uniqueId val="{00000009-7D0A-5E49-9B15-B4133CB1CB1A}"/>
            </c:ext>
          </c:extLst>
        </c:ser>
        <c:ser>
          <c:idx val="5"/>
          <c:order val="5"/>
          <c:tx>
            <c:strRef>
              <c:f>Sheet1!$G$1</c:f>
              <c:strCache>
                <c:ptCount val="1"/>
                <c:pt idx="0">
                  <c:v>Series 6</c:v>
                </c:pt>
              </c:strCache>
            </c:strRef>
          </c:tx>
          <c:spPr>
            <a:solidFill>
              <a:schemeClr val="tx1">
                <a:lumMod val="65000"/>
                <a:lumOff val="3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2</c:v>
                </c:pt>
                <c:pt idx="1">
                  <c:v>5</c:v>
                </c:pt>
                <c:pt idx="2">
                  <c:v>3</c:v>
                </c:pt>
                <c:pt idx="3">
                  <c:v>2</c:v>
                </c:pt>
              </c:numCache>
            </c:numRef>
          </c:val>
          <c:extLst>
            <c:ext xmlns:c16="http://schemas.microsoft.com/office/drawing/2014/chart" uri="{C3380CC4-5D6E-409C-BE32-E72D297353CC}">
              <c16:uniqueId val="{0000000A-7D0A-5E49-9B15-B4133CB1CB1A}"/>
            </c:ext>
          </c:extLst>
        </c:ser>
        <c:dLbls>
          <c:showLegendKey val="0"/>
          <c:showVal val="0"/>
          <c:showCatName val="0"/>
          <c:showSerName val="0"/>
          <c:showPercent val="0"/>
          <c:showBubbleSize val="0"/>
        </c:dLbls>
        <c:gapWidth val="219"/>
        <c:overlap val="-27"/>
        <c:axId val="107681016"/>
        <c:axId val="107676704"/>
      </c:barChart>
      <c:catAx>
        <c:axId val="107681016"/>
        <c:scaling>
          <c:orientation val="minMax"/>
        </c:scaling>
        <c:delete val="0"/>
        <c:axPos val="b"/>
        <c:numFmt formatCode="General" sourceLinked="1"/>
        <c:majorTickMark val="none"/>
        <c:minorTickMark val="none"/>
        <c:tickLblPos val="nextTo"/>
        <c:spPr>
          <a:noFill/>
          <a:ln w="9525" cap="flat" cmpd="sng" algn="ctr">
            <a:solidFill>
              <a:srgbClr val="393C3F"/>
            </a:solidFill>
            <a:round/>
          </a:ln>
          <a:effectLst/>
        </c:spPr>
        <c:txPr>
          <a:bodyPr rot="-60000000" spcFirstLastPara="1" vertOverflow="ellipsis" vert="horz" wrap="square" anchor="ctr" anchorCtr="1"/>
          <a:lstStyle/>
          <a:p>
            <a:pPr>
              <a:defRPr sz="1100" b="0" i="0" u="none" strike="noStrike" kern="1200" baseline="0">
                <a:solidFill>
                  <a:srgbClr val="2C3234"/>
                </a:solidFill>
                <a:latin typeface="+mn-lt"/>
                <a:ea typeface="+mn-ea"/>
                <a:cs typeface="+mn-cs"/>
              </a:defRPr>
            </a:pPr>
            <a:endParaRPr lang="el-GR"/>
          </a:p>
        </c:txPr>
        <c:crossAx val="107676704"/>
        <c:crosses val="autoZero"/>
        <c:auto val="1"/>
        <c:lblAlgn val="ctr"/>
        <c:lblOffset val="100"/>
        <c:noMultiLvlLbl val="0"/>
      </c:catAx>
      <c:valAx>
        <c:axId val="1076767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2C3234"/>
                </a:solidFill>
                <a:latin typeface="PF BeauSans Pro Light" panose="02000500000000020004" pitchFamily="2" charset="0"/>
                <a:ea typeface="+mn-ea"/>
                <a:cs typeface="+mn-cs"/>
              </a:defRPr>
            </a:pPr>
            <a:endParaRPr lang="el-GR"/>
          </a:p>
        </c:txPr>
        <c:crossAx val="1076810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2C3234"/>
              </a:solidFill>
              <a:latin typeface="+mn-lt"/>
              <a:ea typeface="+mn-ea"/>
              <a:cs typeface="+mn-cs"/>
            </a:defRPr>
          </a:pPr>
          <a:endParaRPr lang="el-G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PF BeauSans Pro Light" panose="02000500000000020004" pitchFamily="2" charset="0"/>
        </a:defRPr>
      </a:pPr>
      <a:endParaRPr lang="el-G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FF5000"/>
                </a:solidFill>
                <a:latin typeface="PF BeauSans Pro Light" panose="02000500000000020004" pitchFamily="2" charset="0"/>
                <a:ea typeface="+mn-ea"/>
                <a:cs typeface="+mn-cs"/>
              </a:defRPr>
            </a:pPr>
            <a:r>
              <a:rPr lang="en-US" sz="1800" b="0" i="0">
                <a:solidFill>
                  <a:srgbClr val="FF0000"/>
                </a:solidFill>
                <a:latin typeface="Aptos" panose="020B0004020202020204" pitchFamily="34" charset="0"/>
              </a:rPr>
              <a:t>Chart Title</a:t>
            </a:r>
          </a:p>
        </c:rich>
      </c:tx>
      <c:overlay val="0"/>
      <c:spPr>
        <a:noFill/>
        <a:ln>
          <a:noFill/>
        </a:ln>
        <a:effectLst/>
      </c:spPr>
      <c:txPr>
        <a:bodyPr rot="0" spcFirstLastPara="1" vertOverflow="ellipsis" vert="horz" wrap="square" anchor="ctr" anchorCtr="1"/>
        <a:lstStyle/>
        <a:p>
          <a:pPr>
            <a:defRPr sz="1800" b="0" i="0" u="none" strike="noStrike" kern="1200" spc="0" baseline="0">
              <a:solidFill>
                <a:srgbClr val="FF5000"/>
              </a:solidFill>
              <a:latin typeface="PF BeauSans Pro Light" panose="02000500000000020004" pitchFamily="2" charset="0"/>
              <a:ea typeface="+mn-ea"/>
              <a:cs typeface="+mn-cs"/>
            </a:defRPr>
          </a:pPr>
          <a:endParaRPr lang="el-GR"/>
        </a:p>
      </c:txPr>
    </c:title>
    <c:autoTitleDeleted val="0"/>
    <c:plotArea>
      <c:layout/>
      <c:doughnutChart>
        <c:varyColors val="1"/>
        <c:ser>
          <c:idx val="0"/>
          <c:order val="0"/>
          <c:tx>
            <c:strRef>
              <c:f>Sheet1!$B$1</c:f>
              <c:strCache>
                <c:ptCount val="1"/>
                <c:pt idx="0">
                  <c:v>Sales</c:v>
                </c:pt>
              </c:strCache>
            </c:strRef>
          </c:tx>
          <c:spPr>
            <a:solidFill>
              <a:srgbClr val="FF0000"/>
            </a:solidFill>
          </c:spPr>
          <c:dPt>
            <c:idx val="0"/>
            <c:bubble3D val="0"/>
            <c:spPr>
              <a:solidFill>
                <a:srgbClr val="FF0000"/>
              </a:solidFill>
              <a:ln w="19050">
                <a:solidFill>
                  <a:schemeClr val="lt1"/>
                </a:solidFill>
              </a:ln>
              <a:effectLst/>
            </c:spPr>
            <c:extLst>
              <c:ext xmlns:c16="http://schemas.microsoft.com/office/drawing/2014/chart" uri="{C3380CC4-5D6E-409C-BE32-E72D297353CC}">
                <c16:uniqueId val="{00000001-6522-0449-B299-7D723B462E13}"/>
              </c:ext>
            </c:extLst>
          </c:dPt>
          <c:dPt>
            <c:idx val="1"/>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3-6522-0449-B299-7D723B462E13}"/>
              </c:ext>
            </c:extLst>
          </c:dPt>
          <c:dPt>
            <c:idx val="2"/>
            <c:bubble3D val="0"/>
            <c:spPr>
              <a:solidFill>
                <a:schemeClr val="tx1">
                  <a:lumMod val="75000"/>
                  <a:lumOff val="25000"/>
                </a:schemeClr>
              </a:solidFill>
              <a:ln w="19050">
                <a:solidFill>
                  <a:schemeClr val="lt1"/>
                </a:solidFill>
              </a:ln>
              <a:effectLst/>
            </c:spPr>
            <c:extLst>
              <c:ext xmlns:c16="http://schemas.microsoft.com/office/drawing/2014/chart" uri="{C3380CC4-5D6E-409C-BE32-E72D297353CC}">
                <c16:uniqueId val="{00000005-6522-0449-B299-7D723B462E13}"/>
              </c:ext>
            </c:extLst>
          </c:dPt>
          <c:dPt>
            <c:idx val="3"/>
            <c:bubble3D val="0"/>
            <c:spPr>
              <a:solidFill>
                <a:srgbClr val="640000"/>
              </a:solidFill>
              <a:ln w="19050">
                <a:solidFill>
                  <a:schemeClr val="lt1"/>
                </a:solidFill>
              </a:ln>
              <a:effectLst/>
            </c:spPr>
            <c:extLst>
              <c:ext xmlns:c16="http://schemas.microsoft.com/office/drawing/2014/chart" uri="{C3380CC4-5D6E-409C-BE32-E72D297353CC}">
                <c16:uniqueId val="{00000007-6522-0449-B299-7D723B462E13}"/>
              </c:ext>
            </c:extLst>
          </c:dPt>
          <c:dPt>
            <c:idx val="4"/>
            <c:bubble3D val="0"/>
            <c:spPr>
              <a:solidFill>
                <a:srgbClr val="8C0000"/>
              </a:solidFill>
              <a:ln w="19050">
                <a:solidFill>
                  <a:schemeClr val="lt1"/>
                </a:solidFill>
              </a:ln>
              <a:effectLst/>
            </c:spPr>
            <c:extLst>
              <c:ext xmlns:c16="http://schemas.microsoft.com/office/drawing/2014/chart" uri="{C3380CC4-5D6E-409C-BE32-E72D297353CC}">
                <c16:uniqueId val="{00000010-D90C-4A4F-ADBA-DA744C85B1EE}"/>
              </c:ext>
            </c:extLst>
          </c:dPt>
          <c:dPt>
            <c:idx val="5"/>
            <c:bubble3D val="0"/>
            <c:spPr>
              <a:solidFill>
                <a:srgbClr val="C80000"/>
              </a:solidFill>
              <a:ln w="19050">
                <a:solidFill>
                  <a:schemeClr val="lt1"/>
                </a:solidFill>
              </a:ln>
              <a:effectLst/>
            </c:spPr>
            <c:extLst>
              <c:ext xmlns:c16="http://schemas.microsoft.com/office/drawing/2014/chart" uri="{C3380CC4-5D6E-409C-BE32-E72D297353CC}">
                <c16:uniqueId val="{0000000F-D90C-4A4F-ADBA-DA744C85B1EE}"/>
              </c:ext>
            </c:extLst>
          </c:dPt>
          <c:cat>
            <c:strRef>
              <c:f>Sheet1!$A$2:$A$7</c:f>
              <c:strCache>
                <c:ptCount val="6"/>
                <c:pt idx="0">
                  <c:v>1st Qtr</c:v>
                </c:pt>
                <c:pt idx="1">
                  <c:v>2nd Qtr</c:v>
                </c:pt>
                <c:pt idx="2">
                  <c:v>3rd Qtr</c:v>
                </c:pt>
                <c:pt idx="3">
                  <c:v>4th Qtr</c:v>
                </c:pt>
                <c:pt idx="4">
                  <c:v>5th Qtr</c:v>
                </c:pt>
                <c:pt idx="5">
                  <c:v>6th Qtr</c:v>
                </c:pt>
              </c:strCache>
            </c:strRef>
          </c:cat>
          <c:val>
            <c:numRef>
              <c:f>Sheet1!$B$2:$B$7</c:f>
              <c:numCache>
                <c:formatCode>General</c:formatCode>
                <c:ptCount val="6"/>
                <c:pt idx="0">
                  <c:v>8.1999999999999993</c:v>
                </c:pt>
                <c:pt idx="1">
                  <c:v>3.2</c:v>
                </c:pt>
                <c:pt idx="2">
                  <c:v>1.4</c:v>
                </c:pt>
                <c:pt idx="3">
                  <c:v>1.2</c:v>
                </c:pt>
                <c:pt idx="4">
                  <c:v>7</c:v>
                </c:pt>
                <c:pt idx="5">
                  <c:v>3</c:v>
                </c:pt>
              </c:numCache>
            </c:numRef>
          </c:val>
          <c:extLst>
            <c:ext xmlns:c16="http://schemas.microsoft.com/office/drawing/2014/chart" uri="{C3380CC4-5D6E-409C-BE32-E72D297353CC}">
              <c16:uniqueId val="{00000008-6522-0449-B299-7D723B462E13}"/>
            </c:ext>
          </c:extLst>
        </c:ser>
        <c:dLbls>
          <c:showLegendKey val="0"/>
          <c:showVal val="0"/>
          <c:showCatName val="0"/>
          <c:showSerName val="0"/>
          <c:showPercent val="0"/>
          <c:showBubbleSize val="0"/>
          <c:showLeaderLines val="1"/>
        </c:dLbls>
        <c:firstSliceAng val="0"/>
        <c:holeSize val="50"/>
      </c:doughnutChart>
      <c:spPr>
        <a:noFill/>
        <a:ln>
          <a:noFill/>
        </a:ln>
        <a:effectLst>
          <a:glow rad="127000">
            <a:schemeClr val="accent1">
              <a:alpha val="99000"/>
            </a:schemeClr>
          </a:glow>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rgbClr val="2C3234"/>
              </a:solidFill>
              <a:latin typeface="+mn-lt"/>
              <a:ea typeface="+mn-ea"/>
              <a:cs typeface="+mn-cs"/>
            </a:defRPr>
          </a:pPr>
          <a:endParaRPr lang="el-G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PF BeauSans Pro Light" panose="02000500000000020004" pitchFamily="2" charset="0"/>
        </a:defRPr>
      </a:pPr>
      <a:endParaRPr lang="el-G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CBF3B-3006-5845-A5C4-D2B2B8A20D4A}" type="datetimeFigureOut">
              <a:rPr lang="en-GR" smtClean="0"/>
              <a:t>02/17/2026</a:t>
            </a:fld>
            <a:endParaRPr lang="en-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CAFA6D-5CED-DD4C-A3A2-A6583970804A}" type="slidenum">
              <a:rPr lang="en-GR" smtClean="0"/>
              <a:t>‹#›</a:t>
            </a:fld>
            <a:endParaRPr lang="en-GR"/>
          </a:p>
        </p:txBody>
      </p:sp>
    </p:spTree>
    <p:extLst>
      <p:ext uri="{BB962C8B-B14F-4D97-AF65-F5344CB8AC3E}">
        <p14:creationId xmlns:p14="http://schemas.microsoft.com/office/powerpoint/2010/main" val="1064722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p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38">
            <a:extLst>
              <a:ext uri="{FF2B5EF4-FFF2-40B4-BE49-F238E27FC236}">
                <a16:creationId xmlns:a16="http://schemas.microsoft.com/office/drawing/2014/main" id="{78DDAEC5-A4CD-4494-B9DF-B810A95E984C}"/>
              </a:ext>
            </a:extLst>
          </p:cNvPr>
          <p:cNvSpPr>
            <a:spLocks noGrp="1"/>
          </p:cNvSpPr>
          <p:nvPr>
            <p:ph type="body" sz="quarter" idx="15" hasCustomPrompt="1"/>
          </p:nvPr>
        </p:nvSpPr>
        <p:spPr>
          <a:xfrm>
            <a:off x="8265281" y="4691675"/>
            <a:ext cx="3575282" cy="294819"/>
          </a:xfrm>
          <a:prstGeom prst="rect">
            <a:avLst/>
          </a:prstGeom>
        </p:spPr>
        <p:txBody>
          <a:bodyPr/>
          <a:lstStyle>
            <a:lvl1pPr marL="0" indent="0" algn="r">
              <a:buNone/>
              <a:defRPr sz="1400" b="0" i="0">
                <a:solidFill>
                  <a:schemeClr val="tx1"/>
                </a:solidFill>
                <a:latin typeface="Aptos" panose="020B0004020202020204" pitchFamily="34" charset="0"/>
                <a:ea typeface="Bally Thrill" panose="020B0504020203020203" pitchFamily="34" charset="0"/>
                <a:cs typeface="Bally Thrill" panose="020B0504020203020203" pitchFamily="34" charset="0"/>
              </a:defRPr>
            </a:lvl1pPr>
            <a:lvl2pPr>
              <a:defRPr sz="1400" b="0" i="0">
                <a:latin typeface="PF BeauSans Pro Bbook" panose="02000500000000020004" pitchFamily="2" charset="0"/>
              </a:defRPr>
            </a:lvl2pPr>
            <a:lvl3pPr>
              <a:defRPr sz="1400" b="0" i="0">
                <a:latin typeface="PF BeauSans Pro Bbook" panose="02000500000000020004" pitchFamily="2" charset="0"/>
              </a:defRPr>
            </a:lvl3pPr>
            <a:lvl4pPr>
              <a:defRPr sz="1400" b="0" i="0">
                <a:latin typeface="PF BeauSans Pro Bbook" panose="02000500000000020004" pitchFamily="2" charset="0"/>
              </a:defRPr>
            </a:lvl4pPr>
            <a:lvl5pPr>
              <a:defRPr sz="1400" b="0" i="0">
                <a:latin typeface="PF BeauSans Pro Bbook" panose="02000500000000020004" pitchFamily="2" charset="0"/>
              </a:defRPr>
            </a:lvl5pPr>
          </a:lstStyle>
          <a:p>
            <a:pPr lvl="0"/>
            <a:r>
              <a:rPr lang="en-US" err="1"/>
              <a:t>email@email.com</a:t>
            </a:r>
            <a:endParaRPr lang="en-US"/>
          </a:p>
        </p:txBody>
      </p:sp>
      <p:sp>
        <p:nvSpPr>
          <p:cNvPr id="13" name="Text Placeholder 4">
            <a:extLst>
              <a:ext uri="{FF2B5EF4-FFF2-40B4-BE49-F238E27FC236}">
                <a16:creationId xmlns:a16="http://schemas.microsoft.com/office/drawing/2014/main" id="{DD7346CF-70B7-4DEA-BC17-E37475BD8145}"/>
              </a:ext>
            </a:extLst>
          </p:cNvPr>
          <p:cNvSpPr>
            <a:spLocks noGrp="1"/>
          </p:cNvSpPr>
          <p:nvPr>
            <p:ph type="body" sz="quarter" idx="19" hasCustomPrompt="1"/>
          </p:nvPr>
        </p:nvSpPr>
        <p:spPr>
          <a:xfrm>
            <a:off x="8261405" y="4321482"/>
            <a:ext cx="3570126" cy="294819"/>
          </a:xfrm>
          <a:prstGeom prst="rect">
            <a:avLst/>
          </a:prstGeom>
        </p:spPr>
        <p:txBody>
          <a:bodyPr>
            <a:noAutofit/>
          </a:bodyPr>
          <a:lstStyle>
            <a:lvl1pPr marL="0" indent="0" algn="r">
              <a:buNone/>
              <a:defRPr sz="1800" b="0" i="0">
                <a:solidFill>
                  <a:schemeClr val="tx1"/>
                </a:solidFill>
                <a:latin typeface="Aptos" panose="020B0004020202020204" pitchFamily="34" charset="0"/>
                <a:ea typeface="Bally Thrill" panose="020B0504020203020203" pitchFamily="34" charset="0"/>
                <a:cs typeface="Bally Thrill" panose="020B0504020203020203" pitchFamily="34" charset="0"/>
              </a:defRPr>
            </a:lvl1pPr>
            <a:lvl2pPr>
              <a:defRPr b="0" i="0">
                <a:latin typeface="Segoe UI" panose="020B0502040204020203" pitchFamily="34" charset="0"/>
                <a:cs typeface="Segoe UI" panose="020B0502040204020203" pitchFamily="34" charset="0"/>
              </a:defRPr>
            </a:lvl2pPr>
            <a:lvl3pPr>
              <a:defRPr b="0" i="0">
                <a:latin typeface="Segoe UI" panose="020B0502040204020203" pitchFamily="34" charset="0"/>
                <a:cs typeface="Segoe UI" panose="020B0502040204020203" pitchFamily="34" charset="0"/>
              </a:defRPr>
            </a:lvl3pPr>
            <a:lvl4pPr>
              <a:defRPr b="0" i="0">
                <a:latin typeface="Segoe UI" panose="020B0502040204020203" pitchFamily="34" charset="0"/>
                <a:cs typeface="Segoe UI" panose="020B0502040204020203" pitchFamily="34" charset="0"/>
              </a:defRPr>
            </a:lvl4pPr>
            <a:lvl5pPr>
              <a:defRPr b="0" i="0">
                <a:latin typeface="Segoe UI" panose="020B0502040204020203" pitchFamily="34" charset="0"/>
                <a:cs typeface="Segoe UI" panose="020B0502040204020203" pitchFamily="34" charset="0"/>
              </a:defRPr>
            </a:lvl5pPr>
          </a:lstStyle>
          <a:p>
            <a:pPr lvl="0"/>
            <a:r>
              <a:rPr lang="en-US"/>
              <a:t>Name Surname</a:t>
            </a:r>
          </a:p>
        </p:txBody>
      </p:sp>
      <p:sp>
        <p:nvSpPr>
          <p:cNvPr id="7" name="Text Placeholder 34">
            <a:extLst>
              <a:ext uri="{FF2B5EF4-FFF2-40B4-BE49-F238E27FC236}">
                <a16:creationId xmlns:a16="http://schemas.microsoft.com/office/drawing/2014/main" id="{BF9A5D49-3785-4458-B745-98AEA8A680C1}"/>
              </a:ext>
            </a:extLst>
          </p:cNvPr>
          <p:cNvSpPr>
            <a:spLocks noGrp="1"/>
          </p:cNvSpPr>
          <p:nvPr>
            <p:ph type="body" sz="quarter" idx="13" hasCustomPrompt="1"/>
          </p:nvPr>
        </p:nvSpPr>
        <p:spPr>
          <a:xfrm>
            <a:off x="6400800" y="3559574"/>
            <a:ext cx="5430731" cy="480131"/>
          </a:xfrm>
          <a:prstGeom prst="rect">
            <a:avLst/>
          </a:prstGeom>
        </p:spPr>
        <p:txBody>
          <a:bodyPr wrap="square">
            <a:spAutoFit/>
          </a:bodyPr>
          <a:lstStyle>
            <a:lvl1pPr marL="0" indent="0" algn="r">
              <a:buNone/>
              <a:defRPr lang="en-US" sz="2800" b="0" i="0" kern="1200" spc="0" baseline="0" dirty="0">
                <a:solidFill>
                  <a:srgbClr val="EC0000"/>
                </a:solidFill>
                <a:latin typeface="Aptos" panose="020B0004020202020204" pitchFamily="34" charset="0"/>
                <a:ea typeface="Bally Thrill" panose="020B0504020203020203" pitchFamily="34" charset="0"/>
                <a:cs typeface="Bally Thrill" panose="020B0504020203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8" name="Text Placeholder 2">
            <a:extLst>
              <a:ext uri="{FF2B5EF4-FFF2-40B4-BE49-F238E27FC236}">
                <a16:creationId xmlns:a16="http://schemas.microsoft.com/office/drawing/2014/main" id="{18FB9AAE-240C-4644-B2FD-FC90AE5A6325}"/>
              </a:ext>
            </a:extLst>
          </p:cNvPr>
          <p:cNvSpPr>
            <a:spLocks noGrp="1"/>
          </p:cNvSpPr>
          <p:nvPr>
            <p:ph type="body" sz="quarter" idx="18" hasCustomPrompt="1"/>
          </p:nvPr>
        </p:nvSpPr>
        <p:spPr>
          <a:xfrm>
            <a:off x="6400800" y="2072626"/>
            <a:ext cx="5430731" cy="1436291"/>
          </a:xfrm>
          <a:prstGeom prst="rect">
            <a:avLst/>
          </a:prstGeom>
        </p:spPr>
        <p:txBody>
          <a:bodyPr wrap="square">
            <a:spAutoFit/>
          </a:bodyPr>
          <a:lstStyle>
            <a:lvl1pPr marL="0" indent="0" algn="r">
              <a:lnSpc>
                <a:spcPct val="100000"/>
              </a:lnSpc>
              <a:spcBef>
                <a:spcPts val="0"/>
              </a:spcBef>
              <a:buNone/>
              <a:defRPr lang="en-US" sz="4200" b="1" i="0" kern="1200" spc="0" baseline="0" dirty="0" smtClean="0">
                <a:solidFill>
                  <a:srgbClr val="121B21"/>
                </a:solidFill>
                <a:latin typeface="Aptos" panose="020B0004020202020204" pitchFamily="34" charset="0"/>
                <a:ea typeface="Bally Thrill" panose="020B0504020203020203" pitchFamily="34" charset="0"/>
                <a:cs typeface="Bally Thrill"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Presentation</a:t>
            </a:r>
          </a:p>
          <a:p>
            <a:pPr lvl="0"/>
            <a:r>
              <a:rPr lang="en-US"/>
              <a:t>Title</a:t>
            </a:r>
          </a:p>
        </p:txBody>
      </p:sp>
      <p:pic>
        <p:nvPicPr>
          <p:cNvPr id="3" name="Picture 2">
            <a:extLst>
              <a:ext uri="{FF2B5EF4-FFF2-40B4-BE49-F238E27FC236}">
                <a16:creationId xmlns:a16="http://schemas.microsoft.com/office/drawing/2014/main" id="{2C0F2F29-D71B-4FB2-292D-ECC655B7B863}"/>
              </a:ext>
            </a:extLst>
          </p:cNvPr>
          <p:cNvPicPr>
            <a:picLocks noChangeAspect="1"/>
          </p:cNvPicPr>
          <p:nvPr userDrawn="1"/>
        </p:nvPicPr>
        <p:blipFill>
          <a:blip r:embed="rId3"/>
          <a:srcRect/>
          <a:stretch/>
        </p:blipFill>
        <p:spPr>
          <a:xfrm>
            <a:off x="10053920" y="371063"/>
            <a:ext cx="1708502" cy="918141"/>
          </a:xfrm>
          <a:prstGeom prst="rect">
            <a:avLst/>
          </a:prstGeom>
        </p:spPr>
      </p:pic>
    </p:spTree>
    <p:extLst>
      <p:ext uri="{BB962C8B-B14F-4D97-AF65-F5344CB8AC3E}">
        <p14:creationId xmlns:p14="http://schemas.microsoft.com/office/powerpoint/2010/main" val="5369544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page_2">
    <p:bg>
      <p:bgPr>
        <a:solidFill>
          <a:schemeClr val="bg1"/>
        </a:solidFill>
        <a:effectLst/>
      </p:bgPr>
    </p:bg>
    <p:spTree>
      <p:nvGrpSpPr>
        <p:cNvPr id="1" name=""/>
        <p:cNvGrpSpPr/>
        <p:nvPr/>
      </p:nvGrpSpPr>
      <p:grpSpPr>
        <a:xfrm>
          <a:off x="0" y="0"/>
          <a:ext cx="0" cy="0"/>
          <a:chOff x="0" y="0"/>
          <a:chExt cx="0" cy="0"/>
        </a:xfrm>
      </p:grpSpPr>
      <p:sp>
        <p:nvSpPr>
          <p:cNvPr id="4" name="Picture Placeholder 21">
            <a:extLst>
              <a:ext uri="{FF2B5EF4-FFF2-40B4-BE49-F238E27FC236}">
                <a16:creationId xmlns:a16="http://schemas.microsoft.com/office/drawing/2014/main" id="{ED8DF942-DEB2-106A-3CC2-0D7D7C4828F9}"/>
              </a:ext>
            </a:extLst>
          </p:cNvPr>
          <p:cNvSpPr>
            <a:spLocks noGrp="1"/>
          </p:cNvSpPr>
          <p:nvPr>
            <p:ph type="pic" sz="quarter" idx="17"/>
          </p:nvPr>
        </p:nvSpPr>
        <p:spPr>
          <a:xfrm>
            <a:off x="356461" y="440871"/>
            <a:ext cx="5148288" cy="5976258"/>
          </a:xfrm>
          <a:prstGeom prst="round2DiagRect">
            <a:avLst/>
          </a:prstGeom>
          <a:solidFill>
            <a:srgbClr val="2E3335">
              <a:alpha val="20000"/>
            </a:srgbClr>
          </a:solidFill>
        </p:spPr>
        <p:txBody>
          <a:bodyPr/>
          <a:lstStyle>
            <a:lvl1pPr>
              <a:defRPr b="0" i="0">
                <a:latin typeface="Bally Thrill" panose="020B0504020203020203" pitchFamily="34" charset="0"/>
              </a:defRPr>
            </a:lvl1pPr>
          </a:lstStyle>
          <a:p>
            <a:endParaRPr lang="en-US">
              <a:latin typeface="Aptos" panose="020B0004020202020204" pitchFamily="34" charset="0"/>
            </a:endParaRPr>
          </a:p>
        </p:txBody>
      </p:sp>
      <p:sp>
        <p:nvSpPr>
          <p:cNvPr id="11" name="Text Placeholder 38">
            <a:extLst>
              <a:ext uri="{FF2B5EF4-FFF2-40B4-BE49-F238E27FC236}">
                <a16:creationId xmlns:a16="http://schemas.microsoft.com/office/drawing/2014/main" id="{CCED9EB6-4687-2D2F-C744-3A5799FD97FE}"/>
              </a:ext>
            </a:extLst>
          </p:cNvPr>
          <p:cNvSpPr>
            <a:spLocks noGrp="1"/>
          </p:cNvSpPr>
          <p:nvPr>
            <p:ph type="body" sz="quarter" idx="15" hasCustomPrompt="1"/>
          </p:nvPr>
        </p:nvSpPr>
        <p:spPr>
          <a:xfrm>
            <a:off x="8265281" y="4691675"/>
            <a:ext cx="3575282" cy="294819"/>
          </a:xfrm>
          <a:prstGeom prst="rect">
            <a:avLst/>
          </a:prstGeom>
        </p:spPr>
        <p:txBody>
          <a:bodyPr/>
          <a:lstStyle>
            <a:lvl1pPr marL="0" indent="0" algn="r">
              <a:buNone/>
              <a:defRPr sz="1400" b="0" i="0">
                <a:solidFill>
                  <a:schemeClr val="tx1"/>
                </a:solidFill>
                <a:latin typeface="Aptos" panose="020B0004020202020204" pitchFamily="34" charset="0"/>
                <a:ea typeface="Bally Thrill" panose="020B0504020203020203" pitchFamily="34" charset="0"/>
                <a:cs typeface="Bally Thrill" panose="020B0504020203020203" pitchFamily="34" charset="0"/>
              </a:defRPr>
            </a:lvl1pPr>
            <a:lvl2pPr>
              <a:defRPr sz="1400" b="0" i="0">
                <a:latin typeface="PF BeauSans Pro Bbook" panose="02000500000000020004" pitchFamily="2" charset="0"/>
              </a:defRPr>
            </a:lvl2pPr>
            <a:lvl3pPr>
              <a:defRPr sz="1400" b="0" i="0">
                <a:latin typeface="PF BeauSans Pro Bbook" panose="02000500000000020004" pitchFamily="2" charset="0"/>
              </a:defRPr>
            </a:lvl3pPr>
            <a:lvl4pPr>
              <a:defRPr sz="1400" b="0" i="0">
                <a:latin typeface="PF BeauSans Pro Bbook" panose="02000500000000020004" pitchFamily="2" charset="0"/>
              </a:defRPr>
            </a:lvl4pPr>
            <a:lvl5pPr>
              <a:defRPr sz="1400" b="0" i="0">
                <a:latin typeface="PF BeauSans Pro Bbook" panose="02000500000000020004" pitchFamily="2" charset="0"/>
              </a:defRPr>
            </a:lvl5pPr>
          </a:lstStyle>
          <a:p>
            <a:pPr lvl="0"/>
            <a:r>
              <a:rPr lang="en-US" err="1"/>
              <a:t>email@email.com</a:t>
            </a:r>
            <a:endParaRPr lang="en-US"/>
          </a:p>
        </p:txBody>
      </p:sp>
      <p:sp>
        <p:nvSpPr>
          <p:cNvPr id="12" name="Text Placeholder 4">
            <a:extLst>
              <a:ext uri="{FF2B5EF4-FFF2-40B4-BE49-F238E27FC236}">
                <a16:creationId xmlns:a16="http://schemas.microsoft.com/office/drawing/2014/main" id="{EB93DDBF-8649-AD60-6A7F-A381794871F4}"/>
              </a:ext>
            </a:extLst>
          </p:cNvPr>
          <p:cNvSpPr>
            <a:spLocks noGrp="1"/>
          </p:cNvSpPr>
          <p:nvPr>
            <p:ph type="body" sz="quarter" idx="19" hasCustomPrompt="1"/>
          </p:nvPr>
        </p:nvSpPr>
        <p:spPr>
          <a:xfrm>
            <a:off x="8261405" y="4321482"/>
            <a:ext cx="3570126" cy="294819"/>
          </a:xfrm>
          <a:prstGeom prst="rect">
            <a:avLst/>
          </a:prstGeom>
        </p:spPr>
        <p:txBody>
          <a:bodyPr>
            <a:noAutofit/>
          </a:bodyPr>
          <a:lstStyle>
            <a:lvl1pPr marL="0" indent="0" algn="r">
              <a:buNone/>
              <a:defRPr sz="1800" b="0" i="0">
                <a:solidFill>
                  <a:schemeClr val="tx1"/>
                </a:solidFill>
                <a:latin typeface="Aptos" panose="020B0004020202020204" pitchFamily="34" charset="0"/>
                <a:ea typeface="Bally Thrill" panose="020B0504020203020203" pitchFamily="34" charset="0"/>
                <a:cs typeface="Bally Thrill" panose="020B0504020203020203" pitchFamily="34" charset="0"/>
              </a:defRPr>
            </a:lvl1pPr>
            <a:lvl2pPr>
              <a:defRPr b="0" i="0">
                <a:latin typeface="Segoe UI" panose="020B0502040204020203" pitchFamily="34" charset="0"/>
                <a:cs typeface="Segoe UI" panose="020B0502040204020203" pitchFamily="34" charset="0"/>
              </a:defRPr>
            </a:lvl2pPr>
            <a:lvl3pPr>
              <a:defRPr b="0" i="0">
                <a:latin typeface="Segoe UI" panose="020B0502040204020203" pitchFamily="34" charset="0"/>
                <a:cs typeface="Segoe UI" panose="020B0502040204020203" pitchFamily="34" charset="0"/>
              </a:defRPr>
            </a:lvl3pPr>
            <a:lvl4pPr>
              <a:defRPr b="0" i="0">
                <a:latin typeface="Segoe UI" panose="020B0502040204020203" pitchFamily="34" charset="0"/>
                <a:cs typeface="Segoe UI" panose="020B0502040204020203" pitchFamily="34" charset="0"/>
              </a:defRPr>
            </a:lvl4pPr>
            <a:lvl5pPr>
              <a:defRPr b="0" i="0">
                <a:latin typeface="Segoe UI" panose="020B0502040204020203" pitchFamily="34" charset="0"/>
                <a:cs typeface="Segoe UI" panose="020B0502040204020203" pitchFamily="34" charset="0"/>
              </a:defRPr>
            </a:lvl5pPr>
          </a:lstStyle>
          <a:p>
            <a:pPr lvl="0"/>
            <a:r>
              <a:rPr lang="en-US"/>
              <a:t>Name Surname</a:t>
            </a:r>
          </a:p>
        </p:txBody>
      </p:sp>
      <p:sp>
        <p:nvSpPr>
          <p:cNvPr id="14" name="Text Placeholder 34">
            <a:extLst>
              <a:ext uri="{FF2B5EF4-FFF2-40B4-BE49-F238E27FC236}">
                <a16:creationId xmlns:a16="http://schemas.microsoft.com/office/drawing/2014/main" id="{9997BBF7-5522-4B17-F263-549A00A8F01F}"/>
              </a:ext>
            </a:extLst>
          </p:cNvPr>
          <p:cNvSpPr>
            <a:spLocks noGrp="1"/>
          </p:cNvSpPr>
          <p:nvPr>
            <p:ph type="body" sz="quarter" idx="13" hasCustomPrompt="1"/>
          </p:nvPr>
        </p:nvSpPr>
        <p:spPr>
          <a:xfrm>
            <a:off x="6400800" y="3559574"/>
            <a:ext cx="5430731" cy="480131"/>
          </a:xfrm>
          <a:prstGeom prst="rect">
            <a:avLst/>
          </a:prstGeom>
        </p:spPr>
        <p:txBody>
          <a:bodyPr wrap="square">
            <a:spAutoFit/>
          </a:bodyPr>
          <a:lstStyle>
            <a:lvl1pPr marL="0" indent="0" algn="r">
              <a:buNone/>
              <a:defRPr lang="en-US" sz="2800" b="0" i="0" kern="1200" spc="0" baseline="0" dirty="0">
                <a:solidFill>
                  <a:srgbClr val="EC0000"/>
                </a:solidFill>
                <a:latin typeface="Aptos" panose="020B0004020202020204" pitchFamily="34" charset="0"/>
                <a:ea typeface="Bally Thrill" panose="020B0504020203020203" pitchFamily="34" charset="0"/>
                <a:cs typeface="Bally Thrill" panose="020B0504020203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5" name="Text Placeholder 2">
            <a:extLst>
              <a:ext uri="{FF2B5EF4-FFF2-40B4-BE49-F238E27FC236}">
                <a16:creationId xmlns:a16="http://schemas.microsoft.com/office/drawing/2014/main" id="{73F1E513-4503-1C00-1655-B225BD3F3C8F}"/>
              </a:ext>
            </a:extLst>
          </p:cNvPr>
          <p:cNvSpPr>
            <a:spLocks noGrp="1"/>
          </p:cNvSpPr>
          <p:nvPr>
            <p:ph type="body" sz="quarter" idx="18" hasCustomPrompt="1"/>
          </p:nvPr>
        </p:nvSpPr>
        <p:spPr>
          <a:xfrm>
            <a:off x="6400800" y="2072626"/>
            <a:ext cx="5430731" cy="1436291"/>
          </a:xfrm>
          <a:prstGeom prst="rect">
            <a:avLst/>
          </a:prstGeom>
        </p:spPr>
        <p:txBody>
          <a:bodyPr wrap="square">
            <a:spAutoFit/>
          </a:bodyPr>
          <a:lstStyle>
            <a:lvl1pPr marL="0" indent="0" algn="r">
              <a:lnSpc>
                <a:spcPct val="100000"/>
              </a:lnSpc>
              <a:spcBef>
                <a:spcPts val="0"/>
              </a:spcBef>
              <a:buNone/>
              <a:defRPr lang="en-US" sz="4200" b="1" i="0" kern="1200" spc="0" baseline="0" dirty="0" smtClean="0">
                <a:solidFill>
                  <a:schemeClr val="tx1"/>
                </a:solidFill>
                <a:latin typeface="Aptos" panose="020B0004020202020204" pitchFamily="34" charset="0"/>
                <a:ea typeface="Bally Thrill" panose="020B0504020203020203" pitchFamily="34" charset="0"/>
                <a:cs typeface="Bally Thrill"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Presentation</a:t>
            </a:r>
          </a:p>
          <a:p>
            <a:pPr lvl="0"/>
            <a:r>
              <a:rPr lang="en-US"/>
              <a:t>Title</a:t>
            </a:r>
          </a:p>
        </p:txBody>
      </p:sp>
      <p:pic>
        <p:nvPicPr>
          <p:cNvPr id="16" name="Picture 15">
            <a:extLst>
              <a:ext uri="{FF2B5EF4-FFF2-40B4-BE49-F238E27FC236}">
                <a16:creationId xmlns:a16="http://schemas.microsoft.com/office/drawing/2014/main" id="{2434778C-30CD-D439-0C30-78D132189053}"/>
              </a:ext>
            </a:extLst>
          </p:cNvPr>
          <p:cNvPicPr>
            <a:picLocks noChangeAspect="1"/>
          </p:cNvPicPr>
          <p:nvPr userDrawn="1"/>
        </p:nvPicPr>
        <p:blipFill>
          <a:blip r:embed="rId2"/>
          <a:srcRect/>
          <a:stretch/>
        </p:blipFill>
        <p:spPr>
          <a:xfrm>
            <a:off x="10053920" y="371063"/>
            <a:ext cx="1708502" cy="918141"/>
          </a:xfrm>
          <a:prstGeom prst="rect">
            <a:avLst/>
          </a:prstGeom>
        </p:spPr>
      </p:pic>
    </p:spTree>
    <p:extLst>
      <p:ext uri="{BB962C8B-B14F-4D97-AF65-F5344CB8AC3E}">
        <p14:creationId xmlns:p14="http://schemas.microsoft.com/office/powerpoint/2010/main" val="110350989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age_3">
    <p:bg>
      <p:bgPr>
        <a:solidFill>
          <a:srgbClr val="FF0000"/>
        </a:solidFill>
        <a:effectLst/>
      </p:bgPr>
    </p:bg>
    <p:spTree>
      <p:nvGrpSpPr>
        <p:cNvPr id="1" name=""/>
        <p:cNvGrpSpPr/>
        <p:nvPr/>
      </p:nvGrpSpPr>
      <p:grpSpPr>
        <a:xfrm>
          <a:off x="0" y="0"/>
          <a:ext cx="0" cy="0"/>
          <a:chOff x="0" y="0"/>
          <a:chExt cx="0" cy="0"/>
        </a:xfrm>
      </p:grpSpPr>
      <p:sp>
        <p:nvSpPr>
          <p:cNvPr id="2" name="Text Placeholder 38">
            <a:extLst>
              <a:ext uri="{FF2B5EF4-FFF2-40B4-BE49-F238E27FC236}">
                <a16:creationId xmlns:a16="http://schemas.microsoft.com/office/drawing/2014/main" id="{2DD6E1E4-B946-71D8-DE69-DCE838A993EC}"/>
              </a:ext>
            </a:extLst>
          </p:cNvPr>
          <p:cNvSpPr>
            <a:spLocks noGrp="1"/>
          </p:cNvSpPr>
          <p:nvPr>
            <p:ph type="body" sz="quarter" idx="15" hasCustomPrompt="1"/>
          </p:nvPr>
        </p:nvSpPr>
        <p:spPr>
          <a:xfrm>
            <a:off x="8265281" y="4788951"/>
            <a:ext cx="3575282" cy="294819"/>
          </a:xfrm>
          <a:prstGeom prst="rect">
            <a:avLst/>
          </a:prstGeom>
        </p:spPr>
        <p:txBody>
          <a:bodyPr/>
          <a:lstStyle>
            <a:lvl1pPr marL="0" indent="0" algn="r">
              <a:buNone/>
              <a:defRPr sz="1400" b="0" i="0">
                <a:solidFill>
                  <a:schemeClr val="bg1"/>
                </a:solidFill>
                <a:latin typeface="Aptos" panose="020B0004020202020204" pitchFamily="34" charset="0"/>
                <a:ea typeface="Bally Thrill" panose="020B0504020203020203" pitchFamily="34" charset="0"/>
                <a:cs typeface="Bally Thrill" panose="020B0504020203020203" pitchFamily="34" charset="0"/>
              </a:defRPr>
            </a:lvl1pPr>
            <a:lvl2pPr>
              <a:defRPr sz="1400" b="0" i="0">
                <a:latin typeface="PF BeauSans Pro Bbook" panose="02000500000000020004" pitchFamily="2" charset="0"/>
              </a:defRPr>
            </a:lvl2pPr>
            <a:lvl3pPr>
              <a:defRPr sz="1400" b="0" i="0">
                <a:latin typeface="PF BeauSans Pro Bbook" panose="02000500000000020004" pitchFamily="2" charset="0"/>
              </a:defRPr>
            </a:lvl3pPr>
            <a:lvl4pPr>
              <a:defRPr sz="1400" b="0" i="0">
                <a:latin typeface="PF BeauSans Pro Bbook" panose="02000500000000020004" pitchFamily="2" charset="0"/>
              </a:defRPr>
            </a:lvl4pPr>
            <a:lvl5pPr>
              <a:defRPr sz="1400" b="0" i="0">
                <a:latin typeface="PF BeauSans Pro Bbook" panose="02000500000000020004" pitchFamily="2" charset="0"/>
              </a:defRPr>
            </a:lvl5pPr>
          </a:lstStyle>
          <a:p>
            <a:pPr lvl="0"/>
            <a:r>
              <a:rPr lang="en-US" err="1"/>
              <a:t>email@email.com</a:t>
            </a:r>
            <a:endParaRPr lang="en-US"/>
          </a:p>
        </p:txBody>
      </p:sp>
      <p:sp>
        <p:nvSpPr>
          <p:cNvPr id="3" name="Text Placeholder 4">
            <a:extLst>
              <a:ext uri="{FF2B5EF4-FFF2-40B4-BE49-F238E27FC236}">
                <a16:creationId xmlns:a16="http://schemas.microsoft.com/office/drawing/2014/main" id="{4A45ED82-EE6D-EF7B-A10D-310EA693D7B9}"/>
              </a:ext>
            </a:extLst>
          </p:cNvPr>
          <p:cNvSpPr>
            <a:spLocks noGrp="1"/>
          </p:cNvSpPr>
          <p:nvPr>
            <p:ph type="body" sz="quarter" idx="19" hasCustomPrompt="1"/>
          </p:nvPr>
        </p:nvSpPr>
        <p:spPr>
          <a:xfrm>
            <a:off x="8261405" y="4418758"/>
            <a:ext cx="3570126" cy="294819"/>
          </a:xfrm>
          <a:prstGeom prst="rect">
            <a:avLst/>
          </a:prstGeom>
        </p:spPr>
        <p:txBody>
          <a:bodyPr>
            <a:noAutofit/>
          </a:bodyPr>
          <a:lstStyle>
            <a:lvl1pPr marL="0" indent="0" algn="r">
              <a:buNone/>
              <a:defRPr sz="1800" b="0" i="0">
                <a:solidFill>
                  <a:schemeClr val="bg1"/>
                </a:solidFill>
                <a:latin typeface="Aptos" panose="020B0004020202020204" pitchFamily="34" charset="0"/>
                <a:ea typeface="Bally Thrill" panose="020B0504020203020203" pitchFamily="34" charset="0"/>
                <a:cs typeface="Bally Thrill" panose="020B0504020203020203" pitchFamily="34" charset="0"/>
              </a:defRPr>
            </a:lvl1pPr>
            <a:lvl2pPr>
              <a:defRPr b="0" i="0">
                <a:latin typeface="Segoe UI" panose="020B0502040204020203" pitchFamily="34" charset="0"/>
                <a:cs typeface="Segoe UI" panose="020B0502040204020203" pitchFamily="34" charset="0"/>
              </a:defRPr>
            </a:lvl2pPr>
            <a:lvl3pPr>
              <a:defRPr b="0" i="0">
                <a:latin typeface="Segoe UI" panose="020B0502040204020203" pitchFamily="34" charset="0"/>
                <a:cs typeface="Segoe UI" panose="020B0502040204020203" pitchFamily="34" charset="0"/>
              </a:defRPr>
            </a:lvl3pPr>
            <a:lvl4pPr>
              <a:defRPr b="0" i="0">
                <a:latin typeface="Segoe UI" panose="020B0502040204020203" pitchFamily="34" charset="0"/>
                <a:cs typeface="Segoe UI" panose="020B0502040204020203" pitchFamily="34" charset="0"/>
              </a:defRPr>
            </a:lvl4pPr>
            <a:lvl5pPr>
              <a:defRPr b="0" i="0">
                <a:latin typeface="Segoe UI" panose="020B0502040204020203" pitchFamily="34" charset="0"/>
                <a:cs typeface="Segoe UI" panose="020B0502040204020203" pitchFamily="34" charset="0"/>
              </a:defRPr>
            </a:lvl5pPr>
          </a:lstStyle>
          <a:p>
            <a:pPr lvl="0"/>
            <a:r>
              <a:rPr lang="en-US"/>
              <a:t>Name Surname</a:t>
            </a:r>
          </a:p>
        </p:txBody>
      </p:sp>
      <p:sp>
        <p:nvSpPr>
          <p:cNvPr id="5" name="Text Placeholder 34">
            <a:extLst>
              <a:ext uri="{FF2B5EF4-FFF2-40B4-BE49-F238E27FC236}">
                <a16:creationId xmlns:a16="http://schemas.microsoft.com/office/drawing/2014/main" id="{68F99DE1-66C7-0D04-0DFF-82C6A730F7A6}"/>
              </a:ext>
            </a:extLst>
          </p:cNvPr>
          <p:cNvSpPr>
            <a:spLocks noGrp="1"/>
          </p:cNvSpPr>
          <p:nvPr>
            <p:ph type="body" sz="quarter" idx="13" hasCustomPrompt="1"/>
          </p:nvPr>
        </p:nvSpPr>
        <p:spPr>
          <a:xfrm>
            <a:off x="6400800" y="2415734"/>
            <a:ext cx="5430731" cy="480131"/>
          </a:xfrm>
          <a:prstGeom prst="rect">
            <a:avLst/>
          </a:prstGeom>
        </p:spPr>
        <p:txBody>
          <a:bodyPr wrap="square">
            <a:spAutoFit/>
          </a:bodyPr>
          <a:lstStyle>
            <a:lvl1pPr marL="0" indent="0" algn="r">
              <a:buNone/>
              <a:defRPr lang="en-US" sz="2800" b="0" i="0" kern="1200" spc="0" baseline="0" dirty="0">
                <a:solidFill>
                  <a:schemeClr val="bg1"/>
                </a:solidFill>
                <a:latin typeface="Aptos" panose="020B0004020202020204" pitchFamily="34" charset="0"/>
                <a:ea typeface="Bally Thrill" panose="020B0504020203020203" pitchFamily="34" charset="0"/>
                <a:cs typeface="Bally Thrill" panose="020B0504020203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6" name="Text Placeholder 2">
            <a:extLst>
              <a:ext uri="{FF2B5EF4-FFF2-40B4-BE49-F238E27FC236}">
                <a16:creationId xmlns:a16="http://schemas.microsoft.com/office/drawing/2014/main" id="{C00D2AD7-A5F7-5AE1-E6B8-41ACB87F2831}"/>
              </a:ext>
            </a:extLst>
          </p:cNvPr>
          <p:cNvSpPr>
            <a:spLocks noGrp="1"/>
          </p:cNvSpPr>
          <p:nvPr>
            <p:ph type="body" sz="quarter" idx="18" hasCustomPrompt="1"/>
          </p:nvPr>
        </p:nvSpPr>
        <p:spPr>
          <a:xfrm>
            <a:off x="6400800" y="1581908"/>
            <a:ext cx="5430732" cy="738664"/>
          </a:xfrm>
          <a:prstGeom prst="rect">
            <a:avLst/>
          </a:prstGeom>
        </p:spPr>
        <p:txBody>
          <a:bodyPr wrap="square">
            <a:spAutoFit/>
          </a:bodyPr>
          <a:lstStyle>
            <a:lvl1pPr marL="0" indent="0" algn="r">
              <a:lnSpc>
                <a:spcPct val="100000"/>
              </a:lnSpc>
              <a:spcBef>
                <a:spcPts val="0"/>
              </a:spcBef>
              <a:buNone/>
              <a:defRPr lang="en-US" sz="4200" b="1" i="0" kern="1200" spc="0" baseline="0" dirty="0" smtClean="0">
                <a:solidFill>
                  <a:schemeClr val="bg1"/>
                </a:solidFill>
                <a:latin typeface="Aptos" panose="020B0004020202020204" pitchFamily="34" charset="0"/>
                <a:ea typeface="Bally Thrill" panose="020B0504020203020203" pitchFamily="34" charset="0"/>
                <a:cs typeface="Bally Thrill"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Presentation Title</a:t>
            </a:r>
          </a:p>
        </p:txBody>
      </p:sp>
      <p:pic>
        <p:nvPicPr>
          <p:cNvPr id="11" name="Picture 10">
            <a:extLst>
              <a:ext uri="{FF2B5EF4-FFF2-40B4-BE49-F238E27FC236}">
                <a16:creationId xmlns:a16="http://schemas.microsoft.com/office/drawing/2014/main" id="{33755CCE-95E6-5DF3-AA29-E236E850CB70}"/>
              </a:ext>
            </a:extLst>
          </p:cNvPr>
          <p:cNvPicPr>
            <a:picLocks noChangeAspect="1"/>
          </p:cNvPicPr>
          <p:nvPr userDrawn="1"/>
        </p:nvPicPr>
        <p:blipFill>
          <a:blip r:embed="rId2"/>
          <a:srcRect/>
          <a:stretch/>
        </p:blipFill>
        <p:spPr>
          <a:xfrm>
            <a:off x="10053921" y="3198241"/>
            <a:ext cx="1708499" cy="918141"/>
          </a:xfrm>
          <a:prstGeom prst="rect">
            <a:avLst/>
          </a:prstGeom>
        </p:spPr>
      </p:pic>
      <p:sp>
        <p:nvSpPr>
          <p:cNvPr id="12" name="Picture Placeholder 21">
            <a:extLst>
              <a:ext uri="{FF2B5EF4-FFF2-40B4-BE49-F238E27FC236}">
                <a16:creationId xmlns:a16="http://schemas.microsoft.com/office/drawing/2014/main" id="{76A6EB69-34AA-41E5-6D09-5DF8EC603275}"/>
              </a:ext>
            </a:extLst>
          </p:cNvPr>
          <p:cNvSpPr>
            <a:spLocks noGrp="1"/>
          </p:cNvSpPr>
          <p:nvPr>
            <p:ph type="pic" sz="quarter" idx="17"/>
          </p:nvPr>
        </p:nvSpPr>
        <p:spPr>
          <a:xfrm>
            <a:off x="356461" y="440871"/>
            <a:ext cx="5148288" cy="5976258"/>
          </a:xfrm>
          <a:prstGeom prst="round2DiagRect">
            <a:avLst/>
          </a:prstGeom>
          <a:solidFill>
            <a:srgbClr val="2E3335">
              <a:alpha val="20000"/>
            </a:srgbClr>
          </a:solidFill>
        </p:spPr>
        <p:txBody>
          <a:bodyPr/>
          <a:lstStyle>
            <a:lvl1pPr>
              <a:defRPr b="0" i="0">
                <a:latin typeface="Bally Thrill" panose="020B0504020203020203" pitchFamily="34" charset="0"/>
              </a:defRPr>
            </a:lvl1pPr>
          </a:lstStyle>
          <a:p>
            <a:endParaRPr lang="en-US">
              <a:latin typeface="Aptos" panose="020B0004020202020204" pitchFamily="34" charset="0"/>
            </a:endParaRPr>
          </a:p>
        </p:txBody>
      </p:sp>
    </p:spTree>
    <p:extLst>
      <p:ext uri="{BB962C8B-B14F-4D97-AF65-F5344CB8AC3E}">
        <p14:creationId xmlns:p14="http://schemas.microsoft.com/office/powerpoint/2010/main" val="24052041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8" name="Picture Placeholder 21">
            <a:extLst>
              <a:ext uri="{FF2B5EF4-FFF2-40B4-BE49-F238E27FC236}">
                <a16:creationId xmlns:a16="http://schemas.microsoft.com/office/drawing/2014/main" id="{92239DFE-D81E-FBCB-8F35-D36F1F9F8F91}"/>
              </a:ext>
            </a:extLst>
          </p:cNvPr>
          <p:cNvSpPr>
            <a:spLocks noGrp="1"/>
          </p:cNvSpPr>
          <p:nvPr>
            <p:ph type="pic" sz="quarter" idx="17"/>
          </p:nvPr>
        </p:nvSpPr>
        <p:spPr>
          <a:xfrm>
            <a:off x="0" y="9109"/>
            <a:ext cx="12192000" cy="6858000"/>
          </a:xfrm>
          <a:prstGeom prst="round2DiagRect">
            <a:avLst>
              <a:gd name="adj1" fmla="val 0"/>
              <a:gd name="adj2" fmla="val 0"/>
            </a:avLst>
          </a:prstGeom>
          <a:solidFill>
            <a:srgbClr val="2E3335">
              <a:alpha val="20000"/>
            </a:srgbClr>
          </a:solidFill>
        </p:spPr>
        <p:txBody>
          <a:bodyPr/>
          <a:lstStyle>
            <a:lvl1pPr>
              <a:defRPr b="0" i="0">
                <a:latin typeface="Bally Thrill" panose="020B0504020203020203" pitchFamily="34" charset="0"/>
              </a:defRPr>
            </a:lvl1pPr>
          </a:lstStyle>
          <a:p>
            <a:endParaRPr lang="en-US">
              <a:latin typeface="Aptos" panose="020B0004020202020204" pitchFamily="34" charset="0"/>
            </a:endParaRPr>
          </a:p>
        </p:txBody>
      </p:sp>
      <p:sp>
        <p:nvSpPr>
          <p:cNvPr id="4" name="Text Placeholder 34">
            <a:extLst>
              <a:ext uri="{FF2B5EF4-FFF2-40B4-BE49-F238E27FC236}">
                <a16:creationId xmlns:a16="http://schemas.microsoft.com/office/drawing/2014/main" id="{36FA45C7-E2A6-96A1-011F-F9D63E56B5F8}"/>
              </a:ext>
            </a:extLst>
          </p:cNvPr>
          <p:cNvSpPr>
            <a:spLocks noGrp="1"/>
          </p:cNvSpPr>
          <p:nvPr>
            <p:ph type="body" sz="quarter" idx="13" hasCustomPrompt="1"/>
          </p:nvPr>
        </p:nvSpPr>
        <p:spPr>
          <a:xfrm>
            <a:off x="750014" y="5660438"/>
            <a:ext cx="5430731" cy="649858"/>
          </a:xfrm>
          <a:prstGeom prst="rect">
            <a:avLst/>
          </a:prstGeom>
        </p:spPr>
        <p:txBody>
          <a:bodyPr wrap="square">
            <a:spAutoFit/>
          </a:bodyPr>
          <a:lstStyle>
            <a:lvl1pPr marL="0" indent="0" algn="l">
              <a:buNone/>
              <a:defRPr lang="en-US" sz="4000" b="0" i="0" kern="1200" spc="0" baseline="0" dirty="0">
                <a:solidFill>
                  <a:schemeClr val="bg1"/>
                </a:solidFill>
                <a:latin typeface="Aptos" panose="020B0004020202020204" pitchFamily="34" charset="0"/>
                <a:ea typeface="Bally Thrill" panose="020B0504020203020203" pitchFamily="34" charset="0"/>
                <a:cs typeface="Bally Thrill" panose="020B0504020203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6" name="Text Placeholder 2">
            <a:extLst>
              <a:ext uri="{FF2B5EF4-FFF2-40B4-BE49-F238E27FC236}">
                <a16:creationId xmlns:a16="http://schemas.microsoft.com/office/drawing/2014/main" id="{E5A8D472-DFC7-BF12-8416-105C264099E4}"/>
              </a:ext>
            </a:extLst>
          </p:cNvPr>
          <p:cNvSpPr>
            <a:spLocks noGrp="1"/>
          </p:cNvSpPr>
          <p:nvPr>
            <p:ph type="body" sz="quarter" idx="18" hasCustomPrompt="1"/>
          </p:nvPr>
        </p:nvSpPr>
        <p:spPr>
          <a:xfrm>
            <a:off x="750014" y="4336999"/>
            <a:ext cx="5430732" cy="1323439"/>
          </a:xfrm>
          <a:prstGeom prst="rect">
            <a:avLst/>
          </a:prstGeom>
        </p:spPr>
        <p:txBody>
          <a:bodyPr wrap="square">
            <a:spAutoFit/>
          </a:bodyPr>
          <a:lstStyle>
            <a:lvl1pPr marL="0" indent="0" algn="l">
              <a:lnSpc>
                <a:spcPct val="100000"/>
              </a:lnSpc>
              <a:spcBef>
                <a:spcPts val="0"/>
              </a:spcBef>
              <a:buNone/>
              <a:defRPr lang="en-US" sz="8000" b="0" i="0" kern="1200" spc="0" baseline="0" dirty="0" smtClean="0">
                <a:solidFill>
                  <a:schemeClr val="bg1"/>
                </a:solidFill>
                <a:latin typeface="Aptos" panose="020B0004020202020204" pitchFamily="34" charset="0"/>
                <a:ea typeface="Bally Thrill" panose="020B0504020203020203" pitchFamily="34" charset="0"/>
                <a:cs typeface="Bally Thrill"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01</a:t>
            </a:r>
          </a:p>
        </p:txBody>
      </p:sp>
    </p:spTree>
    <p:extLst>
      <p:ext uri="{BB962C8B-B14F-4D97-AF65-F5344CB8AC3E}">
        <p14:creationId xmlns:p14="http://schemas.microsoft.com/office/powerpoint/2010/main" val="1537082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s">
    <p:bg>
      <p:bgPr>
        <a:solidFill>
          <a:schemeClr val="bg1"/>
        </a:solidFill>
        <a:effectLst/>
      </p:bgPr>
    </p:bg>
    <p:spTree>
      <p:nvGrpSpPr>
        <p:cNvPr id="1" name=""/>
        <p:cNvGrpSpPr/>
        <p:nvPr/>
      </p:nvGrpSpPr>
      <p:grpSpPr>
        <a:xfrm>
          <a:off x="0" y="0"/>
          <a:ext cx="0" cy="0"/>
          <a:chOff x="0" y="0"/>
          <a:chExt cx="0" cy="0"/>
        </a:xfrm>
      </p:grpSpPr>
      <p:sp>
        <p:nvSpPr>
          <p:cNvPr id="32" name="Text Placeholder 9">
            <a:extLst>
              <a:ext uri="{FF2B5EF4-FFF2-40B4-BE49-F238E27FC236}">
                <a16:creationId xmlns:a16="http://schemas.microsoft.com/office/drawing/2014/main" id="{2350F8A3-53C4-290C-9D37-438F919B2ECA}"/>
              </a:ext>
            </a:extLst>
          </p:cNvPr>
          <p:cNvSpPr>
            <a:spLocks noGrp="1"/>
          </p:cNvSpPr>
          <p:nvPr>
            <p:ph type="body" sz="quarter" idx="11" hasCustomPrompt="1"/>
          </p:nvPr>
        </p:nvSpPr>
        <p:spPr>
          <a:xfrm>
            <a:off x="2333010" y="1852973"/>
            <a:ext cx="3354164" cy="461665"/>
          </a:xfrm>
          <a:prstGeom prst="rect">
            <a:avLst/>
          </a:prstGeom>
        </p:spPr>
        <p:txBody>
          <a:bodyPr wrap="square">
            <a:spAutoFit/>
          </a:bodyPr>
          <a:lstStyle>
            <a:lvl1pPr marL="0" indent="0">
              <a:lnSpc>
                <a:spcPct val="100000"/>
              </a:lnSpc>
              <a:buNone/>
              <a:defRPr sz="2400" b="0" i="0">
                <a:solidFill>
                  <a:schemeClr val="tx1"/>
                </a:solidFill>
                <a:latin typeface="Aptos" panose="020B0004020202020204" pitchFamily="34" charset="0"/>
                <a:ea typeface="Segoe UI Historic" panose="020B0502040204020203" pitchFamily="34" charset="0"/>
                <a:cs typeface="Segoe UI" panose="020B0502040204020203" pitchFamily="34" charset="0"/>
              </a:defRPr>
            </a:lvl1pPr>
          </a:lstStyle>
          <a:p>
            <a:pPr lvl="0"/>
            <a:r>
              <a:rPr lang="en-US"/>
              <a:t>Title</a:t>
            </a:r>
          </a:p>
        </p:txBody>
      </p:sp>
      <p:sp>
        <p:nvSpPr>
          <p:cNvPr id="33" name="Text Placeholder 9">
            <a:extLst>
              <a:ext uri="{FF2B5EF4-FFF2-40B4-BE49-F238E27FC236}">
                <a16:creationId xmlns:a16="http://schemas.microsoft.com/office/drawing/2014/main" id="{6FCBD3F8-2C92-E517-868F-FAF6C21594D8}"/>
              </a:ext>
            </a:extLst>
          </p:cNvPr>
          <p:cNvSpPr>
            <a:spLocks noGrp="1"/>
          </p:cNvSpPr>
          <p:nvPr>
            <p:ph type="body" sz="quarter" idx="22" hasCustomPrompt="1"/>
          </p:nvPr>
        </p:nvSpPr>
        <p:spPr>
          <a:xfrm>
            <a:off x="2333010" y="3093430"/>
            <a:ext cx="3366838" cy="461665"/>
          </a:xfrm>
          <a:prstGeom prst="rect">
            <a:avLst/>
          </a:prstGeom>
        </p:spPr>
        <p:txBody>
          <a:bodyPr wrap="square">
            <a:spAutoFit/>
          </a:bodyPr>
          <a:lstStyle>
            <a:lvl1pPr marL="0" indent="0">
              <a:lnSpc>
                <a:spcPct val="100000"/>
              </a:lnSpc>
              <a:buNone/>
              <a:defRPr sz="2400" b="0" i="0">
                <a:solidFill>
                  <a:schemeClr val="tx1"/>
                </a:solidFill>
                <a:latin typeface="Aptos" panose="020B0004020202020204" pitchFamily="34" charset="0"/>
                <a:ea typeface="Segoe UI Historic" panose="020B0502040204020203" pitchFamily="34" charset="0"/>
                <a:cs typeface="Segoe UI" panose="020B0502040204020203" pitchFamily="34" charset="0"/>
              </a:defRPr>
            </a:lvl1pPr>
          </a:lstStyle>
          <a:p>
            <a:pPr lvl="0"/>
            <a:r>
              <a:rPr lang="en-US"/>
              <a:t>Title</a:t>
            </a:r>
          </a:p>
        </p:txBody>
      </p:sp>
      <p:sp>
        <p:nvSpPr>
          <p:cNvPr id="34" name="Text Placeholder 9">
            <a:extLst>
              <a:ext uri="{FF2B5EF4-FFF2-40B4-BE49-F238E27FC236}">
                <a16:creationId xmlns:a16="http://schemas.microsoft.com/office/drawing/2014/main" id="{716D6438-5CD2-B320-76D4-66ADD5191FC5}"/>
              </a:ext>
            </a:extLst>
          </p:cNvPr>
          <p:cNvSpPr>
            <a:spLocks noGrp="1"/>
          </p:cNvSpPr>
          <p:nvPr>
            <p:ph type="body" sz="quarter" idx="29" hasCustomPrompt="1"/>
          </p:nvPr>
        </p:nvSpPr>
        <p:spPr>
          <a:xfrm>
            <a:off x="7839982" y="1852973"/>
            <a:ext cx="3366838" cy="461665"/>
          </a:xfrm>
          <a:prstGeom prst="rect">
            <a:avLst/>
          </a:prstGeom>
        </p:spPr>
        <p:txBody>
          <a:bodyPr wrap="square">
            <a:spAutoFit/>
          </a:bodyPr>
          <a:lstStyle>
            <a:lvl1pPr marL="0" indent="0">
              <a:lnSpc>
                <a:spcPct val="100000"/>
              </a:lnSpc>
              <a:buNone/>
              <a:defRPr sz="2400" b="0" i="0">
                <a:solidFill>
                  <a:schemeClr val="tx1"/>
                </a:solidFill>
                <a:latin typeface="Aptos" panose="020B0004020202020204" pitchFamily="34" charset="0"/>
                <a:ea typeface="Segoe UI Historic" panose="020B0502040204020203" pitchFamily="34" charset="0"/>
                <a:cs typeface="Segoe UI" panose="020B0502040204020203" pitchFamily="34" charset="0"/>
              </a:defRPr>
            </a:lvl1pPr>
          </a:lstStyle>
          <a:p>
            <a:pPr lvl="0"/>
            <a:r>
              <a:rPr lang="en-US"/>
              <a:t>Title</a:t>
            </a:r>
          </a:p>
        </p:txBody>
      </p:sp>
      <p:sp>
        <p:nvSpPr>
          <p:cNvPr id="35" name="Text Placeholder 9">
            <a:extLst>
              <a:ext uri="{FF2B5EF4-FFF2-40B4-BE49-F238E27FC236}">
                <a16:creationId xmlns:a16="http://schemas.microsoft.com/office/drawing/2014/main" id="{B603FD70-DD9C-5132-89F6-311F354AC2B9}"/>
              </a:ext>
            </a:extLst>
          </p:cNvPr>
          <p:cNvSpPr>
            <a:spLocks noGrp="1"/>
          </p:cNvSpPr>
          <p:nvPr>
            <p:ph type="body" sz="quarter" idx="31" hasCustomPrompt="1"/>
          </p:nvPr>
        </p:nvSpPr>
        <p:spPr>
          <a:xfrm>
            <a:off x="7850256" y="3093430"/>
            <a:ext cx="3366839" cy="461665"/>
          </a:xfrm>
          <a:prstGeom prst="rect">
            <a:avLst/>
          </a:prstGeom>
        </p:spPr>
        <p:txBody>
          <a:bodyPr wrap="square">
            <a:spAutoFit/>
          </a:bodyPr>
          <a:lstStyle>
            <a:lvl1pPr marL="0" indent="0">
              <a:lnSpc>
                <a:spcPct val="100000"/>
              </a:lnSpc>
              <a:buNone/>
              <a:defRPr sz="2400" b="0" i="0">
                <a:solidFill>
                  <a:schemeClr val="tx1"/>
                </a:solidFill>
                <a:latin typeface="Aptos" panose="020B0004020202020204" pitchFamily="34" charset="0"/>
                <a:ea typeface="Segoe UI Historic" panose="020B0502040204020203" pitchFamily="34" charset="0"/>
                <a:cs typeface="Segoe UI" panose="020B0502040204020203" pitchFamily="34" charset="0"/>
              </a:defRPr>
            </a:lvl1pPr>
          </a:lstStyle>
          <a:p>
            <a:pPr lvl="0"/>
            <a:r>
              <a:rPr lang="en-US"/>
              <a:t>Title</a:t>
            </a:r>
          </a:p>
        </p:txBody>
      </p:sp>
      <p:sp>
        <p:nvSpPr>
          <p:cNvPr id="36" name="Text Placeholder 2">
            <a:extLst>
              <a:ext uri="{FF2B5EF4-FFF2-40B4-BE49-F238E27FC236}">
                <a16:creationId xmlns:a16="http://schemas.microsoft.com/office/drawing/2014/main" id="{ECC4D25D-5B83-4D2C-1C4A-372254E8C288}"/>
              </a:ext>
            </a:extLst>
          </p:cNvPr>
          <p:cNvSpPr>
            <a:spLocks noGrp="1"/>
          </p:cNvSpPr>
          <p:nvPr>
            <p:ph type="body" sz="quarter" idx="19" hasCustomPrompt="1"/>
          </p:nvPr>
        </p:nvSpPr>
        <p:spPr>
          <a:xfrm>
            <a:off x="1015293" y="1604636"/>
            <a:ext cx="1294769" cy="1019894"/>
          </a:xfrm>
          <a:prstGeom prst="rect">
            <a:avLst/>
          </a:prstGeom>
          <a:solidFill>
            <a:srgbClr val="EC0000"/>
          </a:solidFill>
          <a:ln>
            <a:solidFill>
              <a:schemeClr val="bg1">
                <a:lumMod val="85000"/>
              </a:schemeClr>
            </a:solidFill>
          </a:ln>
        </p:spPr>
        <p:txBody>
          <a:bodyPr lIns="0" tIns="0" rIns="0" bIns="0" anchor="ctr" anchorCtr="0">
            <a:noAutofit/>
          </a:bodyPr>
          <a:lstStyle>
            <a:lvl1pPr marL="0" indent="0" algn="ctr">
              <a:spcBef>
                <a:spcPts val="0"/>
              </a:spcBef>
              <a:buNone/>
              <a:defRPr lang="en-US" sz="6600" b="0" i="0" kern="1200" dirty="0">
                <a:solidFill>
                  <a:schemeClr val="bg1"/>
                </a:solidFill>
                <a:latin typeface="Aptos Light" panose="020B0004020202020204" pitchFamily="34" charset="0"/>
                <a:ea typeface="Bally Thrill Cd XBold" panose="020B0504020203020203" pitchFamily="34" charset="0"/>
                <a:cs typeface="Bally Thrill Cd XBold"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01</a:t>
            </a:r>
          </a:p>
        </p:txBody>
      </p:sp>
      <p:sp>
        <p:nvSpPr>
          <p:cNvPr id="37" name="Text Placeholder 2">
            <a:extLst>
              <a:ext uri="{FF2B5EF4-FFF2-40B4-BE49-F238E27FC236}">
                <a16:creationId xmlns:a16="http://schemas.microsoft.com/office/drawing/2014/main" id="{5925A54D-5BF2-19B4-1559-C87B45F8FBF9}"/>
              </a:ext>
            </a:extLst>
          </p:cNvPr>
          <p:cNvSpPr>
            <a:spLocks noGrp="1"/>
          </p:cNvSpPr>
          <p:nvPr>
            <p:ph type="body" sz="quarter" idx="33" hasCustomPrompt="1"/>
          </p:nvPr>
        </p:nvSpPr>
        <p:spPr>
          <a:xfrm>
            <a:off x="1015293" y="2845093"/>
            <a:ext cx="1294769" cy="1019894"/>
          </a:xfrm>
          <a:prstGeom prst="rect">
            <a:avLst/>
          </a:prstGeom>
          <a:solidFill>
            <a:srgbClr val="EC0000"/>
          </a:solidFill>
          <a:ln>
            <a:solidFill>
              <a:schemeClr val="bg1">
                <a:lumMod val="85000"/>
              </a:schemeClr>
            </a:solidFill>
          </a:ln>
        </p:spPr>
        <p:txBody>
          <a:bodyPr anchor="ctr" anchorCtr="0">
            <a:noAutofit/>
          </a:bodyPr>
          <a:lstStyle>
            <a:lvl1pPr marL="0" indent="0" algn="l">
              <a:spcBef>
                <a:spcPts val="0"/>
              </a:spcBef>
              <a:buNone/>
              <a:defRPr lang="en-US" sz="6600" b="0" i="0" kern="1200" dirty="0">
                <a:solidFill>
                  <a:schemeClr val="bg1"/>
                </a:solidFill>
                <a:latin typeface="Aptos Light" panose="020B0004020202020204" pitchFamily="34" charset="0"/>
                <a:ea typeface="Bally Thrill Cd XBold" panose="020B0504020203020203" pitchFamily="34" charset="0"/>
                <a:cs typeface="Bally Thrill Cd XBold"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marL="0" lvl="0" indent="0" algn="ctr" defTabSz="914400" rtl="0" eaLnBrk="1" latinLnBrk="0" hangingPunct="1">
              <a:lnSpc>
                <a:spcPct val="90000"/>
              </a:lnSpc>
              <a:spcBef>
                <a:spcPts val="0"/>
              </a:spcBef>
              <a:buFont typeface="Arial" panose="020B0604020202020204" pitchFamily="34" charset="0"/>
              <a:buNone/>
            </a:pPr>
            <a:r>
              <a:rPr lang="en-US"/>
              <a:t>02</a:t>
            </a:r>
          </a:p>
        </p:txBody>
      </p:sp>
      <p:sp>
        <p:nvSpPr>
          <p:cNvPr id="38" name="Text Placeholder 2">
            <a:extLst>
              <a:ext uri="{FF2B5EF4-FFF2-40B4-BE49-F238E27FC236}">
                <a16:creationId xmlns:a16="http://schemas.microsoft.com/office/drawing/2014/main" id="{4441F159-4141-CB50-1D69-0E706719402C}"/>
              </a:ext>
            </a:extLst>
          </p:cNvPr>
          <p:cNvSpPr>
            <a:spLocks noGrp="1"/>
          </p:cNvSpPr>
          <p:nvPr>
            <p:ph type="body" sz="quarter" idx="34" hasCustomPrompt="1"/>
          </p:nvPr>
        </p:nvSpPr>
        <p:spPr>
          <a:xfrm>
            <a:off x="6514391" y="1604636"/>
            <a:ext cx="1294769" cy="1019894"/>
          </a:xfrm>
          <a:prstGeom prst="rect">
            <a:avLst/>
          </a:prstGeom>
          <a:solidFill>
            <a:srgbClr val="EC0000"/>
          </a:solidFill>
          <a:ln>
            <a:solidFill>
              <a:schemeClr val="bg1">
                <a:lumMod val="85000"/>
              </a:schemeClr>
            </a:solidFill>
          </a:ln>
        </p:spPr>
        <p:txBody>
          <a:bodyPr anchor="ctr" anchorCtr="0">
            <a:noAutofit/>
          </a:bodyPr>
          <a:lstStyle>
            <a:lvl1pPr marL="0" indent="0" algn="l">
              <a:spcBef>
                <a:spcPts val="0"/>
              </a:spcBef>
              <a:buNone/>
              <a:defRPr lang="en-US" sz="6600" b="0" i="0" kern="1200" dirty="0">
                <a:solidFill>
                  <a:schemeClr val="bg1"/>
                </a:solidFill>
                <a:latin typeface="Aptos Light" panose="020B0004020202020204" pitchFamily="34" charset="0"/>
                <a:ea typeface="Bally Thrill Cd XBold" panose="020B0504020203020203" pitchFamily="34" charset="0"/>
                <a:cs typeface="Bally Thrill Cd XBold"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marL="0" lvl="0" indent="0" algn="ctr" defTabSz="914400" rtl="0" eaLnBrk="1" latinLnBrk="0" hangingPunct="1">
              <a:lnSpc>
                <a:spcPct val="90000"/>
              </a:lnSpc>
              <a:spcBef>
                <a:spcPts val="0"/>
              </a:spcBef>
              <a:buFont typeface="Arial" panose="020B0604020202020204" pitchFamily="34" charset="0"/>
              <a:buNone/>
            </a:pPr>
            <a:r>
              <a:rPr lang="en-US"/>
              <a:t>04</a:t>
            </a:r>
          </a:p>
        </p:txBody>
      </p:sp>
      <p:sp>
        <p:nvSpPr>
          <p:cNvPr id="39" name="Text Placeholder 2">
            <a:extLst>
              <a:ext uri="{FF2B5EF4-FFF2-40B4-BE49-F238E27FC236}">
                <a16:creationId xmlns:a16="http://schemas.microsoft.com/office/drawing/2014/main" id="{75D35680-9F88-C535-25C0-93B3EEAA282B}"/>
              </a:ext>
            </a:extLst>
          </p:cNvPr>
          <p:cNvSpPr>
            <a:spLocks noGrp="1"/>
          </p:cNvSpPr>
          <p:nvPr>
            <p:ph type="body" sz="quarter" idx="35" hasCustomPrompt="1"/>
          </p:nvPr>
        </p:nvSpPr>
        <p:spPr>
          <a:xfrm>
            <a:off x="6527067" y="2845093"/>
            <a:ext cx="1294769" cy="1019894"/>
          </a:xfrm>
          <a:prstGeom prst="rect">
            <a:avLst/>
          </a:prstGeom>
          <a:solidFill>
            <a:srgbClr val="EC0000"/>
          </a:solidFill>
          <a:ln>
            <a:solidFill>
              <a:schemeClr val="bg1">
                <a:lumMod val="85000"/>
              </a:schemeClr>
            </a:solidFill>
          </a:ln>
        </p:spPr>
        <p:txBody>
          <a:bodyPr anchor="ctr" anchorCtr="0">
            <a:noAutofit/>
          </a:bodyPr>
          <a:lstStyle>
            <a:lvl1pPr marL="0" indent="0" algn="l">
              <a:spcBef>
                <a:spcPts val="0"/>
              </a:spcBef>
              <a:buNone/>
              <a:defRPr lang="en-US" sz="6600" b="0" i="0" kern="1200" dirty="0">
                <a:solidFill>
                  <a:schemeClr val="bg1"/>
                </a:solidFill>
                <a:latin typeface="Aptos Light" panose="020B0004020202020204" pitchFamily="34" charset="0"/>
                <a:ea typeface="Bally Thrill Cd XBold" panose="020B0504020203020203" pitchFamily="34" charset="0"/>
                <a:cs typeface="Bally Thrill Cd XBold"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marL="0" lvl="0" indent="0" algn="ctr" defTabSz="914400" rtl="0" eaLnBrk="1" latinLnBrk="0" hangingPunct="1">
              <a:lnSpc>
                <a:spcPct val="90000"/>
              </a:lnSpc>
              <a:spcBef>
                <a:spcPts val="0"/>
              </a:spcBef>
              <a:buFont typeface="Arial" panose="020B0604020202020204" pitchFamily="34" charset="0"/>
              <a:buNone/>
            </a:pPr>
            <a:r>
              <a:rPr lang="en-US"/>
              <a:t>05</a:t>
            </a:r>
          </a:p>
        </p:txBody>
      </p:sp>
      <p:pic>
        <p:nvPicPr>
          <p:cNvPr id="40" name="Picture 39">
            <a:extLst>
              <a:ext uri="{FF2B5EF4-FFF2-40B4-BE49-F238E27FC236}">
                <a16:creationId xmlns:a16="http://schemas.microsoft.com/office/drawing/2014/main" id="{35F8932D-7D6C-249A-FCB2-3B49662548EC}"/>
              </a:ext>
            </a:extLst>
          </p:cNvPr>
          <p:cNvPicPr>
            <a:picLocks noChangeAspect="1"/>
          </p:cNvPicPr>
          <p:nvPr userDrawn="1"/>
        </p:nvPicPr>
        <p:blipFill>
          <a:blip r:embed="rId2"/>
          <a:srcRect/>
          <a:stretch/>
        </p:blipFill>
        <p:spPr>
          <a:xfrm>
            <a:off x="10053920" y="371063"/>
            <a:ext cx="1708502" cy="918141"/>
          </a:xfrm>
          <a:prstGeom prst="rect">
            <a:avLst/>
          </a:prstGeom>
        </p:spPr>
      </p:pic>
      <p:sp>
        <p:nvSpPr>
          <p:cNvPr id="41" name="Text Placeholder 9">
            <a:extLst>
              <a:ext uri="{FF2B5EF4-FFF2-40B4-BE49-F238E27FC236}">
                <a16:creationId xmlns:a16="http://schemas.microsoft.com/office/drawing/2014/main" id="{2E96C21B-FB1F-5E2E-A775-980F7D8F0A00}"/>
              </a:ext>
            </a:extLst>
          </p:cNvPr>
          <p:cNvSpPr>
            <a:spLocks noGrp="1"/>
          </p:cNvSpPr>
          <p:nvPr>
            <p:ph type="body" sz="quarter" idx="36" hasCustomPrompt="1"/>
          </p:nvPr>
        </p:nvSpPr>
        <p:spPr>
          <a:xfrm>
            <a:off x="2322735" y="4333887"/>
            <a:ext cx="3366838" cy="461665"/>
          </a:xfrm>
          <a:prstGeom prst="rect">
            <a:avLst/>
          </a:prstGeom>
        </p:spPr>
        <p:txBody>
          <a:bodyPr wrap="square">
            <a:spAutoFit/>
          </a:bodyPr>
          <a:lstStyle>
            <a:lvl1pPr marL="0" indent="0">
              <a:lnSpc>
                <a:spcPct val="100000"/>
              </a:lnSpc>
              <a:buNone/>
              <a:defRPr sz="2400" b="0" i="0">
                <a:solidFill>
                  <a:schemeClr val="tx1"/>
                </a:solidFill>
                <a:latin typeface="Aptos" panose="020B0004020202020204" pitchFamily="34" charset="0"/>
                <a:ea typeface="Segoe UI Historic" panose="020B0502040204020203" pitchFamily="34" charset="0"/>
                <a:cs typeface="Segoe UI" panose="020B0502040204020203" pitchFamily="34" charset="0"/>
              </a:defRPr>
            </a:lvl1pPr>
          </a:lstStyle>
          <a:p>
            <a:pPr lvl="0"/>
            <a:r>
              <a:rPr lang="en-US"/>
              <a:t>Title</a:t>
            </a:r>
          </a:p>
        </p:txBody>
      </p:sp>
      <p:sp>
        <p:nvSpPr>
          <p:cNvPr id="42" name="Text Placeholder 9">
            <a:extLst>
              <a:ext uri="{FF2B5EF4-FFF2-40B4-BE49-F238E27FC236}">
                <a16:creationId xmlns:a16="http://schemas.microsoft.com/office/drawing/2014/main" id="{E1589DCC-3724-2DDB-7710-80B8B41E6EF9}"/>
              </a:ext>
            </a:extLst>
          </p:cNvPr>
          <p:cNvSpPr>
            <a:spLocks noGrp="1"/>
          </p:cNvSpPr>
          <p:nvPr>
            <p:ph type="body" sz="quarter" idx="37" hasCustomPrompt="1"/>
          </p:nvPr>
        </p:nvSpPr>
        <p:spPr>
          <a:xfrm>
            <a:off x="7839981" y="4333887"/>
            <a:ext cx="3366839" cy="461665"/>
          </a:xfrm>
          <a:prstGeom prst="rect">
            <a:avLst/>
          </a:prstGeom>
        </p:spPr>
        <p:txBody>
          <a:bodyPr wrap="square">
            <a:spAutoFit/>
          </a:bodyPr>
          <a:lstStyle>
            <a:lvl1pPr marL="0" indent="0">
              <a:lnSpc>
                <a:spcPct val="100000"/>
              </a:lnSpc>
              <a:buNone/>
              <a:defRPr sz="2400" b="0" i="0">
                <a:solidFill>
                  <a:schemeClr val="tx1"/>
                </a:solidFill>
                <a:latin typeface="Aptos" panose="020B0004020202020204" pitchFamily="34" charset="0"/>
                <a:ea typeface="Segoe UI Historic" panose="020B0502040204020203" pitchFamily="34" charset="0"/>
                <a:cs typeface="Segoe UI" panose="020B0502040204020203" pitchFamily="34" charset="0"/>
              </a:defRPr>
            </a:lvl1pPr>
          </a:lstStyle>
          <a:p>
            <a:pPr lvl="0"/>
            <a:r>
              <a:rPr lang="en-US"/>
              <a:t>Title</a:t>
            </a:r>
          </a:p>
        </p:txBody>
      </p:sp>
      <p:sp>
        <p:nvSpPr>
          <p:cNvPr id="43" name="Text Placeholder 2">
            <a:extLst>
              <a:ext uri="{FF2B5EF4-FFF2-40B4-BE49-F238E27FC236}">
                <a16:creationId xmlns:a16="http://schemas.microsoft.com/office/drawing/2014/main" id="{C03F304E-7620-AF9B-4CAD-C5AE3A4D8F5A}"/>
              </a:ext>
            </a:extLst>
          </p:cNvPr>
          <p:cNvSpPr>
            <a:spLocks noGrp="1"/>
          </p:cNvSpPr>
          <p:nvPr>
            <p:ph type="body" sz="quarter" idx="38" hasCustomPrompt="1"/>
          </p:nvPr>
        </p:nvSpPr>
        <p:spPr>
          <a:xfrm>
            <a:off x="1005018" y="4085550"/>
            <a:ext cx="1294769" cy="1019894"/>
          </a:xfrm>
          <a:prstGeom prst="rect">
            <a:avLst/>
          </a:prstGeom>
          <a:solidFill>
            <a:srgbClr val="EC0000"/>
          </a:solidFill>
          <a:ln>
            <a:solidFill>
              <a:schemeClr val="bg1">
                <a:lumMod val="85000"/>
              </a:schemeClr>
            </a:solidFill>
          </a:ln>
        </p:spPr>
        <p:txBody>
          <a:bodyPr anchor="ctr" anchorCtr="0">
            <a:noAutofit/>
          </a:bodyPr>
          <a:lstStyle>
            <a:lvl1pPr marL="0" indent="0" algn="l">
              <a:spcBef>
                <a:spcPts val="0"/>
              </a:spcBef>
              <a:buNone/>
              <a:defRPr lang="en-US" sz="6600" b="0" i="0" kern="1200" dirty="0">
                <a:solidFill>
                  <a:schemeClr val="bg1"/>
                </a:solidFill>
                <a:latin typeface="Aptos Light" panose="020B0004020202020204" pitchFamily="34" charset="0"/>
                <a:ea typeface="Bally Thrill Cd XBold" panose="020B0504020203020203" pitchFamily="34" charset="0"/>
                <a:cs typeface="Bally Thrill Cd XBold"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marL="0" lvl="0" indent="0" algn="ctr" defTabSz="914400" rtl="0" eaLnBrk="1" latinLnBrk="0" hangingPunct="1">
              <a:lnSpc>
                <a:spcPct val="90000"/>
              </a:lnSpc>
              <a:spcBef>
                <a:spcPts val="0"/>
              </a:spcBef>
              <a:buFont typeface="Arial" panose="020B0604020202020204" pitchFamily="34" charset="0"/>
              <a:buNone/>
            </a:pPr>
            <a:r>
              <a:rPr lang="en-US"/>
              <a:t>03</a:t>
            </a:r>
          </a:p>
        </p:txBody>
      </p:sp>
      <p:sp>
        <p:nvSpPr>
          <p:cNvPr id="44" name="Text Placeholder 2">
            <a:extLst>
              <a:ext uri="{FF2B5EF4-FFF2-40B4-BE49-F238E27FC236}">
                <a16:creationId xmlns:a16="http://schemas.microsoft.com/office/drawing/2014/main" id="{30EE130A-FED5-8443-31C1-BA6EF4583D5D}"/>
              </a:ext>
            </a:extLst>
          </p:cNvPr>
          <p:cNvSpPr>
            <a:spLocks noGrp="1"/>
          </p:cNvSpPr>
          <p:nvPr>
            <p:ph type="body" sz="quarter" idx="39" hasCustomPrompt="1"/>
          </p:nvPr>
        </p:nvSpPr>
        <p:spPr>
          <a:xfrm>
            <a:off x="6516792" y="4085550"/>
            <a:ext cx="1294769" cy="1019894"/>
          </a:xfrm>
          <a:prstGeom prst="rect">
            <a:avLst/>
          </a:prstGeom>
          <a:solidFill>
            <a:srgbClr val="EC0000"/>
          </a:solidFill>
          <a:ln>
            <a:solidFill>
              <a:schemeClr val="bg1">
                <a:lumMod val="85000"/>
              </a:schemeClr>
            </a:solidFill>
          </a:ln>
        </p:spPr>
        <p:txBody>
          <a:bodyPr anchor="ctr" anchorCtr="0">
            <a:noAutofit/>
          </a:bodyPr>
          <a:lstStyle>
            <a:lvl1pPr marL="0" indent="0" algn="l">
              <a:spcBef>
                <a:spcPts val="0"/>
              </a:spcBef>
              <a:buNone/>
              <a:defRPr lang="en-US" sz="6600" b="0" i="0" kern="1200" dirty="0">
                <a:solidFill>
                  <a:schemeClr val="bg1"/>
                </a:solidFill>
                <a:latin typeface="Aptos Light" panose="020B0004020202020204" pitchFamily="34" charset="0"/>
                <a:ea typeface="Bally Thrill Cd XBold" panose="020B0504020203020203" pitchFamily="34" charset="0"/>
                <a:cs typeface="Bally Thrill Cd XBold" panose="020B0504020203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marL="0" lvl="0" indent="0" algn="ctr" defTabSz="914400" rtl="0" eaLnBrk="1" latinLnBrk="0" hangingPunct="1">
              <a:lnSpc>
                <a:spcPct val="90000"/>
              </a:lnSpc>
              <a:spcBef>
                <a:spcPts val="0"/>
              </a:spcBef>
              <a:buFont typeface="Arial" panose="020B0604020202020204" pitchFamily="34" charset="0"/>
              <a:buNone/>
            </a:pPr>
            <a:r>
              <a:rPr lang="en-US"/>
              <a:t>06</a:t>
            </a:r>
          </a:p>
        </p:txBody>
      </p:sp>
      <p:pic>
        <p:nvPicPr>
          <p:cNvPr id="47" name="Picture 46">
            <a:extLst>
              <a:ext uri="{FF2B5EF4-FFF2-40B4-BE49-F238E27FC236}">
                <a16:creationId xmlns:a16="http://schemas.microsoft.com/office/drawing/2014/main" id="{1886F026-E16C-2E9C-FD87-DEADD8F23205}"/>
              </a:ext>
            </a:extLst>
          </p:cNvPr>
          <p:cNvPicPr>
            <a:picLocks noChangeAspect="1"/>
          </p:cNvPicPr>
          <p:nvPr userDrawn="1"/>
        </p:nvPicPr>
        <p:blipFill>
          <a:blip r:embed="rId3"/>
          <a:stretch>
            <a:fillRect/>
          </a:stretch>
        </p:blipFill>
        <p:spPr>
          <a:xfrm>
            <a:off x="1285" y="6396335"/>
            <a:ext cx="12189431" cy="461665"/>
          </a:xfrm>
          <a:prstGeom prst="rect">
            <a:avLst/>
          </a:prstGeom>
        </p:spPr>
      </p:pic>
    </p:spTree>
    <p:extLst>
      <p:ext uri="{BB962C8B-B14F-4D97-AF65-F5344CB8AC3E}">
        <p14:creationId xmlns:p14="http://schemas.microsoft.com/office/powerpoint/2010/main" val="3055570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tandard Content White_1">
    <p:spTree>
      <p:nvGrpSpPr>
        <p:cNvPr id="1" name=""/>
        <p:cNvGrpSpPr/>
        <p:nvPr/>
      </p:nvGrpSpPr>
      <p:grpSpPr>
        <a:xfrm>
          <a:off x="0" y="0"/>
          <a:ext cx="0" cy="0"/>
          <a:chOff x="0" y="0"/>
          <a:chExt cx="0" cy="0"/>
        </a:xfrm>
      </p:grpSpPr>
      <p:sp>
        <p:nvSpPr>
          <p:cNvPr id="10" name="Text Placeholder 17">
            <a:extLst>
              <a:ext uri="{FF2B5EF4-FFF2-40B4-BE49-F238E27FC236}">
                <a16:creationId xmlns:a16="http://schemas.microsoft.com/office/drawing/2014/main" id="{5A5B0E80-BFE3-41EF-9813-554539F8A626}"/>
              </a:ext>
            </a:extLst>
          </p:cNvPr>
          <p:cNvSpPr>
            <a:spLocks noGrp="1"/>
          </p:cNvSpPr>
          <p:nvPr>
            <p:ph idx="1" hasCustomPrompt="1"/>
          </p:nvPr>
        </p:nvSpPr>
        <p:spPr>
          <a:xfrm>
            <a:off x="382655" y="1349259"/>
            <a:ext cx="11341100" cy="3556319"/>
          </a:xfrm>
          <a:prstGeom prst="rect">
            <a:avLst/>
          </a:prstGeom>
        </p:spPr>
        <p:txBody>
          <a:bodyPr vert="horz" lIns="91440" tIns="45720" rIns="91440" bIns="45720" rtlCol="0">
            <a:normAutofit/>
          </a:bodyPr>
          <a:lstStyle>
            <a:lvl1pPr>
              <a:buClr>
                <a:srgbClr val="FF0000"/>
              </a:buClr>
              <a:buSzPct val="101000"/>
              <a:buFont typeface="Arial" panose="020B0604020202020204" pitchFamily="34" charset="0"/>
              <a:buChar char="•"/>
              <a:defRPr sz="1800" b="0" i="0">
                <a:solidFill>
                  <a:schemeClr val="tx1"/>
                </a:solidFill>
                <a:latin typeface="Aptos" panose="020B0004020202020204" pitchFamily="34" charset="0"/>
              </a:defRPr>
            </a:lvl1pPr>
            <a:lvl2pPr>
              <a:buClr>
                <a:srgbClr val="FF0000"/>
              </a:buClr>
              <a:buSzPct val="101000"/>
              <a:buFont typeface="Arial" panose="020B0604020202020204" pitchFamily="34" charset="0"/>
              <a:buChar char="•"/>
              <a:defRPr sz="1600" b="0" i="0">
                <a:solidFill>
                  <a:schemeClr val="tx1"/>
                </a:solidFill>
                <a:latin typeface="Aptos" panose="020B0004020202020204" pitchFamily="34" charset="0"/>
              </a:defRPr>
            </a:lvl2pPr>
            <a:lvl3pPr>
              <a:buClr>
                <a:srgbClr val="FF0000"/>
              </a:buClr>
              <a:buSzPct val="101000"/>
              <a:buFont typeface="Arial" panose="020B0604020202020204" pitchFamily="34" charset="0"/>
              <a:buChar char="•"/>
              <a:defRPr sz="1400" b="0" i="0">
                <a:solidFill>
                  <a:schemeClr val="tx1"/>
                </a:solidFill>
                <a:latin typeface="Aptos" panose="020B0004020202020204" pitchFamily="34" charset="0"/>
              </a:defRPr>
            </a:lvl3pPr>
            <a:lvl4pPr>
              <a:buClr>
                <a:srgbClr val="FF0000"/>
              </a:buClr>
              <a:buSzPct val="101000"/>
              <a:buFont typeface="Arial" panose="020B0604020202020204" pitchFamily="34" charset="0"/>
              <a:buChar char="•"/>
              <a:defRPr sz="1200" b="0" i="0">
                <a:solidFill>
                  <a:schemeClr val="tx1"/>
                </a:solidFill>
                <a:latin typeface="Aptos" panose="020B0004020202020204" pitchFamily="34" charset="0"/>
              </a:defRPr>
            </a:lvl4pPr>
            <a:lvl5pPr>
              <a:buClr>
                <a:srgbClr val="FF0000"/>
              </a:buClr>
              <a:buSzPct val="101000"/>
              <a:buFont typeface="Arial" panose="020B0604020202020204" pitchFamily="34" charset="0"/>
              <a:buChar char="•"/>
              <a:defRPr sz="1050" b="0" i="0">
                <a:solidFill>
                  <a:schemeClr val="tx1"/>
                </a:solidFill>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4">
            <a:extLst>
              <a:ext uri="{FF2B5EF4-FFF2-40B4-BE49-F238E27FC236}">
                <a16:creationId xmlns:a16="http://schemas.microsoft.com/office/drawing/2014/main" id="{5672CD30-69A0-47A7-A9CD-54E8DFB31460}"/>
              </a:ext>
            </a:extLst>
          </p:cNvPr>
          <p:cNvSpPr>
            <a:spLocks noGrp="1"/>
          </p:cNvSpPr>
          <p:nvPr>
            <p:ph type="body" sz="quarter" idx="13" hasCustomPrompt="1"/>
          </p:nvPr>
        </p:nvSpPr>
        <p:spPr>
          <a:xfrm>
            <a:off x="382655" y="763450"/>
            <a:ext cx="10061825" cy="407988"/>
          </a:xfrm>
          <a:prstGeom prst="rect">
            <a:avLst/>
          </a:prstGeom>
        </p:spPr>
        <p:txBody>
          <a:bodyPr>
            <a:noAutofit/>
          </a:bodyPr>
          <a:lstStyle>
            <a:lvl1pPr marL="0" indent="0" algn="l">
              <a:buNone/>
              <a:defRPr lang="en-US" sz="2400" b="0" i="0" dirty="0">
                <a:solidFill>
                  <a:srgbClr val="FF0000"/>
                </a:solidFill>
                <a:latin typeface="Aptos" panose="020B0004020202020204"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2" name="Text Placeholder 2">
            <a:extLst>
              <a:ext uri="{FF2B5EF4-FFF2-40B4-BE49-F238E27FC236}">
                <a16:creationId xmlns:a16="http://schemas.microsoft.com/office/drawing/2014/main" id="{71CABD51-42A0-4E66-A5F8-F51E28850E7B}"/>
              </a:ext>
            </a:extLst>
          </p:cNvPr>
          <p:cNvSpPr>
            <a:spLocks noGrp="1"/>
          </p:cNvSpPr>
          <p:nvPr>
            <p:ph type="body" sz="quarter" idx="18"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5" name="Rectangle 4">
            <a:extLst>
              <a:ext uri="{FF2B5EF4-FFF2-40B4-BE49-F238E27FC236}">
                <a16:creationId xmlns:a16="http://schemas.microsoft.com/office/drawing/2014/main" id="{3CE50643-C292-8721-C8AE-CD96D0F29F71}"/>
              </a:ext>
            </a:extLst>
          </p:cNvPr>
          <p:cNvSpPr/>
          <p:nvPr userDrawn="1"/>
        </p:nvSpPr>
        <p:spPr>
          <a:xfrm>
            <a:off x="0" y="0"/>
            <a:ext cx="182880" cy="685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pic>
        <p:nvPicPr>
          <p:cNvPr id="4" name="Picture 3">
            <a:extLst>
              <a:ext uri="{FF2B5EF4-FFF2-40B4-BE49-F238E27FC236}">
                <a16:creationId xmlns:a16="http://schemas.microsoft.com/office/drawing/2014/main" id="{DDDEE5F8-1333-54E4-4549-5E1EDA293988}"/>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2" name="Rectangle 1">
            <a:extLst>
              <a:ext uri="{FF2B5EF4-FFF2-40B4-BE49-F238E27FC236}">
                <a16:creationId xmlns:a16="http://schemas.microsoft.com/office/drawing/2014/main" id="{5E2E248F-EBF1-383E-2C19-8E1468435BD6}"/>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A8F38DF8-9D55-5C7B-473B-04D521101E18}"/>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15350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Content White_2">
    <p:spTree>
      <p:nvGrpSpPr>
        <p:cNvPr id="1" name=""/>
        <p:cNvGrpSpPr/>
        <p:nvPr/>
      </p:nvGrpSpPr>
      <p:grpSpPr>
        <a:xfrm>
          <a:off x="0" y="0"/>
          <a:ext cx="0" cy="0"/>
          <a:chOff x="0" y="0"/>
          <a:chExt cx="0" cy="0"/>
        </a:xfrm>
      </p:grpSpPr>
      <p:pic>
        <p:nvPicPr>
          <p:cNvPr id="21" name="Picture 20" descr="A black and red background&#10;&#10;AI-generated content may be incorrect.">
            <a:extLst>
              <a:ext uri="{FF2B5EF4-FFF2-40B4-BE49-F238E27FC236}">
                <a16:creationId xmlns:a16="http://schemas.microsoft.com/office/drawing/2014/main" id="{83F24BA0-857F-B7A7-09A1-51371E7E283C}"/>
              </a:ext>
            </a:extLst>
          </p:cNvPr>
          <p:cNvPicPr>
            <a:picLocks noChangeAspect="1"/>
          </p:cNvPicPr>
          <p:nvPr userDrawn="1"/>
        </p:nvPicPr>
        <p:blipFill>
          <a:blip r:embed="rId2"/>
          <a:stretch>
            <a:fillRect/>
          </a:stretch>
        </p:blipFill>
        <p:spPr>
          <a:xfrm flipH="1">
            <a:off x="0" y="4921706"/>
            <a:ext cx="3867397" cy="1936294"/>
          </a:xfrm>
          <a:prstGeom prst="rect">
            <a:avLst/>
          </a:prstGeom>
        </p:spPr>
      </p:pic>
      <p:sp>
        <p:nvSpPr>
          <p:cNvPr id="10" name="Text Placeholder 17">
            <a:extLst>
              <a:ext uri="{FF2B5EF4-FFF2-40B4-BE49-F238E27FC236}">
                <a16:creationId xmlns:a16="http://schemas.microsoft.com/office/drawing/2014/main" id="{5A5B0E80-BFE3-41EF-9813-554539F8A626}"/>
              </a:ext>
            </a:extLst>
          </p:cNvPr>
          <p:cNvSpPr>
            <a:spLocks noGrp="1"/>
          </p:cNvSpPr>
          <p:nvPr>
            <p:ph idx="1" hasCustomPrompt="1"/>
          </p:nvPr>
        </p:nvSpPr>
        <p:spPr>
          <a:xfrm>
            <a:off x="382655" y="1349259"/>
            <a:ext cx="11341100" cy="3556319"/>
          </a:xfrm>
          <a:prstGeom prst="rect">
            <a:avLst/>
          </a:prstGeom>
        </p:spPr>
        <p:txBody>
          <a:bodyPr vert="horz" lIns="91440" tIns="45720" rIns="91440" bIns="45720" rtlCol="0">
            <a:normAutofit/>
          </a:bodyPr>
          <a:lstStyle>
            <a:lvl1pPr>
              <a:buClr>
                <a:srgbClr val="FF0000"/>
              </a:buClr>
              <a:buSzPct val="101000"/>
              <a:buFont typeface="Arial" panose="020B0604020202020204" pitchFamily="34" charset="0"/>
              <a:buChar char="•"/>
              <a:defRPr sz="1800" b="0" i="0">
                <a:solidFill>
                  <a:schemeClr val="tx1"/>
                </a:solidFill>
                <a:latin typeface="Aptos" panose="020B0004020202020204" pitchFamily="34" charset="0"/>
              </a:defRPr>
            </a:lvl1pPr>
            <a:lvl2pPr>
              <a:buClr>
                <a:srgbClr val="FF0000"/>
              </a:buClr>
              <a:buSzPct val="101000"/>
              <a:buFont typeface="Arial" panose="020B0604020202020204" pitchFamily="34" charset="0"/>
              <a:buChar char="•"/>
              <a:defRPr sz="1600" b="0" i="0">
                <a:solidFill>
                  <a:schemeClr val="tx1"/>
                </a:solidFill>
                <a:latin typeface="Aptos" panose="020B0004020202020204" pitchFamily="34" charset="0"/>
              </a:defRPr>
            </a:lvl2pPr>
            <a:lvl3pPr>
              <a:buClr>
                <a:srgbClr val="FF0000"/>
              </a:buClr>
              <a:buSzPct val="101000"/>
              <a:buFont typeface="Arial" panose="020B0604020202020204" pitchFamily="34" charset="0"/>
              <a:buChar char="•"/>
              <a:defRPr sz="1400" b="0" i="0">
                <a:solidFill>
                  <a:schemeClr val="tx1"/>
                </a:solidFill>
                <a:latin typeface="Aptos" panose="020B0004020202020204" pitchFamily="34" charset="0"/>
              </a:defRPr>
            </a:lvl3pPr>
            <a:lvl4pPr>
              <a:buClr>
                <a:srgbClr val="FF0000"/>
              </a:buClr>
              <a:buSzPct val="101000"/>
              <a:buFont typeface="Arial" panose="020B0604020202020204" pitchFamily="34" charset="0"/>
              <a:buChar char="•"/>
              <a:defRPr sz="1200" b="0" i="0">
                <a:solidFill>
                  <a:schemeClr val="tx1"/>
                </a:solidFill>
                <a:latin typeface="Aptos" panose="020B0004020202020204" pitchFamily="34" charset="0"/>
              </a:defRPr>
            </a:lvl4pPr>
            <a:lvl5pPr>
              <a:buClr>
                <a:srgbClr val="FF0000"/>
              </a:buClr>
              <a:buSzPct val="101000"/>
              <a:buFont typeface="Arial" panose="020B0604020202020204" pitchFamily="34" charset="0"/>
              <a:buChar char="•"/>
              <a:defRPr sz="1050" b="0" i="0">
                <a:solidFill>
                  <a:schemeClr val="tx1"/>
                </a:solidFill>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4">
            <a:extLst>
              <a:ext uri="{FF2B5EF4-FFF2-40B4-BE49-F238E27FC236}">
                <a16:creationId xmlns:a16="http://schemas.microsoft.com/office/drawing/2014/main" id="{5672CD30-69A0-47A7-A9CD-54E8DFB31460}"/>
              </a:ext>
            </a:extLst>
          </p:cNvPr>
          <p:cNvSpPr>
            <a:spLocks noGrp="1"/>
          </p:cNvSpPr>
          <p:nvPr>
            <p:ph type="body" sz="quarter" idx="13" hasCustomPrompt="1"/>
          </p:nvPr>
        </p:nvSpPr>
        <p:spPr>
          <a:xfrm>
            <a:off x="382655" y="763450"/>
            <a:ext cx="10061825" cy="407988"/>
          </a:xfrm>
          <a:prstGeom prst="rect">
            <a:avLst/>
          </a:prstGeom>
        </p:spPr>
        <p:txBody>
          <a:bodyPr>
            <a:noAutofit/>
          </a:bodyPr>
          <a:lstStyle>
            <a:lvl1pPr marL="0" indent="0" algn="l">
              <a:buNone/>
              <a:defRPr lang="en-US" sz="2400" b="0" i="0" dirty="0">
                <a:solidFill>
                  <a:srgbClr val="FF0000"/>
                </a:solidFill>
                <a:latin typeface="Aptos" panose="020B0004020202020204"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2" name="Text Placeholder 2">
            <a:extLst>
              <a:ext uri="{FF2B5EF4-FFF2-40B4-BE49-F238E27FC236}">
                <a16:creationId xmlns:a16="http://schemas.microsoft.com/office/drawing/2014/main" id="{71CABD51-42A0-4E66-A5F8-F51E28850E7B}"/>
              </a:ext>
            </a:extLst>
          </p:cNvPr>
          <p:cNvSpPr>
            <a:spLocks noGrp="1"/>
          </p:cNvSpPr>
          <p:nvPr>
            <p:ph type="body" sz="quarter" idx="18"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pic>
        <p:nvPicPr>
          <p:cNvPr id="4" name="Picture 3">
            <a:extLst>
              <a:ext uri="{FF2B5EF4-FFF2-40B4-BE49-F238E27FC236}">
                <a16:creationId xmlns:a16="http://schemas.microsoft.com/office/drawing/2014/main" id="{DDDEE5F8-1333-54E4-4549-5E1EDA293988}"/>
              </a:ext>
            </a:extLst>
          </p:cNvPr>
          <p:cNvPicPr>
            <a:picLocks noChangeAspect="1"/>
          </p:cNvPicPr>
          <p:nvPr userDrawn="1"/>
        </p:nvPicPr>
        <p:blipFill>
          <a:blip r:embed="rId3"/>
          <a:srcRect/>
          <a:stretch/>
        </p:blipFill>
        <p:spPr>
          <a:xfrm>
            <a:off x="10588696" y="287197"/>
            <a:ext cx="1318690" cy="708658"/>
          </a:xfrm>
          <a:prstGeom prst="rect">
            <a:avLst/>
          </a:prstGeom>
        </p:spPr>
      </p:pic>
      <p:sp>
        <p:nvSpPr>
          <p:cNvPr id="2" name="Rectangle 1">
            <a:extLst>
              <a:ext uri="{FF2B5EF4-FFF2-40B4-BE49-F238E27FC236}">
                <a16:creationId xmlns:a16="http://schemas.microsoft.com/office/drawing/2014/main" id="{0B55829A-00EF-239F-915D-003F0E43A9EF}"/>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FE2911C8-EAFE-2197-3158-28BAE4D1F966}"/>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906658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tandard Content White_with photo">
    <p:spTree>
      <p:nvGrpSpPr>
        <p:cNvPr id="1" name=""/>
        <p:cNvGrpSpPr/>
        <p:nvPr/>
      </p:nvGrpSpPr>
      <p:grpSpPr>
        <a:xfrm>
          <a:off x="0" y="0"/>
          <a:ext cx="0" cy="0"/>
          <a:chOff x="0" y="0"/>
          <a:chExt cx="0" cy="0"/>
        </a:xfrm>
      </p:grpSpPr>
      <p:sp>
        <p:nvSpPr>
          <p:cNvPr id="6" name="Picture Placeholder 21">
            <a:extLst>
              <a:ext uri="{FF2B5EF4-FFF2-40B4-BE49-F238E27FC236}">
                <a16:creationId xmlns:a16="http://schemas.microsoft.com/office/drawing/2014/main" id="{C3A8513E-E395-43B0-AE5B-6F0D2BBC9C71}"/>
              </a:ext>
            </a:extLst>
          </p:cNvPr>
          <p:cNvSpPr>
            <a:spLocks noGrp="1"/>
          </p:cNvSpPr>
          <p:nvPr>
            <p:ph type="pic" sz="quarter" idx="17"/>
          </p:nvPr>
        </p:nvSpPr>
        <p:spPr>
          <a:xfrm>
            <a:off x="-2401856" y="-472116"/>
            <a:ext cx="6658082" cy="7802233"/>
          </a:xfrm>
          <a:prstGeom prst="ellipse">
            <a:avLst/>
          </a:prstGeom>
          <a:solidFill>
            <a:srgbClr val="2E3335">
              <a:alpha val="20000"/>
            </a:srgbClr>
          </a:solidFill>
        </p:spPr>
        <p:txBody>
          <a:bodyPr/>
          <a:lstStyle>
            <a:lvl1pPr>
              <a:defRPr b="0" i="0">
                <a:latin typeface="Aptos" panose="020B0004020202020204" pitchFamily="34" charset="0"/>
              </a:defRPr>
            </a:lvl1pPr>
          </a:lstStyle>
          <a:p>
            <a:endParaRPr lang="en-US"/>
          </a:p>
        </p:txBody>
      </p:sp>
      <p:sp>
        <p:nvSpPr>
          <p:cNvPr id="10" name="Text Placeholder 17">
            <a:extLst>
              <a:ext uri="{FF2B5EF4-FFF2-40B4-BE49-F238E27FC236}">
                <a16:creationId xmlns:a16="http://schemas.microsoft.com/office/drawing/2014/main" id="{99523F18-F9C4-4F6D-9C9C-7D646249A122}"/>
              </a:ext>
            </a:extLst>
          </p:cNvPr>
          <p:cNvSpPr>
            <a:spLocks noGrp="1"/>
          </p:cNvSpPr>
          <p:nvPr>
            <p:ph idx="19" hasCustomPrompt="1"/>
          </p:nvPr>
        </p:nvSpPr>
        <p:spPr>
          <a:xfrm>
            <a:off x="4410895" y="1497978"/>
            <a:ext cx="7237590" cy="407988"/>
          </a:xfrm>
          <a:prstGeom prst="rect">
            <a:avLst/>
          </a:prstGeom>
        </p:spPr>
        <p:txBody>
          <a:bodyPr vert="horz" lIns="91440" tIns="45720" rIns="91440" bIns="45720" rtlCol="0">
            <a:noAutofit/>
          </a:bodyPr>
          <a:lstStyle>
            <a:lvl1pPr>
              <a:buNone/>
              <a:defRPr sz="2400" b="0" i="0">
                <a:solidFill>
                  <a:srgbClr val="FF0000"/>
                </a:solidFill>
                <a:latin typeface="Aptos" panose="020B0004020202020204" pitchFamily="34" charset="0"/>
              </a:defRPr>
            </a:lvl1pPr>
            <a:lvl2pPr>
              <a:defRPr>
                <a:latin typeface="PF BeauSans Pro Bbook" panose="02000503030000020004" pitchFamily="50" charset="0"/>
              </a:defRPr>
            </a:lvl2pPr>
            <a:lvl3pPr>
              <a:defRPr>
                <a:latin typeface="PF BeauSans Pro Bbook" panose="02000503030000020004" pitchFamily="50" charset="0"/>
              </a:defRPr>
            </a:lvl3pPr>
            <a:lvl4pPr>
              <a:defRPr>
                <a:latin typeface="PF BeauSans Pro Bbook" panose="02000503030000020004" pitchFamily="50" charset="0"/>
              </a:defRPr>
            </a:lvl4pPr>
            <a:lvl5pPr>
              <a:defRPr>
                <a:latin typeface="PF BeauSans Pro Bbook" panose="02000503030000020004" pitchFamily="50" charset="0"/>
              </a:defRPr>
            </a:lvl5pPr>
          </a:lstStyle>
          <a:p>
            <a:pPr lvl="0"/>
            <a:r>
              <a:rPr lang="en-US"/>
              <a:t>Heading</a:t>
            </a:r>
          </a:p>
        </p:txBody>
      </p:sp>
      <p:sp>
        <p:nvSpPr>
          <p:cNvPr id="11" name="Text Placeholder 34">
            <a:extLst>
              <a:ext uri="{FF2B5EF4-FFF2-40B4-BE49-F238E27FC236}">
                <a16:creationId xmlns:a16="http://schemas.microsoft.com/office/drawing/2014/main" id="{4144E0EE-87D9-484C-BC9D-70A137036105}"/>
              </a:ext>
            </a:extLst>
          </p:cNvPr>
          <p:cNvSpPr>
            <a:spLocks noGrp="1"/>
          </p:cNvSpPr>
          <p:nvPr>
            <p:ph type="body" sz="quarter" idx="13" hasCustomPrompt="1"/>
          </p:nvPr>
        </p:nvSpPr>
        <p:spPr>
          <a:xfrm>
            <a:off x="4399851" y="763450"/>
            <a:ext cx="5905129"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3" name="Text Placeholder 2">
            <a:extLst>
              <a:ext uri="{FF2B5EF4-FFF2-40B4-BE49-F238E27FC236}">
                <a16:creationId xmlns:a16="http://schemas.microsoft.com/office/drawing/2014/main" id="{63F4B523-5FC0-4B60-9961-5DD66C78AF3F}"/>
              </a:ext>
            </a:extLst>
          </p:cNvPr>
          <p:cNvSpPr>
            <a:spLocks noGrp="1"/>
          </p:cNvSpPr>
          <p:nvPr>
            <p:ph type="body" sz="quarter" idx="18" hasCustomPrompt="1"/>
          </p:nvPr>
        </p:nvSpPr>
        <p:spPr>
          <a:xfrm>
            <a:off x="4399851" y="279985"/>
            <a:ext cx="5905129" cy="483465"/>
          </a:xfrm>
          <a:prstGeom prst="rect">
            <a:avLst/>
          </a:prstGeom>
        </p:spPr>
        <p:txBody>
          <a:bodyPr>
            <a:noAutofit/>
          </a:bodyPr>
          <a:lstStyle>
            <a:lvl1pPr marL="0" indent="0" algn="l">
              <a:buNone/>
              <a:defRPr lang="en-US" sz="3200" b="0" i="0" kern="1200" spc="0" baseline="0" dirty="0" smtClean="0">
                <a:solidFill>
                  <a:srgbClr val="2E3335"/>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14" name="Text Placeholder 17">
            <a:extLst>
              <a:ext uri="{FF2B5EF4-FFF2-40B4-BE49-F238E27FC236}">
                <a16:creationId xmlns:a16="http://schemas.microsoft.com/office/drawing/2014/main" id="{C2ACB2BD-6B86-409C-8247-BA8DB7CF9EF0}"/>
              </a:ext>
            </a:extLst>
          </p:cNvPr>
          <p:cNvSpPr>
            <a:spLocks noGrp="1"/>
          </p:cNvSpPr>
          <p:nvPr>
            <p:ph idx="1" hasCustomPrompt="1"/>
          </p:nvPr>
        </p:nvSpPr>
        <p:spPr>
          <a:xfrm>
            <a:off x="4410895" y="2027628"/>
            <a:ext cx="7237590" cy="4374256"/>
          </a:xfrm>
          <a:prstGeom prst="rect">
            <a:avLst/>
          </a:prstGeom>
        </p:spPr>
        <p:txBody>
          <a:bodyPr vert="horz" lIns="91440" tIns="45720" rIns="91440" bIns="45720" rtlCol="0">
            <a:normAutofit/>
          </a:bodyPr>
          <a:lstStyle>
            <a:lvl1pPr>
              <a:buClr>
                <a:srgbClr val="EC0000"/>
              </a:buClr>
              <a:buFont typeface="Arial" panose="020B0604020202020204" pitchFamily="34" charset="0"/>
              <a:buChar char="•"/>
              <a:defRPr sz="1800" b="0" i="0">
                <a:latin typeface="Aptos" panose="020B0004020202020204" pitchFamily="34" charset="0"/>
              </a:defRPr>
            </a:lvl1pPr>
            <a:lvl2pPr>
              <a:buClr>
                <a:srgbClr val="EC0000"/>
              </a:buClr>
              <a:buSzPct val="90000"/>
              <a:buFont typeface="Arial" panose="020B0604020202020204" pitchFamily="34" charset="0"/>
              <a:buChar char="•"/>
              <a:defRPr sz="1600" b="0" i="0">
                <a:latin typeface="Aptos" panose="020B0004020202020204" pitchFamily="34" charset="0"/>
              </a:defRPr>
            </a:lvl2pPr>
            <a:lvl3pPr>
              <a:buClr>
                <a:srgbClr val="EC0000"/>
              </a:buClr>
              <a:buFont typeface="Arial" panose="020B0604020202020204" pitchFamily="34" charset="0"/>
              <a:buChar char="•"/>
              <a:defRPr sz="1400" b="0" i="0">
                <a:latin typeface="Aptos" panose="020B0004020202020204" pitchFamily="34" charset="0"/>
              </a:defRPr>
            </a:lvl3pPr>
            <a:lvl4pPr>
              <a:buClr>
                <a:srgbClr val="EC0000"/>
              </a:buClr>
              <a:buFont typeface="Arial" panose="020B0604020202020204" pitchFamily="34" charset="0"/>
              <a:buChar char="•"/>
              <a:defRPr sz="1200" b="0" i="0">
                <a:latin typeface="Aptos" panose="020B0004020202020204" pitchFamily="34" charset="0"/>
              </a:defRPr>
            </a:lvl4pPr>
            <a:lvl5pPr>
              <a:buClr>
                <a:srgbClr val="EC0000"/>
              </a:buClr>
              <a:buFont typeface="Arial" panose="020B0604020202020204" pitchFamily="34" charset="0"/>
              <a:buChar char="•"/>
              <a:defRPr sz="1200" b="0" i="0">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A20363F9-3657-4CCE-3457-B64EACBD0C85}"/>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8" name="Rectangle 7">
            <a:extLst>
              <a:ext uri="{FF2B5EF4-FFF2-40B4-BE49-F238E27FC236}">
                <a16:creationId xmlns:a16="http://schemas.microsoft.com/office/drawing/2014/main" id="{6C8E1A78-DAB1-FE8D-3FE8-E187A9F96BB2}"/>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2" name="Rectangle 1">
            <a:extLst>
              <a:ext uri="{FF2B5EF4-FFF2-40B4-BE49-F238E27FC236}">
                <a16:creationId xmlns:a16="http://schemas.microsoft.com/office/drawing/2014/main" id="{9ABC286D-B84A-D2E7-1BA0-0A7A2B43FC0F}"/>
              </a:ext>
            </a:extLst>
          </p:cNvPr>
          <p:cNvSpPr/>
          <p:nvPr userDrawn="1"/>
        </p:nvSpPr>
        <p:spPr>
          <a:xfrm>
            <a:off x="2917691"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194731147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tandard Content Black_1">
    <p:bg>
      <p:bgPr>
        <a:solidFill>
          <a:srgbClr val="121417"/>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855330-35BD-F849-630B-75F04BF93848}"/>
              </a:ext>
            </a:extLst>
          </p:cNvPr>
          <p:cNvSpPr/>
          <p:nvPr userDrawn="1"/>
        </p:nvSpPr>
        <p:spPr>
          <a:xfrm>
            <a:off x="0" y="0"/>
            <a:ext cx="182880" cy="685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pic>
        <p:nvPicPr>
          <p:cNvPr id="6" name="Picture 5">
            <a:extLst>
              <a:ext uri="{FF2B5EF4-FFF2-40B4-BE49-F238E27FC236}">
                <a16:creationId xmlns:a16="http://schemas.microsoft.com/office/drawing/2014/main" id="{0025C19C-6896-115C-2C82-6DC4B8B9663E}"/>
              </a:ext>
            </a:extLst>
          </p:cNvPr>
          <p:cNvPicPr>
            <a:picLocks noChangeAspect="1"/>
          </p:cNvPicPr>
          <p:nvPr userDrawn="1"/>
        </p:nvPicPr>
        <p:blipFill>
          <a:blip r:embed="rId2"/>
          <a:srcRect/>
          <a:stretch/>
        </p:blipFill>
        <p:spPr>
          <a:xfrm>
            <a:off x="10588697" y="287197"/>
            <a:ext cx="1318688" cy="708658"/>
          </a:xfrm>
          <a:prstGeom prst="rect">
            <a:avLst/>
          </a:prstGeom>
        </p:spPr>
      </p:pic>
      <p:sp>
        <p:nvSpPr>
          <p:cNvPr id="9" name="Text Placeholder 17">
            <a:extLst>
              <a:ext uri="{FF2B5EF4-FFF2-40B4-BE49-F238E27FC236}">
                <a16:creationId xmlns:a16="http://schemas.microsoft.com/office/drawing/2014/main" id="{674A3ACB-A0FB-C1FA-F2C5-06F067115C98}"/>
              </a:ext>
            </a:extLst>
          </p:cNvPr>
          <p:cNvSpPr>
            <a:spLocks noGrp="1"/>
          </p:cNvSpPr>
          <p:nvPr>
            <p:ph idx="1" hasCustomPrompt="1"/>
          </p:nvPr>
        </p:nvSpPr>
        <p:spPr>
          <a:xfrm>
            <a:off x="382655" y="1349259"/>
            <a:ext cx="11341100" cy="3556319"/>
          </a:xfrm>
          <a:prstGeom prst="rect">
            <a:avLst/>
          </a:prstGeom>
        </p:spPr>
        <p:txBody>
          <a:bodyPr vert="horz" lIns="91440" tIns="45720" rIns="91440" bIns="45720" rtlCol="0">
            <a:normAutofit/>
          </a:bodyPr>
          <a:lstStyle>
            <a:lvl1pPr>
              <a:buClr>
                <a:srgbClr val="FF0000"/>
              </a:buClr>
              <a:buSzPct val="101000"/>
              <a:buFont typeface="Arial" panose="020B0604020202020204" pitchFamily="34" charset="0"/>
              <a:buChar char="•"/>
              <a:defRPr sz="1800" b="0" i="0">
                <a:solidFill>
                  <a:schemeClr val="bg1"/>
                </a:solidFill>
                <a:latin typeface="Aptos" panose="020B0004020202020204" pitchFamily="34" charset="0"/>
              </a:defRPr>
            </a:lvl1pPr>
            <a:lvl2pPr>
              <a:buClr>
                <a:srgbClr val="FF0000"/>
              </a:buClr>
              <a:buSzPct val="101000"/>
              <a:buFont typeface="Arial" panose="020B0604020202020204" pitchFamily="34" charset="0"/>
              <a:buChar char="•"/>
              <a:defRPr sz="1600" b="0" i="0">
                <a:solidFill>
                  <a:schemeClr val="bg1"/>
                </a:solidFill>
                <a:latin typeface="Aptos" panose="020B0004020202020204" pitchFamily="34" charset="0"/>
              </a:defRPr>
            </a:lvl2pPr>
            <a:lvl3pPr>
              <a:buClr>
                <a:srgbClr val="FF0000"/>
              </a:buClr>
              <a:buSzPct val="101000"/>
              <a:buFont typeface="Arial" panose="020B0604020202020204" pitchFamily="34" charset="0"/>
              <a:buChar char="•"/>
              <a:defRPr sz="1400" b="0" i="0">
                <a:solidFill>
                  <a:schemeClr val="bg1"/>
                </a:solidFill>
                <a:latin typeface="Aptos" panose="020B0004020202020204" pitchFamily="34" charset="0"/>
              </a:defRPr>
            </a:lvl3pPr>
            <a:lvl4pPr>
              <a:buClr>
                <a:srgbClr val="FF0000"/>
              </a:buClr>
              <a:buSzPct val="101000"/>
              <a:buFont typeface="Arial" panose="020B0604020202020204" pitchFamily="34" charset="0"/>
              <a:buChar char="•"/>
              <a:defRPr sz="1200" b="0" i="0">
                <a:solidFill>
                  <a:schemeClr val="bg1"/>
                </a:solidFill>
                <a:latin typeface="Aptos" panose="020B0004020202020204" pitchFamily="34" charset="0"/>
              </a:defRPr>
            </a:lvl4pPr>
            <a:lvl5pPr>
              <a:buClr>
                <a:srgbClr val="FF0000"/>
              </a:buClr>
              <a:buSzPct val="101000"/>
              <a:buFont typeface="Arial" panose="020B0604020202020204" pitchFamily="34" charset="0"/>
              <a:buChar char="•"/>
              <a:defRPr sz="1050" b="0" i="0">
                <a:solidFill>
                  <a:schemeClr val="bg1"/>
                </a:solidFill>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4">
            <a:extLst>
              <a:ext uri="{FF2B5EF4-FFF2-40B4-BE49-F238E27FC236}">
                <a16:creationId xmlns:a16="http://schemas.microsoft.com/office/drawing/2014/main" id="{CEB05C06-329C-A9F1-4A00-23FC1F952F77}"/>
              </a:ext>
            </a:extLst>
          </p:cNvPr>
          <p:cNvSpPr>
            <a:spLocks noGrp="1"/>
          </p:cNvSpPr>
          <p:nvPr>
            <p:ph type="body" sz="quarter" idx="13" hasCustomPrompt="1"/>
          </p:nvPr>
        </p:nvSpPr>
        <p:spPr>
          <a:xfrm>
            <a:off x="382655" y="763450"/>
            <a:ext cx="10061825" cy="407988"/>
          </a:xfrm>
          <a:prstGeom prst="rect">
            <a:avLst/>
          </a:prstGeom>
        </p:spPr>
        <p:txBody>
          <a:bodyPr>
            <a:noAutofit/>
          </a:bodyPr>
          <a:lstStyle>
            <a:lvl1pPr marL="0" indent="0" algn="l">
              <a:buNone/>
              <a:defRPr lang="en-US" sz="2400" b="0" i="0" dirty="0">
                <a:solidFill>
                  <a:srgbClr val="FF0000"/>
                </a:solidFill>
                <a:latin typeface="Aptos" panose="020B0004020202020204"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2" name="Text Placeholder 2">
            <a:extLst>
              <a:ext uri="{FF2B5EF4-FFF2-40B4-BE49-F238E27FC236}">
                <a16:creationId xmlns:a16="http://schemas.microsoft.com/office/drawing/2014/main" id="{66C8AF6E-3124-4270-BCBD-2157A24B7945}"/>
              </a:ext>
            </a:extLst>
          </p:cNvPr>
          <p:cNvSpPr>
            <a:spLocks noGrp="1"/>
          </p:cNvSpPr>
          <p:nvPr>
            <p:ph type="body" sz="quarter" idx="18"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bg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2" name="Rectangle 1">
            <a:extLst>
              <a:ext uri="{FF2B5EF4-FFF2-40B4-BE49-F238E27FC236}">
                <a16:creationId xmlns:a16="http://schemas.microsoft.com/office/drawing/2014/main" id="{21F2C763-87AD-1AFF-F6D2-A7434CE9A5DB}"/>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a:t>
            </a:r>
            <a:r>
              <a:rPr lang="en-US" sz="800" b="0" i="0" kern="1200">
                <a:solidFill>
                  <a:schemeClr val="bg1"/>
                </a:solidFill>
                <a:latin typeface="Aptos" panose="020B0004020202020204" pitchFamily="34" charset="0"/>
                <a:ea typeface="+mn-ea"/>
                <a:cs typeface="Segoe UI" panose="020B0502040204020203" pitchFamily="34" charset="0"/>
              </a:rPr>
              <a:t> Page</a:t>
            </a:r>
            <a:r>
              <a:rPr lang="el-GR" sz="800" b="0" i="0" kern="1200">
                <a:solidFill>
                  <a:schemeClr val="bg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chemeClr val="bg1"/>
              </a:solidFill>
              <a:latin typeface="Aptos" panose="020B0004020202020204" pitchFamily="34" charset="0"/>
              <a:ea typeface="+mn-ea"/>
              <a:cs typeface="Segoe UI" panose="020B0502040204020203" pitchFamily="34" charset="0"/>
            </a:endParaRPr>
          </a:p>
        </p:txBody>
      </p:sp>
      <p:sp>
        <p:nvSpPr>
          <p:cNvPr id="4" name="Rectangle 3">
            <a:extLst>
              <a:ext uri="{FF2B5EF4-FFF2-40B4-BE49-F238E27FC236}">
                <a16:creationId xmlns:a16="http://schemas.microsoft.com/office/drawing/2014/main" id="{7FCBEE11-FE93-3C66-DE11-FC35C487496D}"/>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355572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Content Black_2">
    <p:bg>
      <p:bgPr>
        <a:solidFill>
          <a:srgbClr val="121417"/>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25C19C-6896-115C-2C82-6DC4B8B9663E}"/>
              </a:ext>
            </a:extLst>
          </p:cNvPr>
          <p:cNvPicPr>
            <a:picLocks noChangeAspect="1"/>
          </p:cNvPicPr>
          <p:nvPr userDrawn="1"/>
        </p:nvPicPr>
        <p:blipFill>
          <a:blip r:embed="rId2"/>
          <a:srcRect/>
          <a:stretch/>
        </p:blipFill>
        <p:spPr>
          <a:xfrm>
            <a:off x="10588697" y="287197"/>
            <a:ext cx="1318688" cy="708658"/>
          </a:xfrm>
          <a:prstGeom prst="rect">
            <a:avLst/>
          </a:prstGeom>
        </p:spPr>
      </p:pic>
      <p:sp>
        <p:nvSpPr>
          <p:cNvPr id="9" name="Text Placeholder 17">
            <a:extLst>
              <a:ext uri="{FF2B5EF4-FFF2-40B4-BE49-F238E27FC236}">
                <a16:creationId xmlns:a16="http://schemas.microsoft.com/office/drawing/2014/main" id="{674A3ACB-A0FB-C1FA-F2C5-06F067115C98}"/>
              </a:ext>
            </a:extLst>
          </p:cNvPr>
          <p:cNvSpPr>
            <a:spLocks noGrp="1"/>
          </p:cNvSpPr>
          <p:nvPr>
            <p:ph idx="1" hasCustomPrompt="1"/>
          </p:nvPr>
        </p:nvSpPr>
        <p:spPr>
          <a:xfrm>
            <a:off x="382655" y="1349259"/>
            <a:ext cx="11341100" cy="3556319"/>
          </a:xfrm>
          <a:prstGeom prst="rect">
            <a:avLst/>
          </a:prstGeom>
        </p:spPr>
        <p:txBody>
          <a:bodyPr vert="horz" lIns="91440" tIns="45720" rIns="91440" bIns="45720" rtlCol="0">
            <a:normAutofit/>
          </a:bodyPr>
          <a:lstStyle>
            <a:lvl1pPr>
              <a:buClr>
                <a:srgbClr val="FF0000"/>
              </a:buClr>
              <a:buSzPct val="101000"/>
              <a:buFont typeface="Arial" panose="020B0604020202020204" pitchFamily="34" charset="0"/>
              <a:buChar char="•"/>
              <a:defRPr sz="1800" b="0" i="0">
                <a:solidFill>
                  <a:schemeClr val="bg1"/>
                </a:solidFill>
                <a:latin typeface="Aptos" panose="020B0004020202020204" pitchFamily="34" charset="0"/>
              </a:defRPr>
            </a:lvl1pPr>
            <a:lvl2pPr>
              <a:buClr>
                <a:srgbClr val="FF0000"/>
              </a:buClr>
              <a:buSzPct val="101000"/>
              <a:buFont typeface="Arial" panose="020B0604020202020204" pitchFamily="34" charset="0"/>
              <a:buChar char="•"/>
              <a:defRPr sz="1600" b="0" i="0">
                <a:solidFill>
                  <a:schemeClr val="bg1"/>
                </a:solidFill>
                <a:latin typeface="Aptos" panose="020B0004020202020204" pitchFamily="34" charset="0"/>
              </a:defRPr>
            </a:lvl2pPr>
            <a:lvl3pPr>
              <a:buClr>
                <a:srgbClr val="FF0000"/>
              </a:buClr>
              <a:buSzPct val="101000"/>
              <a:buFont typeface="Arial" panose="020B0604020202020204" pitchFamily="34" charset="0"/>
              <a:buChar char="•"/>
              <a:defRPr sz="1400" b="0" i="0">
                <a:solidFill>
                  <a:schemeClr val="bg1"/>
                </a:solidFill>
                <a:latin typeface="Aptos" panose="020B0004020202020204" pitchFamily="34" charset="0"/>
              </a:defRPr>
            </a:lvl3pPr>
            <a:lvl4pPr>
              <a:buClr>
                <a:srgbClr val="FF0000"/>
              </a:buClr>
              <a:buSzPct val="101000"/>
              <a:buFont typeface="Arial" panose="020B0604020202020204" pitchFamily="34" charset="0"/>
              <a:buChar char="•"/>
              <a:defRPr sz="1200" b="0" i="0">
                <a:solidFill>
                  <a:schemeClr val="bg1"/>
                </a:solidFill>
                <a:latin typeface="Aptos" panose="020B0004020202020204" pitchFamily="34" charset="0"/>
              </a:defRPr>
            </a:lvl4pPr>
            <a:lvl5pPr>
              <a:buClr>
                <a:srgbClr val="FF0000"/>
              </a:buClr>
              <a:buSzPct val="101000"/>
              <a:buFont typeface="Arial" panose="020B0604020202020204" pitchFamily="34" charset="0"/>
              <a:buChar char="•"/>
              <a:defRPr sz="1050" b="0" i="0">
                <a:solidFill>
                  <a:schemeClr val="bg1"/>
                </a:solidFill>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4">
            <a:extLst>
              <a:ext uri="{FF2B5EF4-FFF2-40B4-BE49-F238E27FC236}">
                <a16:creationId xmlns:a16="http://schemas.microsoft.com/office/drawing/2014/main" id="{CEB05C06-329C-A9F1-4A00-23FC1F952F77}"/>
              </a:ext>
            </a:extLst>
          </p:cNvPr>
          <p:cNvSpPr>
            <a:spLocks noGrp="1"/>
          </p:cNvSpPr>
          <p:nvPr>
            <p:ph type="body" sz="quarter" idx="13" hasCustomPrompt="1"/>
          </p:nvPr>
        </p:nvSpPr>
        <p:spPr>
          <a:xfrm>
            <a:off x="382655" y="763450"/>
            <a:ext cx="10061825" cy="407988"/>
          </a:xfrm>
          <a:prstGeom prst="rect">
            <a:avLst/>
          </a:prstGeom>
        </p:spPr>
        <p:txBody>
          <a:bodyPr>
            <a:noAutofit/>
          </a:bodyPr>
          <a:lstStyle>
            <a:lvl1pPr marL="0" indent="0" algn="l">
              <a:buNone/>
              <a:defRPr lang="en-US" sz="2400" b="0" i="0" dirty="0">
                <a:solidFill>
                  <a:srgbClr val="FF0000"/>
                </a:solidFill>
                <a:latin typeface="Aptos" panose="020B0004020202020204"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2" name="Text Placeholder 2">
            <a:extLst>
              <a:ext uri="{FF2B5EF4-FFF2-40B4-BE49-F238E27FC236}">
                <a16:creationId xmlns:a16="http://schemas.microsoft.com/office/drawing/2014/main" id="{66C8AF6E-3124-4270-BCBD-2157A24B7945}"/>
              </a:ext>
            </a:extLst>
          </p:cNvPr>
          <p:cNvSpPr>
            <a:spLocks noGrp="1"/>
          </p:cNvSpPr>
          <p:nvPr>
            <p:ph type="body" sz="quarter" idx="18"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bg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pic>
        <p:nvPicPr>
          <p:cNvPr id="8" name="Picture 7" descr="A black and red background&#10;&#10;AI-generated content may be incorrect.">
            <a:extLst>
              <a:ext uri="{FF2B5EF4-FFF2-40B4-BE49-F238E27FC236}">
                <a16:creationId xmlns:a16="http://schemas.microsoft.com/office/drawing/2014/main" id="{7F0DFBEC-2ADA-D870-3201-64D5CCCA9C51}"/>
              </a:ext>
            </a:extLst>
          </p:cNvPr>
          <p:cNvPicPr>
            <a:picLocks noChangeAspect="1"/>
          </p:cNvPicPr>
          <p:nvPr userDrawn="1"/>
        </p:nvPicPr>
        <p:blipFill>
          <a:blip r:embed="rId3"/>
          <a:stretch>
            <a:fillRect/>
          </a:stretch>
        </p:blipFill>
        <p:spPr>
          <a:xfrm flipH="1">
            <a:off x="0" y="4921706"/>
            <a:ext cx="3867397" cy="1936294"/>
          </a:xfrm>
          <a:prstGeom prst="rect">
            <a:avLst/>
          </a:prstGeom>
        </p:spPr>
      </p:pic>
      <p:sp>
        <p:nvSpPr>
          <p:cNvPr id="2" name="Rectangle 1">
            <a:extLst>
              <a:ext uri="{FF2B5EF4-FFF2-40B4-BE49-F238E27FC236}">
                <a16:creationId xmlns:a16="http://schemas.microsoft.com/office/drawing/2014/main" id="{3147C837-D9C6-3013-991D-3A6D4A939E23}"/>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a:t>
            </a:r>
            <a:r>
              <a:rPr lang="en-US" sz="800" b="0" i="0" kern="1200">
                <a:solidFill>
                  <a:schemeClr val="bg1"/>
                </a:solidFill>
                <a:latin typeface="Aptos" panose="020B0004020202020204" pitchFamily="34" charset="0"/>
                <a:ea typeface="+mn-ea"/>
                <a:cs typeface="Segoe UI" panose="020B0502040204020203" pitchFamily="34" charset="0"/>
              </a:rPr>
              <a:t> Page</a:t>
            </a:r>
            <a:r>
              <a:rPr lang="el-GR" sz="800" b="0" i="0" kern="1200">
                <a:solidFill>
                  <a:schemeClr val="bg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chemeClr val="bg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04D243ED-611E-0131-806F-24E60A4D4D37}"/>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819788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Content Black_with photo">
    <p:bg>
      <p:bgPr>
        <a:solidFill>
          <a:schemeClr val="tx1"/>
        </a:solidFill>
        <a:effectLst/>
      </p:bgPr>
    </p:bg>
    <p:spTree>
      <p:nvGrpSpPr>
        <p:cNvPr id="1" name=""/>
        <p:cNvGrpSpPr/>
        <p:nvPr/>
      </p:nvGrpSpPr>
      <p:grpSpPr>
        <a:xfrm>
          <a:off x="0" y="0"/>
          <a:ext cx="0" cy="0"/>
          <a:chOff x="0" y="0"/>
          <a:chExt cx="0" cy="0"/>
        </a:xfrm>
      </p:grpSpPr>
      <p:sp>
        <p:nvSpPr>
          <p:cNvPr id="6" name="Picture Placeholder 21">
            <a:extLst>
              <a:ext uri="{FF2B5EF4-FFF2-40B4-BE49-F238E27FC236}">
                <a16:creationId xmlns:a16="http://schemas.microsoft.com/office/drawing/2014/main" id="{C3A8513E-E395-43B0-AE5B-6F0D2BBC9C71}"/>
              </a:ext>
            </a:extLst>
          </p:cNvPr>
          <p:cNvSpPr>
            <a:spLocks noGrp="1"/>
          </p:cNvSpPr>
          <p:nvPr>
            <p:ph type="pic" sz="quarter" idx="17"/>
          </p:nvPr>
        </p:nvSpPr>
        <p:spPr>
          <a:xfrm>
            <a:off x="-2401856" y="-472116"/>
            <a:ext cx="6658082" cy="7802233"/>
          </a:xfrm>
          <a:prstGeom prst="ellipse">
            <a:avLst/>
          </a:prstGeom>
          <a:solidFill>
            <a:srgbClr val="2E3335">
              <a:alpha val="20000"/>
            </a:srgbClr>
          </a:solidFill>
        </p:spPr>
        <p:txBody>
          <a:bodyPr/>
          <a:lstStyle>
            <a:lvl1pPr>
              <a:defRPr b="0" i="0">
                <a:latin typeface="Aptos" panose="020B0004020202020204" pitchFamily="34" charset="0"/>
              </a:defRPr>
            </a:lvl1pPr>
          </a:lstStyle>
          <a:p>
            <a:endParaRPr lang="en-US"/>
          </a:p>
        </p:txBody>
      </p:sp>
      <p:sp>
        <p:nvSpPr>
          <p:cNvPr id="10" name="Text Placeholder 17">
            <a:extLst>
              <a:ext uri="{FF2B5EF4-FFF2-40B4-BE49-F238E27FC236}">
                <a16:creationId xmlns:a16="http://schemas.microsoft.com/office/drawing/2014/main" id="{99523F18-F9C4-4F6D-9C9C-7D646249A122}"/>
              </a:ext>
            </a:extLst>
          </p:cNvPr>
          <p:cNvSpPr>
            <a:spLocks noGrp="1"/>
          </p:cNvSpPr>
          <p:nvPr>
            <p:ph idx="19" hasCustomPrompt="1"/>
          </p:nvPr>
        </p:nvSpPr>
        <p:spPr>
          <a:xfrm>
            <a:off x="4410895" y="1497978"/>
            <a:ext cx="7237590" cy="407988"/>
          </a:xfrm>
          <a:prstGeom prst="rect">
            <a:avLst/>
          </a:prstGeom>
        </p:spPr>
        <p:txBody>
          <a:bodyPr vert="horz" lIns="91440" tIns="45720" rIns="91440" bIns="45720" rtlCol="0">
            <a:noAutofit/>
          </a:bodyPr>
          <a:lstStyle>
            <a:lvl1pPr>
              <a:buNone/>
              <a:defRPr sz="2400" b="0" i="0">
                <a:solidFill>
                  <a:srgbClr val="FF0000"/>
                </a:solidFill>
                <a:latin typeface="Aptos" panose="020B0004020202020204" pitchFamily="34" charset="0"/>
              </a:defRPr>
            </a:lvl1pPr>
            <a:lvl2pPr>
              <a:defRPr>
                <a:latin typeface="PF BeauSans Pro Bbook" panose="02000503030000020004" pitchFamily="50" charset="0"/>
              </a:defRPr>
            </a:lvl2pPr>
            <a:lvl3pPr>
              <a:defRPr>
                <a:latin typeface="PF BeauSans Pro Bbook" panose="02000503030000020004" pitchFamily="50" charset="0"/>
              </a:defRPr>
            </a:lvl3pPr>
            <a:lvl4pPr>
              <a:defRPr>
                <a:latin typeface="PF BeauSans Pro Bbook" panose="02000503030000020004" pitchFamily="50" charset="0"/>
              </a:defRPr>
            </a:lvl4pPr>
            <a:lvl5pPr>
              <a:defRPr>
                <a:latin typeface="PF BeauSans Pro Bbook" panose="02000503030000020004" pitchFamily="50" charset="0"/>
              </a:defRPr>
            </a:lvl5pPr>
          </a:lstStyle>
          <a:p>
            <a:pPr lvl="0"/>
            <a:r>
              <a:rPr lang="en-US"/>
              <a:t>Heading</a:t>
            </a:r>
          </a:p>
        </p:txBody>
      </p:sp>
      <p:sp>
        <p:nvSpPr>
          <p:cNvPr id="11" name="Text Placeholder 34">
            <a:extLst>
              <a:ext uri="{FF2B5EF4-FFF2-40B4-BE49-F238E27FC236}">
                <a16:creationId xmlns:a16="http://schemas.microsoft.com/office/drawing/2014/main" id="{4144E0EE-87D9-484C-BC9D-70A137036105}"/>
              </a:ext>
            </a:extLst>
          </p:cNvPr>
          <p:cNvSpPr>
            <a:spLocks noGrp="1"/>
          </p:cNvSpPr>
          <p:nvPr>
            <p:ph type="body" sz="quarter" idx="13" hasCustomPrompt="1"/>
          </p:nvPr>
        </p:nvSpPr>
        <p:spPr>
          <a:xfrm>
            <a:off x="4399851" y="763450"/>
            <a:ext cx="5905129"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3" name="Text Placeholder 2">
            <a:extLst>
              <a:ext uri="{FF2B5EF4-FFF2-40B4-BE49-F238E27FC236}">
                <a16:creationId xmlns:a16="http://schemas.microsoft.com/office/drawing/2014/main" id="{63F4B523-5FC0-4B60-9961-5DD66C78AF3F}"/>
              </a:ext>
            </a:extLst>
          </p:cNvPr>
          <p:cNvSpPr>
            <a:spLocks noGrp="1"/>
          </p:cNvSpPr>
          <p:nvPr>
            <p:ph type="body" sz="quarter" idx="18" hasCustomPrompt="1"/>
          </p:nvPr>
        </p:nvSpPr>
        <p:spPr>
          <a:xfrm>
            <a:off x="4399851" y="279985"/>
            <a:ext cx="5905129" cy="483465"/>
          </a:xfrm>
          <a:prstGeom prst="rect">
            <a:avLst/>
          </a:prstGeom>
        </p:spPr>
        <p:txBody>
          <a:bodyPr>
            <a:noAutofit/>
          </a:bodyPr>
          <a:lstStyle>
            <a:lvl1pPr marL="0" indent="0" algn="l">
              <a:buNone/>
              <a:defRPr lang="en-US" sz="3200" b="0" i="0" kern="1200" spc="0" baseline="0" dirty="0" smtClean="0">
                <a:solidFill>
                  <a:schemeClr val="bg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14" name="Text Placeholder 17">
            <a:extLst>
              <a:ext uri="{FF2B5EF4-FFF2-40B4-BE49-F238E27FC236}">
                <a16:creationId xmlns:a16="http://schemas.microsoft.com/office/drawing/2014/main" id="{C2ACB2BD-6B86-409C-8247-BA8DB7CF9EF0}"/>
              </a:ext>
            </a:extLst>
          </p:cNvPr>
          <p:cNvSpPr>
            <a:spLocks noGrp="1"/>
          </p:cNvSpPr>
          <p:nvPr>
            <p:ph idx="1" hasCustomPrompt="1"/>
          </p:nvPr>
        </p:nvSpPr>
        <p:spPr>
          <a:xfrm>
            <a:off x="4410895" y="2027628"/>
            <a:ext cx="7237590" cy="4374256"/>
          </a:xfrm>
          <a:prstGeom prst="rect">
            <a:avLst/>
          </a:prstGeom>
        </p:spPr>
        <p:txBody>
          <a:bodyPr vert="horz" lIns="91440" tIns="45720" rIns="91440" bIns="45720" rtlCol="0">
            <a:normAutofit/>
          </a:bodyPr>
          <a:lstStyle>
            <a:lvl1pPr>
              <a:buClr>
                <a:srgbClr val="EC0000"/>
              </a:buClr>
              <a:buFont typeface="Arial" panose="020B0604020202020204" pitchFamily="34" charset="0"/>
              <a:buChar char="•"/>
              <a:defRPr sz="1800" b="0" i="0">
                <a:solidFill>
                  <a:schemeClr val="bg1"/>
                </a:solidFill>
                <a:latin typeface="Aptos" panose="020B0004020202020204" pitchFamily="34" charset="0"/>
              </a:defRPr>
            </a:lvl1pPr>
            <a:lvl2pPr>
              <a:buClr>
                <a:srgbClr val="EC0000"/>
              </a:buClr>
              <a:buSzPct val="90000"/>
              <a:buFont typeface="Arial" panose="020B0604020202020204" pitchFamily="34" charset="0"/>
              <a:buChar char="•"/>
              <a:defRPr sz="1600" b="0" i="0">
                <a:solidFill>
                  <a:schemeClr val="bg1"/>
                </a:solidFill>
                <a:latin typeface="Aptos" panose="020B0004020202020204" pitchFamily="34" charset="0"/>
              </a:defRPr>
            </a:lvl2pPr>
            <a:lvl3pPr>
              <a:buClr>
                <a:srgbClr val="EC0000"/>
              </a:buClr>
              <a:buFont typeface="Arial" panose="020B0604020202020204" pitchFamily="34" charset="0"/>
              <a:buChar char="•"/>
              <a:defRPr sz="1400" b="0" i="0">
                <a:solidFill>
                  <a:schemeClr val="bg1"/>
                </a:solidFill>
                <a:latin typeface="Aptos" panose="020B0004020202020204" pitchFamily="34" charset="0"/>
              </a:defRPr>
            </a:lvl3pPr>
            <a:lvl4pPr>
              <a:buClr>
                <a:srgbClr val="EC0000"/>
              </a:buClr>
              <a:buFont typeface="Arial" panose="020B0604020202020204" pitchFamily="34" charset="0"/>
              <a:buChar char="•"/>
              <a:defRPr sz="1200" b="0" i="0">
                <a:solidFill>
                  <a:schemeClr val="bg1"/>
                </a:solidFill>
                <a:latin typeface="Aptos" panose="020B0004020202020204" pitchFamily="34" charset="0"/>
              </a:defRPr>
            </a:lvl4pPr>
            <a:lvl5pPr>
              <a:buClr>
                <a:srgbClr val="EC0000"/>
              </a:buClr>
              <a:buFont typeface="Arial" panose="020B0604020202020204" pitchFamily="34" charset="0"/>
              <a:buChar char="•"/>
              <a:defRPr sz="1200" b="0" i="0">
                <a:solidFill>
                  <a:schemeClr val="bg1"/>
                </a:solidFill>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A20363F9-3657-4CCE-3457-B64EACBD0C85}"/>
              </a:ext>
            </a:extLst>
          </p:cNvPr>
          <p:cNvPicPr>
            <a:picLocks noChangeAspect="1"/>
          </p:cNvPicPr>
          <p:nvPr userDrawn="1"/>
        </p:nvPicPr>
        <p:blipFill>
          <a:blip r:embed="rId2"/>
          <a:srcRect/>
          <a:stretch/>
        </p:blipFill>
        <p:spPr>
          <a:xfrm>
            <a:off x="10588697" y="287197"/>
            <a:ext cx="1318688" cy="708658"/>
          </a:xfrm>
          <a:prstGeom prst="rect">
            <a:avLst/>
          </a:prstGeom>
        </p:spPr>
      </p:pic>
      <p:sp>
        <p:nvSpPr>
          <p:cNvPr id="3" name="Rectangle 2">
            <a:extLst>
              <a:ext uri="{FF2B5EF4-FFF2-40B4-BE49-F238E27FC236}">
                <a16:creationId xmlns:a16="http://schemas.microsoft.com/office/drawing/2014/main" id="{AC159534-3D44-BFA5-C38C-C56C54CBC4AF}"/>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a:t>
            </a:r>
            <a:r>
              <a:rPr lang="en-US" sz="800" b="0" i="0" kern="1200">
                <a:solidFill>
                  <a:schemeClr val="bg1"/>
                </a:solidFill>
                <a:latin typeface="Aptos" panose="020B0004020202020204" pitchFamily="34" charset="0"/>
                <a:ea typeface="+mn-ea"/>
                <a:cs typeface="Segoe UI" panose="020B0502040204020203" pitchFamily="34" charset="0"/>
              </a:rPr>
              <a:t> Page</a:t>
            </a:r>
            <a:r>
              <a:rPr lang="el-GR" sz="800" b="0" i="0" kern="1200">
                <a:solidFill>
                  <a:schemeClr val="bg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chemeClr val="bg1"/>
              </a:solidFill>
              <a:latin typeface="Aptos" panose="020B0004020202020204" pitchFamily="34" charset="0"/>
              <a:ea typeface="+mn-ea"/>
              <a:cs typeface="Segoe UI" panose="020B0502040204020203" pitchFamily="34" charset="0"/>
            </a:endParaRPr>
          </a:p>
        </p:txBody>
      </p:sp>
      <p:sp>
        <p:nvSpPr>
          <p:cNvPr id="4" name="Rectangle 3">
            <a:extLst>
              <a:ext uri="{FF2B5EF4-FFF2-40B4-BE49-F238E27FC236}">
                <a16:creationId xmlns:a16="http://schemas.microsoft.com/office/drawing/2014/main" id="{CF001644-4476-0083-40C7-81AEAB40FCAD}"/>
              </a:ext>
            </a:extLst>
          </p:cNvPr>
          <p:cNvSpPr/>
          <p:nvPr userDrawn="1"/>
        </p:nvSpPr>
        <p:spPr>
          <a:xfrm>
            <a:off x="2917691"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142965622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andard Content White_text box">
    <p:spTree>
      <p:nvGrpSpPr>
        <p:cNvPr id="1" name=""/>
        <p:cNvGrpSpPr/>
        <p:nvPr/>
      </p:nvGrpSpPr>
      <p:grpSpPr>
        <a:xfrm>
          <a:off x="0" y="0"/>
          <a:ext cx="0" cy="0"/>
          <a:chOff x="0" y="0"/>
          <a:chExt cx="0" cy="0"/>
        </a:xfrm>
      </p:grpSpPr>
      <p:sp>
        <p:nvSpPr>
          <p:cNvPr id="7" name="Text Placeholder 34">
            <a:extLst>
              <a:ext uri="{FF2B5EF4-FFF2-40B4-BE49-F238E27FC236}">
                <a16:creationId xmlns:a16="http://schemas.microsoft.com/office/drawing/2014/main" id="{375D46ED-13C8-4F76-AA97-DCF321354D49}"/>
              </a:ext>
            </a:extLst>
          </p:cNvPr>
          <p:cNvSpPr>
            <a:spLocks noGrp="1"/>
          </p:cNvSpPr>
          <p:nvPr>
            <p:ph type="body" sz="quarter" idx="13" hasCustomPrompt="1"/>
          </p:nvPr>
        </p:nvSpPr>
        <p:spPr>
          <a:xfrm>
            <a:off x="382655" y="763450"/>
            <a:ext cx="9947550"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Text Box Templates Subtitle</a:t>
            </a:r>
          </a:p>
        </p:txBody>
      </p:sp>
      <p:sp>
        <p:nvSpPr>
          <p:cNvPr id="8" name="Text Placeholder 2">
            <a:extLst>
              <a:ext uri="{FF2B5EF4-FFF2-40B4-BE49-F238E27FC236}">
                <a16:creationId xmlns:a16="http://schemas.microsoft.com/office/drawing/2014/main" id="{7DBF1F43-5058-461D-B79B-54F24C38E159}"/>
              </a:ext>
            </a:extLst>
          </p:cNvPr>
          <p:cNvSpPr>
            <a:spLocks noGrp="1"/>
          </p:cNvSpPr>
          <p:nvPr>
            <p:ph type="body" sz="quarter" idx="18" hasCustomPrompt="1"/>
          </p:nvPr>
        </p:nvSpPr>
        <p:spPr>
          <a:xfrm>
            <a:off x="382655" y="279986"/>
            <a:ext cx="9947550" cy="483464"/>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Text Box Templates</a:t>
            </a:r>
          </a:p>
        </p:txBody>
      </p:sp>
      <p:pic>
        <p:nvPicPr>
          <p:cNvPr id="5" name="Picture 4">
            <a:extLst>
              <a:ext uri="{FF2B5EF4-FFF2-40B4-BE49-F238E27FC236}">
                <a16:creationId xmlns:a16="http://schemas.microsoft.com/office/drawing/2014/main" id="{439F0D10-5C1A-7CB4-CC21-54534D6E339B}"/>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2" name="Rectangle 1">
            <a:extLst>
              <a:ext uri="{FF2B5EF4-FFF2-40B4-BE49-F238E27FC236}">
                <a16:creationId xmlns:a16="http://schemas.microsoft.com/office/drawing/2014/main" id="{B856D7E7-19F0-DC7E-2F18-3C7DBA6A53CE}"/>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4026EA49-CA08-7FCC-C2E6-17505E922F4C}"/>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498230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tandard Content White_table">
    <p:spTree>
      <p:nvGrpSpPr>
        <p:cNvPr id="1" name=""/>
        <p:cNvGrpSpPr/>
        <p:nvPr/>
      </p:nvGrpSpPr>
      <p:grpSpPr>
        <a:xfrm>
          <a:off x="0" y="0"/>
          <a:ext cx="0" cy="0"/>
          <a:chOff x="0" y="0"/>
          <a:chExt cx="0" cy="0"/>
        </a:xfrm>
      </p:grpSpPr>
      <p:sp>
        <p:nvSpPr>
          <p:cNvPr id="10" name="Text Placeholder 34">
            <a:extLst>
              <a:ext uri="{FF2B5EF4-FFF2-40B4-BE49-F238E27FC236}">
                <a16:creationId xmlns:a16="http://schemas.microsoft.com/office/drawing/2014/main" id="{3ADDF1AD-6A39-4856-A920-34CBA0E62E0D}"/>
              </a:ext>
            </a:extLst>
          </p:cNvPr>
          <p:cNvSpPr>
            <a:spLocks noGrp="1"/>
          </p:cNvSpPr>
          <p:nvPr>
            <p:ph type="body" sz="quarter" idx="19" hasCustomPrompt="1"/>
          </p:nvPr>
        </p:nvSpPr>
        <p:spPr>
          <a:xfrm>
            <a:off x="382655" y="763450"/>
            <a:ext cx="10061825"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Table Template Subtitle</a:t>
            </a:r>
          </a:p>
        </p:txBody>
      </p:sp>
      <p:sp>
        <p:nvSpPr>
          <p:cNvPr id="12" name="Text Placeholder 2">
            <a:extLst>
              <a:ext uri="{FF2B5EF4-FFF2-40B4-BE49-F238E27FC236}">
                <a16:creationId xmlns:a16="http://schemas.microsoft.com/office/drawing/2014/main" id="{6C1B5508-8632-4F46-BFD1-475D50F121C0}"/>
              </a:ext>
            </a:extLst>
          </p:cNvPr>
          <p:cNvSpPr>
            <a:spLocks noGrp="1"/>
          </p:cNvSpPr>
          <p:nvPr>
            <p:ph type="body" sz="quarter" idx="20"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Table Template</a:t>
            </a:r>
          </a:p>
        </p:txBody>
      </p:sp>
      <p:pic>
        <p:nvPicPr>
          <p:cNvPr id="5" name="Picture 4">
            <a:extLst>
              <a:ext uri="{FF2B5EF4-FFF2-40B4-BE49-F238E27FC236}">
                <a16:creationId xmlns:a16="http://schemas.microsoft.com/office/drawing/2014/main" id="{364A0A8E-63C2-9B1A-8124-10C7104DF4DC}"/>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2" name="Rectangle 1">
            <a:extLst>
              <a:ext uri="{FF2B5EF4-FFF2-40B4-BE49-F238E27FC236}">
                <a16:creationId xmlns:a16="http://schemas.microsoft.com/office/drawing/2014/main" id="{DB7773A4-8A96-F54B-E063-B7DDDB7EC54B}"/>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7FD5C682-36D1-40D2-38D7-4D10A65A8B22}"/>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9623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Content White_chart">
    <p:spTree>
      <p:nvGrpSpPr>
        <p:cNvPr id="1" name=""/>
        <p:cNvGrpSpPr/>
        <p:nvPr/>
      </p:nvGrpSpPr>
      <p:grpSpPr>
        <a:xfrm>
          <a:off x="0" y="0"/>
          <a:ext cx="0" cy="0"/>
          <a:chOff x="0" y="0"/>
          <a:chExt cx="0" cy="0"/>
        </a:xfrm>
      </p:grpSpPr>
      <p:sp>
        <p:nvSpPr>
          <p:cNvPr id="10" name="Text Placeholder 34">
            <a:extLst>
              <a:ext uri="{FF2B5EF4-FFF2-40B4-BE49-F238E27FC236}">
                <a16:creationId xmlns:a16="http://schemas.microsoft.com/office/drawing/2014/main" id="{3ADDF1AD-6A39-4856-A920-34CBA0E62E0D}"/>
              </a:ext>
            </a:extLst>
          </p:cNvPr>
          <p:cNvSpPr>
            <a:spLocks noGrp="1"/>
          </p:cNvSpPr>
          <p:nvPr>
            <p:ph type="body" sz="quarter" idx="19" hasCustomPrompt="1"/>
          </p:nvPr>
        </p:nvSpPr>
        <p:spPr>
          <a:xfrm>
            <a:off x="382655" y="763450"/>
            <a:ext cx="10061825"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Table Template Subtitle</a:t>
            </a:r>
          </a:p>
        </p:txBody>
      </p:sp>
      <p:sp>
        <p:nvSpPr>
          <p:cNvPr id="12" name="Text Placeholder 2">
            <a:extLst>
              <a:ext uri="{FF2B5EF4-FFF2-40B4-BE49-F238E27FC236}">
                <a16:creationId xmlns:a16="http://schemas.microsoft.com/office/drawing/2014/main" id="{6C1B5508-8632-4F46-BFD1-475D50F121C0}"/>
              </a:ext>
            </a:extLst>
          </p:cNvPr>
          <p:cNvSpPr>
            <a:spLocks noGrp="1"/>
          </p:cNvSpPr>
          <p:nvPr>
            <p:ph type="body" sz="quarter" idx="20"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Chart Template</a:t>
            </a:r>
          </a:p>
        </p:txBody>
      </p:sp>
      <p:pic>
        <p:nvPicPr>
          <p:cNvPr id="5" name="Picture 4">
            <a:extLst>
              <a:ext uri="{FF2B5EF4-FFF2-40B4-BE49-F238E27FC236}">
                <a16:creationId xmlns:a16="http://schemas.microsoft.com/office/drawing/2014/main" id="{364A0A8E-63C2-9B1A-8124-10C7104DF4DC}"/>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3" name="Rectangle 2">
            <a:extLst>
              <a:ext uri="{FF2B5EF4-FFF2-40B4-BE49-F238E27FC236}">
                <a16:creationId xmlns:a16="http://schemas.microsoft.com/office/drawing/2014/main" id="{7D747143-C741-00DD-4358-B1048913C96C}"/>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2" name="Rectangle 1">
            <a:extLst>
              <a:ext uri="{FF2B5EF4-FFF2-40B4-BE49-F238E27FC236}">
                <a16:creationId xmlns:a16="http://schemas.microsoft.com/office/drawing/2014/main" id="{DA309D66-9525-8D18-1669-895AB3CC9A00}"/>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1588340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Standard Content Additional_1">
    <p:bg>
      <p:bgPr>
        <a:solidFill>
          <a:schemeClr val="bg1"/>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FB821481-F49E-BC2C-A214-438BF5FDB285}"/>
              </a:ext>
            </a:extLst>
          </p:cNvPr>
          <p:cNvSpPr/>
          <p:nvPr userDrawn="1"/>
        </p:nvSpPr>
        <p:spPr>
          <a:xfrm>
            <a:off x="1224366" y="0"/>
            <a:ext cx="9743268" cy="6858000"/>
          </a:xfrm>
          <a:custGeom>
            <a:avLst/>
            <a:gdLst>
              <a:gd name="csX0" fmla="*/ 1411838 w 9743268"/>
              <a:gd name="csY0" fmla="*/ 0 h 6858000"/>
              <a:gd name="csX1" fmla="*/ 8331430 w 9743268"/>
              <a:gd name="csY1" fmla="*/ 0 h 6858000"/>
              <a:gd name="csX2" fmla="*/ 8477706 w 9743268"/>
              <a:gd name="csY2" fmla="*/ 153423 h 6858000"/>
              <a:gd name="csX3" fmla="*/ 9743268 w 9743268"/>
              <a:gd name="csY3" fmla="*/ 3429000 h 6858000"/>
              <a:gd name="csX4" fmla="*/ 8477706 w 9743268"/>
              <a:gd name="csY4" fmla="*/ 6704577 h 6858000"/>
              <a:gd name="csX5" fmla="*/ 8331430 w 9743268"/>
              <a:gd name="csY5" fmla="*/ 6858000 h 6858000"/>
              <a:gd name="csX6" fmla="*/ 1411838 w 9743268"/>
              <a:gd name="csY6" fmla="*/ 6858000 h 6858000"/>
              <a:gd name="csX7" fmla="*/ 1265562 w 9743268"/>
              <a:gd name="csY7" fmla="*/ 6704577 h 6858000"/>
              <a:gd name="csX8" fmla="*/ 0 w 9743268"/>
              <a:gd name="csY8" fmla="*/ 3429000 h 6858000"/>
              <a:gd name="csX9" fmla="*/ 1265562 w 9743268"/>
              <a:gd name="csY9" fmla="*/ 153423 h 6858000"/>
              <a:gd name="csX10" fmla="*/ 1411838 w 9743268"/>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743268" h="6858000">
                <a:moveTo>
                  <a:pt x="1411838" y="0"/>
                </a:moveTo>
                <a:lnTo>
                  <a:pt x="8331430" y="0"/>
                </a:lnTo>
                <a:lnTo>
                  <a:pt x="8477706" y="153423"/>
                </a:lnTo>
                <a:cubicBezTo>
                  <a:pt x="9264021" y="1018563"/>
                  <a:pt x="9743268" y="2167815"/>
                  <a:pt x="9743268" y="3429000"/>
                </a:cubicBezTo>
                <a:cubicBezTo>
                  <a:pt x="9743268" y="4690186"/>
                  <a:pt x="9264021" y="5839437"/>
                  <a:pt x="8477706" y="6704577"/>
                </a:cubicBezTo>
                <a:lnTo>
                  <a:pt x="8331430" y="6858000"/>
                </a:lnTo>
                <a:lnTo>
                  <a:pt x="1411838" y="6858000"/>
                </a:lnTo>
                <a:lnTo>
                  <a:pt x="1265562" y="6704577"/>
                </a:lnTo>
                <a:cubicBezTo>
                  <a:pt x="479247" y="5839437"/>
                  <a:pt x="0" y="4690186"/>
                  <a:pt x="0" y="3429000"/>
                </a:cubicBezTo>
                <a:cubicBezTo>
                  <a:pt x="0" y="2167815"/>
                  <a:pt x="479247" y="1018563"/>
                  <a:pt x="1265562" y="153423"/>
                </a:cubicBezTo>
                <a:lnTo>
                  <a:pt x="1411838"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R"/>
          </a:p>
        </p:txBody>
      </p:sp>
      <p:sp>
        <p:nvSpPr>
          <p:cNvPr id="15" name="Freeform 14">
            <a:extLst>
              <a:ext uri="{FF2B5EF4-FFF2-40B4-BE49-F238E27FC236}">
                <a16:creationId xmlns:a16="http://schemas.microsoft.com/office/drawing/2014/main" id="{019D3FA6-A8A3-E995-9CEA-B0DC30203CB7}"/>
              </a:ext>
            </a:extLst>
          </p:cNvPr>
          <p:cNvSpPr/>
          <p:nvPr userDrawn="1"/>
        </p:nvSpPr>
        <p:spPr>
          <a:xfrm>
            <a:off x="0" y="0"/>
            <a:ext cx="2636204" cy="6858000"/>
          </a:xfrm>
          <a:custGeom>
            <a:avLst/>
            <a:gdLst>
              <a:gd name="csX0" fmla="*/ 0 w 2636204"/>
              <a:gd name="csY0" fmla="*/ 0 h 6858000"/>
              <a:gd name="csX1" fmla="*/ 2636204 w 2636204"/>
              <a:gd name="csY1" fmla="*/ 0 h 6858000"/>
              <a:gd name="csX2" fmla="*/ 2489928 w 2636204"/>
              <a:gd name="csY2" fmla="*/ 153423 h 6858000"/>
              <a:gd name="csX3" fmla="*/ 1224366 w 2636204"/>
              <a:gd name="csY3" fmla="*/ 3429000 h 6858000"/>
              <a:gd name="csX4" fmla="*/ 2489928 w 2636204"/>
              <a:gd name="csY4" fmla="*/ 6704577 h 6858000"/>
              <a:gd name="csX5" fmla="*/ 2636204 w 2636204"/>
              <a:gd name="csY5" fmla="*/ 6858000 h 6858000"/>
              <a:gd name="csX6" fmla="*/ 0 w 2636204"/>
              <a:gd name="csY6" fmla="*/ 6858000 h 6858000"/>
              <a:gd name="csX7" fmla="*/ 0 w 2636204"/>
              <a:gd name="csY7"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36204" h="6858000">
                <a:moveTo>
                  <a:pt x="0" y="0"/>
                </a:moveTo>
                <a:lnTo>
                  <a:pt x="2636204" y="0"/>
                </a:lnTo>
                <a:lnTo>
                  <a:pt x="2489928" y="153423"/>
                </a:lnTo>
                <a:cubicBezTo>
                  <a:pt x="1703613" y="1018563"/>
                  <a:pt x="1224366" y="2167815"/>
                  <a:pt x="1224366" y="3429000"/>
                </a:cubicBezTo>
                <a:cubicBezTo>
                  <a:pt x="1224366" y="4690186"/>
                  <a:pt x="1703613" y="5839437"/>
                  <a:pt x="2489928" y="6704577"/>
                </a:cubicBezTo>
                <a:lnTo>
                  <a:pt x="2636204" y="6858000"/>
                </a:lnTo>
                <a:lnTo>
                  <a:pt x="0" y="6858000"/>
                </a:lnTo>
                <a:lnTo>
                  <a:pt x="0" y="0"/>
                </a:lnTo>
                <a:close/>
              </a:path>
            </a:pathLst>
          </a:custGeom>
          <a:solidFill>
            <a:srgbClr val="EC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R"/>
          </a:p>
        </p:txBody>
      </p:sp>
      <p:sp>
        <p:nvSpPr>
          <p:cNvPr id="14" name="Freeform 13">
            <a:extLst>
              <a:ext uri="{FF2B5EF4-FFF2-40B4-BE49-F238E27FC236}">
                <a16:creationId xmlns:a16="http://schemas.microsoft.com/office/drawing/2014/main" id="{EA4DABF6-83F0-5D52-539D-74B597B069A2}"/>
              </a:ext>
            </a:extLst>
          </p:cNvPr>
          <p:cNvSpPr/>
          <p:nvPr userDrawn="1"/>
        </p:nvSpPr>
        <p:spPr>
          <a:xfrm>
            <a:off x="9555796" y="0"/>
            <a:ext cx="2636204" cy="6858000"/>
          </a:xfrm>
          <a:custGeom>
            <a:avLst/>
            <a:gdLst>
              <a:gd name="csX0" fmla="*/ 0 w 2636204"/>
              <a:gd name="csY0" fmla="*/ 0 h 6858000"/>
              <a:gd name="csX1" fmla="*/ 2636204 w 2636204"/>
              <a:gd name="csY1" fmla="*/ 0 h 6858000"/>
              <a:gd name="csX2" fmla="*/ 2636204 w 2636204"/>
              <a:gd name="csY2" fmla="*/ 6858000 h 6858000"/>
              <a:gd name="csX3" fmla="*/ 0 w 2636204"/>
              <a:gd name="csY3" fmla="*/ 6858000 h 6858000"/>
              <a:gd name="csX4" fmla="*/ 146276 w 2636204"/>
              <a:gd name="csY4" fmla="*/ 6704577 h 6858000"/>
              <a:gd name="csX5" fmla="*/ 1411838 w 2636204"/>
              <a:gd name="csY5" fmla="*/ 3429000 h 6858000"/>
              <a:gd name="csX6" fmla="*/ 146276 w 2636204"/>
              <a:gd name="csY6" fmla="*/ 153423 h 6858000"/>
              <a:gd name="csX7" fmla="*/ 0 w 2636204"/>
              <a:gd name="csY7"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36204" h="6858000">
                <a:moveTo>
                  <a:pt x="0" y="0"/>
                </a:moveTo>
                <a:lnTo>
                  <a:pt x="2636204" y="0"/>
                </a:lnTo>
                <a:lnTo>
                  <a:pt x="2636204" y="6858000"/>
                </a:lnTo>
                <a:lnTo>
                  <a:pt x="0" y="6858000"/>
                </a:lnTo>
                <a:lnTo>
                  <a:pt x="146276" y="6704577"/>
                </a:lnTo>
                <a:cubicBezTo>
                  <a:pt x="932591" y="5839437"/>
                  <a:pt x="1411838" y="4690186"/>
                  <a:pt x="1411838" y="3429000"/>
                </a:cubicBezTo>
                <a:cubicBezTo>
                  <a:pt x="1411838" y="2167815"/>
                  <a:pt x="932591" y="1018563"/>
                  <a:pt x="146276" y="153423"/>
                </a:cubicBezTo>
                <a:lnTo>
                  <a:pt x="0" y="0"/>
                </a:lnTo>
                <a:close/>
              </a:path>
            </a:pathLst>
          </a:custGeom>
          <a:solidFill>
            <a:srgbClr val="EC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R"/>
          </a:p>
        </p:txBody>
      </p:sp>
      <p:sp>
        <p:nvSpPr>
          <p:cNvPr id="8" name="Text Placeholder 34">
            <a:extLst>
              <a:ext uri="{FF2B5EF4-FFF2-40B4-BE49-F238E27FC236}">
                <a16:creationId xmlns:a16="http://schemas.microsoft.com/office/drawing/2014/main" id="{7850ED23-310D-4A9E-9598-67D12D388BFA}"/>
              </a:ext>
            </a:extLst>
          </p:cNvPr>
          <p:cNvSpPr>
            <a:spLocks noGrp="1"/>
          </p:cNvSpPr>
          <p:nvPr>
            <p:ph type="body" sz="quarter" idx="13" hasCustomPrompt="1"/>
          </p:nvPr>
        </p:nvSpPr>
        <p:spPr>
          <a:xfrm>
            <a:off x="2500829" y="763450"/>
            <a:ext cx="6253480"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9" name="Text Placeholder 2">
            <a:extLst>
              <a:ext uri="{FF2B5EF4-FFF2-40B4-BE49-F238E27FC236}">
                <a16:creationId xmlns:a16="http://schemas.microsoft.com/office/drawing/2014/main" id="{B3F64003-E9EC-4E37-9D50-8435C7F3D3A2}"/>
              </a:ext>
            </a:extLst>
          </p:cNvPr>
          <p:cNvSpPr>
            <a:spLocks noGrp="1"/>
          </p:cNvSpPr>
          <p:nvPr>
            <p:ph type="body" sz="quarter" idx="18" hasCustomPrompt="1"/>
          </p:nvPr>
        </p:nvSpPr>
        <p:spPr>
          <a:xfrm>
            <a:off x="2500829" y="279985"/>
            <a:ext cx="6253480"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11" name="Text Placeholder 17">
            <a:extLst>
              <a:ext uri="{FF2B5EF4-FFF2-40B4-BE49-F238E27FC236}">
                <a16:creationId xmlns:a16="http://schemas.microsoft.com/office/drawing/2014/main" id="{C20097CD-167D-4C2D-8BD9-CF61E752AFA0}"/>
              </a:ext>
            </a:extLst>
          </p:cNvPr>
          <p:cNvSpPr>
            <a:spLocks noGrp="1"/>
          </p:cNvSpPr>
          <p:nvPr>
            <p:ph idx="1" hasCustomPrompt="1"/>
          </p:nvPr>
        </p:nvSpPr>
        <p:spPr>
          <a:xfrm>
            <a:off x="2500829" y="1349259"/>
            <a:ext cx="7543800" cy="3556319"/>
          </a:xfrm>
          <a:prstGeom prst="rect">
            <a:avLst/>
          </a:prstGeom>
        </p:spPr>
        <p:txBody>
          <a:bodyPr vert="horz" lIns="91440" tIns="45720" rIns="91440" bIns="45720" rtlCol="0">
            <a:normAutofit/>
          </a:bodyPr>
          <a:lstStyle>
            <a:lvl1pPr>
              <a:buClr>
                <a:srgbClr val="FF0000"/>
              </a:buClr>
              <a:buFont typeface="Arial" panose="020B0604020202020204" pitchFamily="34" charset="0"/>
              <a:buChar char="•"/>
              <a:defRPr sz="1800" b="0" i="0">
                <a:latin typeface="Aptos" panose="020B0004020202020204" pitchFamily="34" charset="0"/>
              </a:defRPr>
            </a:lvl1pPr>
            <a:lvl2pPr>
              <a:buClr>
                <a:srgbClr val="FF0000"/>
              </a:buClr>
              <a:buSzPct val="90000"/>
              <a:buFont typeface="Arial" panose="020B0604020202020204" pitchFamily="34" charset="0"/>
              <a:buChar char="•"/>
              <a:defRPr sz="1600" b="0" i="0">
                <a:latin typeface="Aptos" panose="020B0004020202020204" pitchFamily="34" charset="0"/>
              </a:defRPr>
            </a:lvl2pPr>
            <a:lvl3pPr>
              <a:buClr>
                <a:srgbClr val="FF0000"/>
              </a:buClr>
              <a:buFont typeface="Arial" panose="020B0604020202020204" pitchFamily="34" charset="0"/>
              <a:buChar char="•"/>
              <a:defRPr sz="1400" b="0" i="0">
                <a:latin typeface="Aptos" panose="020B0004020202020204" pitchFamily="34" charset="0"/>
              </a:defRPr>
            </a:lvl3pPr>
            <a:lvl4pPr>
              <a:buClr>
                <a:srgbClr val="FF0000"/>
              </a:buClr>
              <a:buFont typeface="Arial" panose="020B0604020202020204" pitchFamily="34" charset="0"/>
              <a:buChar char="•"/>
              <a:defRPr sz="1200" b="0" i="0">
                <a:latin typeface="Aptos" panose="020B0004020202020204" pitchFamily="34" charset="0"/>
              </a:defRPr>
            </a:lvl4pPr>
            <a:lvl5pPr>
              <a:buClr>
                <a:srgbClr val="FF0000"/>
              </a:buClr>
              <a:buFont typeface="Arial" panose="020B0604020202020204" pitchFamily="34" charset="0"/>
              <a:buChar char="•"/>
              <a:defRPr sz="1200" b="0" i="0">
                <a:latin typeface="Aptos" panose="020B00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3C859C19-9915-4771-DF57-184F74283EED}"/>
              </a:ext>
            </a:extLst>
          </p:cNvPr>
          <p:cNvPicPr>
            <a:picLocks noChangeAspect="1"/>
          </p:cNvPicPr>
          <p:nvPr userDrawn="1"/>
        </p:nvPicPr>
        <p:blipFill>
          <a:blip r:embed="rId2"/>
          <a:srcRect/>
          <a:stretch/>
        </p:blipFill>
        <p:spPr>
          <a:xfrm>
            <a:off x="10588697" y="287197"/>
            <a:ext cx="1318688" cy="708658"/>
          </a:xfrm>
          <a:prstGeom prst="rect">
            <a:avLst/>
          </a:prstGeom>
        </p:spPr>
      </p:pic>
      <p:sp>
        <p:nvSpPr>
          <p:cNvPr id="2" name="Rectangle 1">
            <a:extLst>
              <a:ext uri="{FF2B5EF4-FFF2-40B4-BE49-F238E27FC236}">
                <a16:creationId xmlns:a16="http://schemas.microsoft.com/office/drawing/2014/main" id="{2348626B-44E6-C641-25BB-BC9586B527CD}"/>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chemeClr val="bg1"/>
                </a:solidFill>
                <a:latin typeface="Aptos" panose="020B0004020202020204" pitchFamily="34" charset="0"/>
                <a:ea typeface="+mn-ea"/>
                <a:cs typeface="Segoe UI" panose="020B0502040204020203" pitchFamily="34" charset="0"/>
              </a:rPr>
              <a:t> | Page</a:t>
            </a:r>
            <a:r>
              <a:rPr lang="el-GR" sz="800" b="0" i="0" kern="1200">
                <a:solidFill>
                  <a:schemeClr val="bg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chemeClr val="bg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chemeClr val="bg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6A942E19-FE7B-7D9D-3E06-AABDD0482121}"/>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3572084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Standard Content Additional_2">
    <p:bg>
      <p:bgPr>
        <a:solidFill>
          <a:schemeClr val="bg1"/>
        </a:solidFill>
        <a:effectLst/>
      </p:bgPr>
    </p:bg>
    <p:spTree>
      <p:nvGrpSpPr>
        <p:cNvPr id="1" name=""/>
        <p:cNvGrpSpPr/>
        <p:nvPr/>
      </p:nvGrpSpPr>
      <p:grpSpPr>
        <a:xfrm>
          <a:off x="0" y="0"/>
          <a:ext cx="0" cy="0"/>
          <a:chOff x="0" y="0"/>
          <a:chExt cx="0" cy="0"/>
        </a:xfrm>
      </p:grpSpPr>
      <p:sp>
        <p:nvSpPr>
          <p:cNvPr id="9" name="Text Placeholder 34">
            <a:extLst>
              <a:ext uri="{FF2B5EF4-FFF2-40B4-BE49-F238E27FC236}">
                <a16:creationId xmlns:a16="http://schemas.microsoft.com/office/drawing/2014/main" id="{C56E09DB-2170-46BB-92AA-1910C8208B6B}"/>
              </a:ext>
            </a:extLst>
          </p:cNvPr>
          <p:cNvSpPr>
            <a:spLocks noGrp="1"/>
          </p:cNvSpPr>
          <p:nvPr>
            <p:ph type="body" sz="quarter" idx="13" hasCustomPrompt="1"/>
          </p:nvPr>
        </p:nvSpPr>
        <p:spPr>
          <a:xfrm>
            <a:off x="3471696" y="763450"/>
            <a:ext cx="4645219" cy="411124"/>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3" name="Text Placeholder 2">
            <a:extLst>
              <a:ext uri="{FF2B5EF4-FFF2-40B4-BE49-F238E27FC236}">
                <a16:creationId xmlns:a16="http://schemas.microsoft.com/office/drawing/2014/main" id="{93BEDFB0-1CCE-47A8-8378-3F6CD585AC12}"/>
              </a:ext>
            </a:extLst>
          </p:cNvPr>
          <p:cNvSpPr>
            <a:spLocks noGrp="1"/>
          </p:cNvSpPr>
          <p:nvPr>
            <p:ph type="body" sz="quarter" idx="18" hasCustomPrompt="1"/>
          </p:nvPr>
        </p:nvSpPr>
        <p:spPr>
          <a:xfrm>
            <a:off x="3471696" y="279985"/>
            <a:ext cx="4645219" cy="487181"/>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14" name="Text Placeholder 17">
            <a:extLst>
              <a:ext uri="{FF2B5EF4-FFF2-40B4-BE49-F238E27FC236}">
                <a16:creationId xmlns:a16="http://schemas.microsoft.com/office/drawing/2014/main" id="{0B5ED7BC-FFE5-4E6B-B6A2-AA2CE46516AB}"/>
              </a:ext>
            </a:extLst>
          </p:cNvPr>
          <p:cNvSpPr>
            <a:spLocks noGrp="1"/>
          </p:cNvSpPr>
          <p:nvPr>
            <p:ph idx="1" hasCustomPrompt="1"/>
          </p:nvPr>
        </p:nvSpPr>
        <p:spPr>
          <a:xfrm>
            <a:off x="3471696" y="1349259"/>
            <a:ext cx="6160265" cy="3556319"/>
          </a:xfrm>
          <a:prstGeom prst="rect">
            <a:avLst/>
          </a:prstGeom>
        </p:spPr>
        <p:txBody>
          <a:bodyPr vert="horz" lIns="91440" tIns="45720" rIns="91440" bIns="45720" rtlCol="0">
            <a:normAutofit/>
          </a:bodyPr>
          <a:lstStyle>
            <a:lvl1pPr>
              <a:buClr>
                <a:srgbClr val="FF0000"/>
              </a:buClr>
              <a:buFont typeface="Arial" panose="020B0604020202020204" pitchFamily="34" charset="0"/>
              <a:buChar char="•"/>
              <a:defRPr sz="1800" b="0" i="0">
                <a:solidFill>
                  <a:schemeClr val="tx1"/>
                </a:solidFill>
                <a:latin typeface="Aptos" panose="020B0004020202020204" pitchFamily="34" charset="0"/>
              </a:defRPr>
            </a:lvl1pPr>
            <a:lvl2pPr>
              <a:buClr>
                <a:srgbClr val="FF0000"/>
              </a:buClr>
              <a:buSzPct val="90000"/>
              <a:buFont typeface="Arial" panose="020B0604020202020204" pitchFamily="34" charset="0"/>
              <a:buChar char="•"/>
              <a:defRPr sz="1600" b="0" i="0">
                <a:solidFill>
                  <a:schemeClr val="tx1"/>
                </a:solidFill>
                <a:latin typeface="Aptos" panose="020B0004020202020204" pitchFamily="34" charset="0"/>
              </a:defRPr>
            </a:lvl2pPr>
            <a:lvl3pPr>
              <a:buClr>
                <a:srgbClr val="FF0000"/>
              </a:buClr>
              <a:buFont typeface="Arial" panose="020B0604020202020204" pitchFamily="34" charset="0"/>
              <a:buChar char="•"/>
              <a:defRPr sz="1400" b="0" i="0">
                <a:solidFill>
                  <a:schemeClr val="tx1"/>
                </a:solidFill>
                <a:latin typeface="Aptos" panose="020B0004020202020204" pitchFamily="34" charset="0"/>
              </a:defRPr>
            </a:lvl3pPr>
            <a:lvl4pPr>
              <a:buClr>
                <a:srgbClr val="FF0000"/>
              </a:buClr>
              <a:buFont typeface="Arial" panose="020B0604020202020204" pitchFamily="34" charset="0"/>
              <a:buChar char="•"/>
              <a:defRPr sz="1200" b="0" i="0">
                <a:solidFill>
                  <a:schemeClr val="tx1"/>
                </a:solidFill>
                <a:latin typeface="Aptos" panose="020B0004020202020204" pitchFamily="34" charset="0"/>
              </a:defRPr>
            </a:lvl4pPr>
            <a:lvl5pPr>
              <a:buClr>
                <a:srgbClr val="FF0000"/>
              </a:buClr>
              <a:buFont typeface="Arial" panose="020B0604020202020204" pitchFamily="34" charset="0"/>
              <a:buChar char="•"/>
              <a:defRPr sz="1200" b="0" i="0">
                <a:solidFill>
                  <a:schemeClr val="tx1"/>
                </a:solidFill>
                <a:latin typeface="Aptos" panose="020B0004020202020204" pitchFamily="34" charset="0"/>
              </a:defRPr>
            </a:lvl5pPr>
          </a:lstStyle>
          <a:p>
            <a:pPr lvl="0"/>
            <a:r>
              <a:rPr lang="en-US"/>
              <a:t>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79161B2-DBCD-4327-BE57-F8158DD5E8FB}"/>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16" name="Freeform 15">
            <a:extLst>
              <a:ext uri="{FF2B5EF4-FFF2-40B4-BE49-F238E27FC236}">
                <a16:creationId xmlns:a16="http://schemas.microsoft.com/office/drawing/2014/main" id="{05DA0014-724C-C990-B1A3-A636E3B3724A}"/>
              </a:ext>
            </a:extLst>
          </p:cNvPr>
          <p:cNvSpPr/>
          <p:nvPr userDrawn="1"/>
        </p:nvSpPr>
        <p:spPr>
          <a:xfrm>
            <a:off x="1" y="0"/>
            <a:ext cx="3836691" cy="6858000"/>
          </a:xfrm>
          <a:custGeom>
            <a:avLst/>
            <a:gdLst>
              <a:gd name="csX0" fmla="*/ 0 w 3836691"/>
              <a:gd name="csY0" fmla="*/ 0 h 6858000"/>
              <a:gd name="csX1" fmla="*/ 3836691 w 3836691"/>
              <a:gd name="csY1" fmla="*/ 0 h 6858000"/>
              <a:gd name="csX2" fmla="*/ 3731658 w 3836691"/>
              <a:gd name="csY2" fmla="*/ 67498 h 6858000"/>
              <a:gd name="csX3" fmla="*/ 2137153 w 3836691"/>
              <a:gd name="csY3" fmla="*/ 3429001 h 6858000"/>
              <a:gd name="csX4" fmla="*/ 3731658 w 3836691"/>
              <a:gd name="csY4" fmla="*/ 6790504 h 6858000"/>
              <a:gd name="csX5" fmla="*/ 3836688 w 3836691"/>
              <a:gd name="csY5" fmla="*/ 6858000 h 6858000"/>
              <a:gd name="csX6" fmla="*/ 0 w 3836691"/>
              <a:gd name="csY6" fmla="*/ 6858000 h 6858000"/>
              <a:gd name="csX7" fmla="*/ 0 w 3836691"/>
              <a:gd name="csY7"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36691" h="6858000">
                <a:moveTo>
                  <a:pt x="0" y="0"/>
                </a:moveTo>
                <a:lnTo>
                  <a:pt x="3836691" y="0"/>
                </a:lnTo>
                <a:lnTo>
                  <a:pt x="3731658" y="67498"/>
                </a:lnTo>
                <a:cubicBezTo>
                  <a:pt x="2781899" y="714867"/>
                  <a:pt x="2137153" y="1977460"/>
                  <a:pt x="2137153" y="3429001"/>
                </a:cubicBezTo>
                <a:cubicBezTo>
                  <a:pt x="2137153" y="4880543"/>
                  <a:pt x="2781899" y="6143136"/>
                  <a:pt x="3731658" y="6790504"/>
                </a:cubicBezTo>
                <a:lnTo>
                  <a:pt x="3836688" y="6858000"/>
                </a:lnTo>
                <a:lnTo>
                  <a:pt x="0" y="6858000"/>
                </a:lnTo>
                <a:lnTo>
                  <a:pt x="0" y="0"/>
                </a:lnTo>
                <a:close/>
              </a:path>
            </a:pathLst>
          </a:custGeom>
          <a:solidFill>
            <a:srgbClr val="EC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R"/>
          </a:p>
        </p:txBody>
      </p:sp>
      <p:sp>
        <p:nvSpPr>
          <p:cNvPr id="20" name="Text Placeholder 17">
            <a:extLst>
              <a:ext uri="{FF2B5EF4-FFF2-40B4-BE49-F238E27FC236}">
                <a16:creationId xmlns:a16="http://schemas.microsoft.com/office/drawing/2014/main" id="{E5B62681-B6A2-5FF5-AFA0-D8EE77716859}"/>
              </a:ext>
            </a:extLst>
          </p:cNvPr>
          <p:cNvSpPr>
            <a:spLocks noGrp="1"/>
          </p:cNvSpPr>
          <p:nvPr>
            <p:ph idx="19" hasCustomPrompt="1"/>
          </p:nvPr>
        </p:nvSpPr>
        <p:spPr>
          <a:xfrm>
            <a:off x="201058" y="1984528"/>
            <a:ext cx="1750610" cy="3556319"/>
          </a:xfrm>
          <a:prstGeom prst="rect">
            <a:avLst/>
          </a:prstGeom>
        </p:spPr>
        <p:txBody>
          <a:bodyPr vert="horz" lIns="91440" tIns="45720" rIns="91440" bIns="45720" rtlCol="0">
            <a:normAutofit/>
          </a:bodyPr>
          <a:lstStyle>
            <a:lvl1pPr>
              <a:defRPr sz="1800" b="0" i="0">
                <a:solidFill>
                  <a:schemeClr val="bg1"/>
                </a:solidFill>
                <a:latin typeface="Aptos" panose="020B0004020202020204" pitchFamily="34" charset="0"/>
              </a:defRPr>
            </a:lvl1pPr>
            <a:lvl2pPr>
              <a:defRPr>
                <a:solidFill>
                  <a:schemeClr val="bg1"/>
                </a:solidFill>
                <a:latin typeface="PF BeauSans Pro Bbook" panose="02000503030000020004" pitchFamily="50" charset="0"/>
              </a:defRPr>
            </a:lvl2pPr>
            <a:lvl3pPr>
              <a:defRPr>
                <a:solidFill>
                  <a:schemeClr val="bg1"/>
                </a:solidFill>
                <a:latin typeface="PF BeauSans Pro Bbook" panose="02000503030000020004" pitchFamily="50" charset="0"/>
              </a:defRPr>
            </a:lvl3pPr>
            <a:lvl4pPr>
              <a:defRPr>
                <a:solidFill>
                  <a:schemeClr val="bg1"/>
                </a:solidFill>
                <a:latin typeface="PF BeauSans Pro Bbook" panose="02000503030000020004" pitchFamily="50" charset="0"/>
              </a:defRPr>
            </a:lvl4pPr>
            <a:lvl5pPr>
              <a:defRPr>
                <a:solidFill>
                  <a:schemeClr val="bg1"/>
                </a:solidFill>
                <a:latin typeface="PF BeauSans Pro Bbook" panose="02000503030000020004" pitchFamily="50" charset="0"/>
              </a:defRPr>
            </a:lvl5pPr>
          </a:lstStyle>
          <a:p>
            <a:pPr lvl="0"/>
            <a:r>
              <a:rPr lang="en-US"/>
              <a:t>Edit Master text styles</a:t>
            </a:r>
          </a:p>
        </p:txBody>
      </p:sp>
      <p:sp>
        <p:nvSpPr>
          <p:cNvPr id="2" name="Rectangle 1">
            <a:extLst>
              <a:ext uri="{FF2B5EF4-FFF2-40B4-BE49-F238E27FC236}">
                <a16:creationId xmlns:a16="http://schemas.microsoft.com/office/drawing/2014/main" id="{26A5062F-59B6-9D11-D323-29C00AF85043}"/>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10FE7C52-8A79-1CF5-2DE0-A8CD1FE1DB28}"/>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3878672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Standard Content Additional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7">
            <a:extLst>
              <a:ext uri="{FF2B5EF4-FFF2-40B4-BE49-F238E27FC236}">
                <a16:creationId xmlns:a16="http://schemas.microsoft.com/office/drawing/2014/main" id="{9C3D7FC1-76CC-4A32-88E4-3D5171902622}"/>
              </a:ext>
            </a:extLst>
          </p:cNvPr>
          <p:cNvSpPr>
            <a:spLocks noGrp="1"/>
          </p:cNvSpPr>
          <p:nvPr>
            <p:ph idx="19" hasCustomPrompt="1"/>
          </p:nvPr>
        </p:nvSpPr>
        <p:spPr>
          <a:xfrm>
            <a:off x="549773" y="1172787"/>
            <a:ext cx="3832221" cy="4349239"/>
          </a:xfrm>
          <a:prstGeom prst="rect">
            <a:avLst/>
          </a:prstGeom>
        </p:spPr>
        <p:txBody>
          <a:bodyPr vert="horz" lIns="91440" tIns="45720" rIns="91440" bIns="45720" rtlCol="0">
            <a:normAutofit/>
          </a:bodyPr>
          <a:lstStyle>
            <a:lvl1pPr>
              <a:defRPr sz="1800" b="0" i="0">
                <a:solidFill>
                  <a:schemeClr val="bg1"/>
                </a:solidFill>
                <a:latin typeface="Aptos" panose="020B0004020202020204" pitchFamily="34" charset="0"/>
              </a:defRPr>
            </a:lvl1pPr>
            <a:lvl2pPr>
              <a:defRPr>
                <a:solidFill>
                  <a:schemeClr val="bg1"/>
                </a:solidFill>
                <a:latin typeface="PF BeauSans Pro Bbook" panose="02000503030000020004" pitchFamily="50" charset="0"/>
              </a:defRPr>
            </a:lvl2pPr>
            <a:lvl3pPr>
              <a:defRPr>
                <a:solidFill>
                  <a:schemeClr val="bg1"/>
                </a:solidFill>
                <a:latin typeface="PF BeauSans Pro Bbook" panose="02000503030000020004" pitchFamily="50" charset="0"/>
              </a:defRPr>
            </a:lvl3pPr>
            <a:lvl4pPr>
              <a:defRPr>
                <a:solidFill>
                  <a:schemeClr val="bg1"/>
                </a:solidFill>
                <a:latin typeface="PF BeauSans Pro Bbook" panose="02000503030000020004" pitchFamily="50" charset="0"/>
              </a:defRPr>
            </a:lvl4pPr>
            <a:lvl5pPr>
              <a:defRPr>
                <a:solidFill>
                  <a:schemeClr val="bg1"/>
                </a:solidFill>
                <a:latin typeface="PF BeauSans Pro Bbook" panose="02000503030000020004" pitchFamily="50" charset="0"/>
              </a:defRPr>
            </a:lvl5pPr>
          </a:lstStyle>
          <a:p>
            <a:pPr lvl="0"/>
            <a:r>
              <a:rPr lang="en-US"/>
              <a:t>Edit Master text styles</a:t>
            </a:r>
          </a:p>
        </p:txBody>
      </p:sp>
      <p:sp>
        <p:nvSpPr>
          <p:cNvPr id="11" name="Text Placeholder 34">
            <a:extLst>
              <a:ext uri="{FF2B5EF4-FFF2-40B4-BE49-F238E27FC236}">
                <a16:creationId xmlns:a16="http://schemas.microsoft.com/office/drawing/2014/main" id="{1D79CCBA-8EE0-46D2-BAB5-C3380BF19A89}"/>
              </a:ext>
            </a:extLst>
          </p:cNvPr>
          <p:cNvSpPr>
            <a:spLocks noGrp="1"/>
          </p:cNvSpPr>
          <p:nvPr>
            <p:ph type="body" sz="quarter" idx="13" hasCustomPrompt="1"/>
          </p:nvPr>
        </p:nvSpPr>
        <p:spPr>
          <a:xfrm>
            <a:off x="5445630" y="763450"/>
            <a:ext cx="4942901" cy="407988"/>
          </a:xfrm>
          <a:prstGeom prst="rect">
            <a:avLst/>
          </a:prstGeom>
        </p:spPr>
        <p:txBody>
          <a:bodyPr>
            <a:noAutofit/>
          </a:bodyPr>
          <a:lstStyle>
            <a:lvl1pPr marL="0" indent="0" algn="l">
              <a:buNone/>
              <a:defRPr lang="en-US" sz="2400" b="0" i="0" kern="1200" spc="0" baseline="0" dirty="0">
                <a:solidFill>
                  <a:srgbClr val="FF0000"/>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Presentation Subtitle</a:t>
            </a:r>
          </a:p>
        </p:txBody>
      </p:sp>
      <p:sp>
        <p:nvSpPr>
          <p:cNvPr id="15" name="Text Placeholder 2">
            <a:extLst>
              <a:ext uri="{FF2B5EF4-FFF2-40B4-BE49-F238E27FC236}">
                <a16:creationId xmlns:a16="http://schemas.microsoft.com/office/drawing/2014/main" id="{02A163A4-E393-4C3D-B544-D23739957622}"/>
              </a:ext>
            </a:extLst>
          </p:cNvPr>
          <p:cNvSpPr>
            <a:spLocks noGrp="1"/>
          </p:cNvSpPr>
          <p:nvPr>
            <p:ph type="body" sz="quarter" idx="18" hasCustomPrompt="1"/>
          </p:nvPr>
        </p:nvSpPr>
        <p:spPr>
          <a:xfrm>
            <a:off x="5445630" y="279985"/>
            <a:ext cx="4942901"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Title</a:t>
            </a:r>
          </a:p>
        </p:txBody>
      </p:sp>
      <p:sp>
        <p:nvSpPr>
          <p:cNvPr id="16" name="Text Placeholder 17">
            <a:extLst>
              <a:ext uri="{FF2B5EF4-FFF2-40B4-BE49-F238E27FC236}">
                <a16:creationId xmlns:a16="http://schemas.microsoft.com/office/drawing/2014/main" id="{C06BE8E5-9E3E-4FBE-A2BB-B4C8D6E4D907}"/>
              </a:ext>
            </a:extLst>
          </p:cNvPr>
          <p:cNvSpPr>
            <a:spLocks noGrp="1"/>
          </p:cNvSpPr>
          <p:nvPr>
            <p:ph idx="1" hasCustomPrompt="1"/>
          </p:nvPr>
        </p:nvSpPr>
        <p:spPr>
          <a:xfrm>
            <a:off x="6193776" y="1349259"/>
            <a:ext cx="5713610" cy="3556319"/>
          </a:xfrm>
          <a:prstGeom prst="rect">
            <a:avLst/>
          </a:prstGeom>
        </p:spPr>
        <p:txBody>
          <a:bodyPr vert="horz" lIns="91440" tIns="45720" rIns="91440" bIns="45720" rtlCol="0">
            <a:normAutofit/>
          </a:bodyPr>
          <a:lstStyle>
            <a:lvl1pPr>
              <a:buClr>
                <a:srgbClr val="FF0000"/>
              </a:buClr>
              <a:buFont typeface="Arial" panose="020B0604020202020204" pitchFamily="34" charset="0"/>
              <a:buChar char="•"/>
              <a:defRPr sz="1800" b="0" i="0">
                <a:solidFill>
                  <a:schemeClr val="tx1"/>
                </a:solidFill>
                <a:latin typeface="Aptos" panose="020B0004020202020204" pitchFamily="34" charset="0"/>
              </a:defRPr>
            </a:lvl1pPr>
            <a:lvl2pPr>
              <a:buClr>
                <a:srgbClr val="FF0000"/>
              </a:buClr>
              <a:buSzPct val="90000"/>
              <a:buFont typeface="Arial" panose="020B0604020202020204" pitchFamily="34" charset="0"/>
              <a:buChar char="•"/>
              <a:defRPr sz="1600" b="0" i="0">
                <a:solidFill>
                  <a:schemeClr val="tx1"/>
                </a:solidFill>
                <a:latin typeface="Aptos" panose="020B0004020202020204" pitchFamily="34" charset="0"/>
              </a:defRPr>
            </a:lvl2pPr>
            <a:lvl3pPr>
              <a:buClr>
                <a:srgbClr val="FF0000"/>
              </a:buClr>
              <a:buFont typeface="Arial" panose="020B0604020202020204" pitchFamily="34" charset="0"/>
              <a:buChar char="•"/>
              <a:defRPr sz="1400" b="0" i="0">
                <a:solidFill>
                  <a:schemeClr val="tx1"/>
                </a:solidFill>
                <a:latin typeface="Aptos" panose="020B0004020202020204" pitchFamily="34" charset="0"/>
              </a:defRPr>
            </a:lvl3pPr>
            <a:lvl4pPr>
              <a:buClr>
                <a:srgbClr val="FF0000"/>
              </a:buClr>
              <a:buFont typeface="Arial" panose="020B0604020202020204" pitchFamily="34" charset="0"/>
              <a:buChar char="•"/>
              <a:defRPr sz="1200" b="0" i="0">
                <a:solidFill>
                  <a:schemeClr val="tx1"/>
                </a:solidFill>
                <a:latin typeface="Aptos" panose="020B0004020202020204" pitchFamily="34" charset="0"/>
              </a:defRPr>
            </a:lvl4pPr>
            <a:lvl5pPr>
              <a:buClr>
                <a:srgbClr val="FF0000"/>
              </a:buClr>
              <a:buFont typeface="Arial" panose="020B0604020202020204" pitchFamily="34" charset="0"/>
              <a:buChar char="•"/>
              <a:defRPr sz="1200" b="0" i="0">
                <a:solidFill>
                  <a:schemeClr val="tx1"/>
                </a:solidFill>
                <a:latin typeface="Aptos" panose="020B0004020202020204" pitchFamily="34" charset="0"/>
              </a:defRPr>
            </a:lvl5pPr>
          </a:lstStyle>
          <a:p>
            <a:pPr lvl="0"/>
            <a:r>
              <a:rPr lang="en-US"/>
              <a:t>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7E1E416C-FD7A-4363-2362-D13E3D673A6D}"/>
              </a:ext>
            </a:extLst>
          </p:cNvPr>
          <p:cNvPicPr>
            <a:picLocks noChangeAspect="1"/>
          </p:cNvPicPr>
          <p:nvPr userDrawn="1"/>
        </p:nvPicPr>
        <p:blipFill>
          <a:blip r:embed="rId3"/>
          <a:srcRect/>
          <a:stretch/>
        </p:blipFill>
        <p:spPr>
          <a:xfrm>
            <a:off x="10588696" y="287197"/>
            <a:ext cx="1318690" cy="708658"/>
          </a:xfrm>
          <a:prstGeom prst="rect">
            <a:avLst/>
          </a:prstGeom>
        </p:spPr>
      </p:pic>
      <p:sp>
        <p:nvSpPr>
          <p:cNvPr id="2" name="Rectangle 1">
            <a:extLst>
              <a:ext uri="{FF2B5EF4-FFF2-40B4-BE49-F238E27FC236}">
                <a16:creationId xmlns:a16="http://schemas.microsoft.com/office/drawing/2014/main" id="{CB279AD4-699D-813A-80F2-00B0E8C4630F}"/>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3403FB82-8EA0-E9F0-7377-B7E8055B5FBF}"/>
              </a:ext>
            </a:extLst>
          </p:cNvPr>
          <p:cNvSpPr/>
          <p:nvPr userDrawn="1"/>
        </p:nvSpPr>
        <p:spPr>
          <a:xfrm>
            <a:off x="1491563"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chemeClr val="bg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chemeClr val="bg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9751839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Content White_icons">
    <p:bg>
      <p:bgPr>
        <a:solidFill>
          <a:schemeClr val="bg1"/>
        </a:solidFill>
        <a:effectLst/>
      </p:bgPr>
    </p:bg>
    <p:spTree>
      <p:nvGrpSpPr>
        <p:cNvPr id="1" name=""/>
        <p:cNvGrpSpPr/>
        <p:nvPr/>
      </p:nvGrpSpPr>
      <p:grpSpPr>
        <a:xfrm>
          <a:off x="0" y="0"/>
          <a:ext cx="0" cy="0"/>
          <a:chOff x="0" y="0"/>
          <a:chExt cx="0" cy="0"/>
        </a:xfrm>
      </p:grpSpPr>
      <p:sp>
        <p:nvSpPr>
          <p:cNvPr id="2" name="Text Placeholder 34">
            <a:extLst>
              <a:ext uri="{FF2B5EF4-FFF2-40B4-BE49-F238E27FC236}">
                <a16:creationId xmlns:a16="http://schemas.microsoft.com/office/drawing/2014/main" id="{AD74FF33-6B74-46FD-A1BA-8BF62ABC3384}"/>
              </a:ext>
            </a:extLst>
          </p:cNvPr>
          <p:cNvSpPr>
            <a:spLocks noGrp="1"/>
          </p:cNvSpPr>
          <p:nvPr>
            <p:ph type="body" sz="quarter" idx="13" hasCustomPrompt="1"/>
          </p:nvPr>
        </p:nvSpPr>
        <p:spPr>
          <a:xfrm>
            <a:off x="382655" y="763450"/>
            <a:ext cx="10061825" cy="407988"/>
          </a:xfrm>
          <a:prstGeom prst="rect">
            <a:avLst/>
          </a:prstGeom>
        </p:spPr>
        <p:txBody>
          <a:bodyPr>
            <a:noAutofit/>
          </a:bodyPr>
          <a:lstStyle>
            <a:lvl1pPr marL="0" indent="0" algn="l">
              <a:buNone/>
              <a:defRPr lang="en-US" sz="2400" b="0" i="0" kern="1200" spc="0" baseline="0" dirty="0">
                <a:solidFill>
                  <a:srgbClr val="EE1C24"/>
                </a:solidFill>
                <a:latin typeface="Aptos" panose="020B0004020202020204" pitchFamily="34" charset="0"/>
                <a:ea typeface="+mj-ea"/>
                <a:cs typeface="Segoe UI Light" panose="020B0502040204020203" pitchFamily="34" charset="0"/>
              </a:defRPr>
            </a:lvl1pPr>
            <a:lvl2pPr>
              <a:defRPr sz="3000" b="0" i="0">
                <a:latin typeface="PF BeauSans Pro Light" panose="02000500000000020004" pitchFamily="2" charset="0"/>
              </a:defRPr>
            </a:lvl2pPr>
            <a:lvl3pPr>
              <a:defRPr sz="3000" b="0" i="0">
                <a:latin typeface="PF BeauSans Pro Light" panose="02000500000000020004" pitchFamily="2" charset="0"/>
              </a:defRPr>
            </a:lvl3pPr>
            <a:lvl4pPr>
              <a:defRPr sz="3000" b="0" i="0">
                <a:latin typeface="PF BeauSans Pro Light" panose="02000500000000020004" pitchFamily="2" charset="0"/>
              </a:defRPr>
            </a:lvl4pPr>
            <a:lvl5pPr>
              <a:defRPr sz="3000" b="0" i="0">
                <a:latin typeface="PF BeauSans Pro Light" panose="02000500000000020004" pitchFamily="2" charset="0"/>
              </a:defRPr>
            </a:lvl5pPr>
          </a:lstStyle>
          <a:p>
            <a:pPr lvl="0"/>
            <a:r>
              <a:rPr lang="en-US"/>
              <a:t>Do not mix bitmap with vector icons</a:t>
            </a:r>
          </a:p>
        </p:txBody>
      </p:sp>
      <p:sp>
        <p:nvSpPr>
          <p:cNvPr id="3" name="Text Placeholder 2">
            <a:extLst>
              <a:ext uri="{FF2B5EF4-FFF2-40B4-BE49-F238E27FC236}">
                <a16:creationId xmlns:a16="http://schemas.microsoft.com/office/drawing/2014/main" id="{8FC09B50-694F-4CF8-BEF2-6100755EF91F}"/>
              </a:ext>
            </a:extLst>
          </p:cNvPr>
          <p:cNvSpPr>
            <a:spLocks noGrp="1"/>
          </p:cNvSpPr>
          <p:nvPr>
            <p:ph type="body" sz="quarter" idx="18" hasCustomPrompt="1"/>
          </p:nvPr>
        </p:nvSpPr>
        <p:spPr>
          <a:xfrm>
            <a:off x="382655" y="279985"/>
            <a:ext cx="10061825" cy="483465"/>
          </a:xfrm>
          <a:prstGeom prst="rect">
            <a:avLst/>
          </a:prstGeom>
        </p:spPr>
        <p:txBody>
          <a:bodyPr>
            <a:noAutofit/>
          </a:bodyPr>
          <a:lstStyle>
            <a:lvl1pPr marL="0" indent="0" algn="l">
              <a:buNone/>
              <a:defRPr lang="en-US" sz="3200" b="1" i="0" kern="1200" spc="0" baseline="0" dirty="0" smtClean="0">
                <a:solidFill>
                  <a:schemeClr val="tx1"/>
                </a:solidFill>
                <a:latin typeface="Aptos" panose="020B0004020202020204" pitchFamily="34" charset="0"/>
                <a:ea typeface="+mj-ea"/>
                <a:cs typeface="Segoe UI Light" panose="020B0502040204020203" pitchFamily="34" charset="0"/>
              </a:defRPr>
            </a:lvl1pPr>
            <a:lvl2pPr>
              <a:defRPr sz="4400" b="1" i="0">
                <a:latin typeface="Segoe UI" panose="020B0502040204020203" pitchFamily="34" charset="0"/>
                <a:cs typeface="Segoe UI" panose="020B0502040204020203" pitchFamily="34" charset="0"/>
              </a:defRPr>
            </a:lvl2pPr>
            <a:lvl3pPr>
              <a:defRPr sz="4400" b="1" i="0">
                <a:latin typeface="Segoe UI" panose="020B0502040204020203" pitchFamily="34" charset="0"/>
                <a:cs typeface="Segoe UI" panose="020B0502040204020203" pitchFamily="34" charset="0"/>
              </a:defRPr>
            </a:lvl3pPr>
            <a:lvl4pPr>
              <a:defRPr sz="4400" b="1" i="0">
                <a:latin typeface="Segoe UI" panose="020B0502040204020203" pitchFamily="34" charset="0"/>
                <a:cs typeface="Segoe UI" panose="020B0502040204020203" pitchFamily="34" charset="0"/>
              </a:defRPr>
            </a:lvl4pPr>
            <a:lvl5pPr>
              <a:defRPr sz="4400" b="1" i="0">
                <a:latin typeface="Segoe UI" panose="020B0502040204020203" pitchFamily="34" charset="0"/>
                <a:cs typeface="Segoe UI" panose="020B0502040204020203" pitchFamily="34" charset="0"/>
              </a:defRPr>
            </a:lvl5pPr>
          </a:lstStyle>
          <a:p>
            <a:pPr lvl="0"/>
            <a:r>
              <a:rPr lang="en-US"/>
              <a:t>Sample Icons (bitmap)</a:t>
            </a:r>
          </a:p>
        </p:txBody>
      </p:sp>
      <p:pic>
        <p:nvPicPr>
          <p:cNvPr id="4" name="Picture 3">
            <a:extLst>
              <a:ext uri="{FF2B5EF4-FFF2-40B4-BE49-F238E27FC236}">
                <a16:creationId xmlns:a16="http://schemas.microsoft.com/office/drawing/2014/main" id="{D1803C63-F656-C225-FEF9-2530E929DBB8}"/>
              </a:ext>
            </a:extLst>
          </p:cNvPr>
          <p:cNvPicPr>
            <a:picLocks noChangeAspect="1"/>
          </p:cNvPicPr>
          <p:nvPr userDrawn="1"/>
        </p:nvPicPr>
        <p:blipFill>
          <a:blip r:embed="rId2"/>
          <a:srcRect/>
          <a:stretch/>
        </p:blipFill>
        <p:spPr>
          <a:xfrm>
            <a:off x="10588696" y="287197"/>
            <a:ext cx="1318690" cy="708658"/>
          </a:xfrm>
          <a:prstGeom prst="rect">
            <a:avLst/>
          </a:prstGeom>
        </p:spPr>
      </p:pic>
      <p:sp>
        <p:nvSpPr>
          <p:cNvPr id="5" name="Rectangle 4">
            <a:extLst>
              <a:ext uri="{FF2B5EF4-FFF2-40B4-BE49-F238E27FC236}">
                <a16:creationId xmlns:a16="http://schemas.microsoft.com/office/drawing/2014/main" id="{C4EBBE52-DBFE-6A9D-1BFC-1BC9DC8AA37B}"/>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
        <p:nvSpPr>
          <p:cNvPr id="6" name="Rectangle 5">
            <a:extLst>
              <a:ext uri="{FF2B5EF4-FFF2-40B4-BE49-F238E27FC236}">
                <a16:creationId xmlns:a16="http://schemas.microsoft.com/office/drawing/2014/main" id="{C3F1CD4E-C398-121F-D3BE-7BB19FA1DF1E}"/>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750659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Disclaimer">
    <p:spTree>
      <p:nvGrpSpPr>
        <p:cNvPr id="1" name=""/>
        <p:cNvGrpSpPr/>
        <p:nvPr/>
      </p:nvGrpSpPr>
      <p:grpSpPr>
        <a:xfrm>
          <a:off x="0" y="0"/>
          <a:ext cx="0" cy="0"/>
          <a:chOff x="0" y="0"/>
          <a:chExt cx="0" cy="0"/>
        </a:xfrm>
      </p:grpSpPr>
      <p:pic>
        <p:nvPicPr>
          <p:cNvPr id="10" name="Picture 9" descr="A red text on a black background&#10;&#10;AI-generated content may be incorrect.">
            <a:extLst>
              <a:ext uri="{FF2B5EF4-FFF2-40B4-BE49-F238E27FC236}">
                <a16:creationId xmlns:a16="http://schemas.microsoft.com/office/drawing/2014/main" id="{67493D07-6A8A-D1B4-A4AE-CDE960CD9A4E}"/>
              </a:ext>
            </a:extLst>
          </p:cNvPr>
          <p:cNvPicPr>
            <a:picLocks noChangeAspect="1"/>
          </p:cNvPicPr>
          <p:nvPr userDrawn="1"/>
        </p:nvPicPr>
        <p:blipFill>
          <a:blip r:embed="rId2"/>
          <a:stretch>
            <a:fillRect/>
          </a:stretch>
        </p:blipFill>
        <p:spPr>
          <a:xfrm>
            <a:off x="524194" y="1776402"/>
            <a:ext cx="4164837" cy="2946586"/>
          </a:xfrm>
          <a:prstGeom prst="rect">
            <a:avLst/>
          </a:prstGeom>
        </p:spPr>
      </p:pic>
      <p:sp>
        <p:nvSpPr>
          <p:cNvPr id="4" name="TextBox 3">
            <a:extLst>
              <a:ext uri="{FF2B5EF4-FFF2-40B4-BE49-F238E27FC236}">
                <a16:creationId xmlns:a16="http://schemas.microsoft.com/office/drawing/2014/main" id="{61542EF2-74F9-F86A-88E1-DBB3A9A3452D}"/>
              </a:ext>
            </a:extLst>
          </p:cNvPr>
          <p:cNvSpPr txBox="1"/>
          <p:nvPr userDrawn="1"/>
        </p:nvSpPr>
        <p:spPr>
          <a:xfrm>
            <a:off x="6360159" y="1854017"/>
            <a:ext cx="4830745" cy="2842188"/>
          </a:xfrm>
          <a:prstGeom prst="rect">
            <a:avLst/>
          </a:prstGeom>
          <a:noFill/>
        </p:spPr>
        <p:txBody>
          <a:bodyPr wrap="square" rtlCol="0">
            <a:spAutoFit/>
          </a:bodyPr>
          <a:lstStyle/>
          <a:p>
            <a:pPr>
              <a:lnSpc>
                <a:spcPct val="125000"/>
              </a:lnSpc>
            </a:pPr>
            <a:r>
              <a:rPr lang="en-US" sz="1600" b="0" i="0" u="none" strike="noStrike" kern="1200">
                <a:solidFill>
                  <a:schemeClr val="tx1"/>
                </a:solidFill>
                <a:effectLst/>
                <a:latin typeface="+mn-lt"/>
                <a:ea typeface="+mn-ea"/>
                <a:cs typeface="+mn-cs"/>
              </a:rPr>
              <a:t>This document and its contents are confidential and prepared solely for your use, and may not be reproduced, redistributed or passed on to any other person in whole or in part, unless otherwise expressly agreed with you. </a:t>
            </a:r>
          </a:p>
          <a:p>
            <a:pPr>
              <a:lnSpc>
                <a:spcPct val="125000"/>
              </a:lnSpc>
            </a:pPr>
            <a:r>
              <a:rPr lang="en-US" sz="1600" b="0" i="0" u="none" strike="noStrike" kern="1200">
                <a:solidFill>
                  <a:schemeClr val="tx1"/>
                </a:solidFill>
                <a:effectLst/>
                <a:latin typeface="+mn-lt"/>
                <a:ea typeface="+mn-ea"/>
                <a:cs typeface="+mn-cs"/>
              </a:rPr>
              <a:t>No other party is entitled to rely on this document for any purpose whatsoever and we accept no liability to any other party, who is provided with or obtains access or relies to this document.</a:t>
            </a:r>
            <a:endParaRPr lang="en-GR" sz="1600"/>
          </a:p>
        </p:txBody>
      </p:sp>
      <p:cxnSp>
        <p:nvCxnSpPr>
          <p:cNvPr id="8" name="Straight Connector 7">
            <a:extLst>
              <a:ext uri="{FF2B5EF4-FFF2-40B4-BE49-F238E27FC236}">
                <a16:creationId xmlns:a16="http://schemas.microsoft.com/office/drawing/2014/main" id="{3E7197BA-53F7-6BDF-9BD4-7D08B82D8E74}"/>
              </a:ext>
            </a:extLst>
          </p:cNvPr>
          <p:cNvCxnSpPr/>
          <p:nvPr userDrawn="1"/>
        </p:nvCxnSpPr>
        <p:spPr>
          <a:xfrm>
            <a:off x="5394960" y="1473200"/>
            <a:ext cx="0" cy="3911600"/>
          </a:xfrm>
          <a:prstGeom prst="line">
            <a:avLst/>
          </a:prstGeom>
          <a:ln w="635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0970EF25-60BD-D5CC-3DC2-7D82F4518AD1}"/>
              </a:ext>
            </a:extLst>
          </p:cNvPr>
          <p:cNvSpPr/>
          <p:nvPr userDrawn="1"/>
        </p:nvSpPr>
        <p:spPr>
          <a:xfrm>
            <a:off x="182880" y="6611779"/>
            <a:ext cx="2317039"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0" i="0" kern="1200">
                <a:solidFill>
                  <a:srgbClr val="121B21"/>
                </a:solidFill>
                <a:latin typeface="Aptos" panose="020B0004020202020204" pitchFamily="34" charset="0"/>
                <a:ea typeface="+mn-ea"/>
                <a:cs typeface="Segoe UI" panose="020B0502040204020203" pitchFamily="34" charset="0"/>
              </a:rPr>
              <a:t>© 2026 Bally’s Intralot. All rights reserved.</a:t>
            </a:r>
            <a:endParaRPr lang="el-GR" sz="800" b="0" i="0" kern="1200">
              <a:solidFill>
                <a:srgbClr val="121B21"/>
              </a:solidFill>
              <a:latin typeface="Aptos" panose="020B0004020202020204" pitchFamily="34" charset="0"/>
              <a:ea typeface="+mn-ea"/>
              <a:cs typeface="Segoe UI" panose="020B0502040204020203" pitchFamily="34" charset="0"/>
            </a:endParaRPr>
          </a:p>
        </p:txBody>
      </p:sp>
      <p:sp>
        <p:nvSpPr>
          <p:cNvPr id="3" name="Rectangle 2">
            <a:extLst>
              <a:ext uri="{FF2B5EF4-FFF2-40B4-BE49-F238E27FC236}">
                <a16:creationId xmlns:a16="http://schemas.microsoft.com/office/drawing/2014/main" id="{3BD0ABC7-C3D7-218D-2BAC-94108BE6C1F8}"/>
              </a:ext>
            </a:extLst>
          </p:cNvPr>
          <p:cNvSpPr/>
          <p:nvPr userDrawn="1"/>
        </p:nvSpPr>
        <p:spPr>
          <a:xfrm>
            <a:off x="10555605" y="6634289"/>
            <a:ext cx="1636395" cy="246221"/>
          </a:xfrm>
          <a:prstGeom prst="rect">
            <a:avLst/>
          </a:prstGeom>
        </p:spPr>
        <p:txBody>
          <a:bodyPr wrap="square">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F3D2833B-A498-BD44-B306-44BA1E1AB04C}" type="datetime4">
              <a:rPr lang="en-US" sz="800" b="0" i="0" kern="1200" smtClean="0">
                <a:solidFill>
                  <a:schemeClr val="tx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February 17, 2026</a:t>
            </a:fld>
            <a:r>
              <a:rPr lang="en-US" sz="800" b="0" i="0" kern="1200">
                <a:solidFill>
                  <a:srgbClr val="EC0000"/>
                </a:solidFill>
                <a:latin typeface="Aptos" panose="020B0004020202020204" pitchFamily="34" charset="0"/>
                <a:ea typeface="+mn-ea"/>
                <a:cs typeface="Segoe UI" panose="020B0502040204020203" pitchFamily="34" charset="0"/>
              </a:rPr>
              <a:t> | </a:t>
            </a:r>
            <a:r>
              <a:rPr lang="en-US" sz="800" b="0" i="0" kern="1200">
                <a:solidFill>
                  <a:srgbClr val="121B21"/>
                </a:solidFill>
                <a:latin typeface="Aptos" panose="020B0004020202020204" pitchFamily="34" charset="0"/>
                <a:ea typeface="+mn-ea"/>
                <a:cs typeface="Segoe UI" panose="020B0502040204020203" pitchFamily="34" charset="0"/>
              </a:rPr>
              <a:t>Page</a:t>
            </a:r>
            <a:r>
              <a:rPr lang="el-GR" sz="800" b="0" i="0" kern="1200">
                <a:solidFill>
                  <a:srgbClr val="121B21"/>
                </a:solidFill>
                <a:latin typeface="Aptos" panose="020B0004020202020204" pitchFamily="34" charset="0"/>
                <a:ea typeface="+mn-ea"/>
                <a:cs typeface="Segoe UI" panose="020B0502040204020203" pitchFamily="34" charset="0"/>
              </a:rPr>
              <a:t> </a:t>
            </a:r>
            <a:fld id="{433BEBFB-8296-4116-ACFE-2458B0133817}" type="slidenum">
              <a:rPr lang="el-GR" sz="1000" b="1" i="0" kern="1200" smtClean="0">
                <a:solidFill>
                  <a:srgbClr val="121B21"/>
                </a:solidFill>
                <a:latin typeface="Aptos" panose="020B0004020202020204" pitchFamily="34" charset="0"/>
                <a:ea typeface="+mn-ea"/>
                <a:cs typeface="Segoe UI" panose="020B0502040204020203"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l-GR" sz="1000" b="1" i="0" kern="1200">
              <a:solidFill>
                <a:srgbClr val="121B21"/>
              </a:solidFill>
              <a:latin typeface="Aptos" panose="020B0004020202020204" pitchFamily="34" charset="0"/>
              <a:ea typeface="+mn-ea"/>
              <a:cs typeface="Segoe UI" panose="020B0502040204020203" pitchFamily="34" charset="0"/>
            </a:endParaRPr>
          </a:p>
        </p:txBody>
      </p:sp>
    </p:spTree>
    <p:extLst>
      <p:ext uri="{BB962C8B-B14F-4D97-AF65-F5344CB8AC3E}">
        <p14:creationId xmlns:p14="http://schemas.microsoft.com/office/powerpoint/2010/main" val="140020009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D1BE9ED-3782-6D01-CE14-E33BFD915404}"/>
              </a:ext>
            </a:extLst>
          </p:cNvPr>
          <p:cNvPicPr>
            <a:picLocks noChangeAspect="1"/>
          </p:cNvPicPr>
          <p:nvPr userDrawn="1"/>
        </p:nvPicPr>
        <p:blipFill>
          <a:blip r:embed="rId3"/>
          <a:srcRect/>
          <a:stretch/>
        </p:blipFill>
        <p:spPr>
          <a:xfrm>
            <a:off x="10588697" y="287197"/>
            <a:ext cx="1318688" cy="708658"/>
          </a:xfrm>
          <a:prstGeom prst="rect">
            <a:avLst/>
          </a:prstGeom>
        </p:spPr>
      </p:pic>
    </p:spTree>
    <p:extLst>
      <p:ext uri="{BB962C8B-B14F-4D97-AF65-F5344CB8AC3E}">
        <p14:creationId xmlns:p14="http://schemas.microsoft.com/office/powerpoint/2010/main" val="379151351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6B6EC0-8876-082C-AA3D-52BF8C037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R"/>
          </a:p>
        </p:txBody>
      </p:sp>
      <p:sp>
        <p:nvSpPr>
          <p:cNvPr id="3" name="Text Placeholder 2">
            <a:extLst>
              <a:ext uri="{FF2B5EF4-FFF2-40B4-BE49-F238E27FC236}">
                <a16:creationId xmlns:a16="http://schemas.microsoft.com/office/drawing/2014/main" id="{3A03B194-82F9-126E-6562-FC3071FBC5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R"/>
          </a:p>
        </p:txBody>
      </p:sp>
      <p:sp>
        <p:nvSpPr>
          <p:cNvPr id="4" name="Date Placeholder 3">
            <a:extLst>
              <a:ext uri="{FF2B5EF4-FFF2-40B4-BE49-F238E27FC236}">
                <a16:creationId xmlns:a16="http://schemas.microsoft.com/office/drawing/2014/main" id="{630ED05A-BAF7-521A-F31E-F4E2A4F8EB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ptos" panose="020B0004020202020204" pitchFamily="34" charset="0"/>
              </a:defRPr>
            </a:lvl1pPr>
          </a:lstStyle>
          <a:p>
            <a:fld id="{9FEBF734-4A3A-444F-BFD4-2130026BA053}" type="datetimeFigureOut">
              <a:rPr lang="en-GR" smtClean="0"/>
              <a:pPr/>
              <a:t>02/17/2026</a:t>
            </a:fld>
            <a:endParaRPr lang="en-GR"/>
          </a:p>
        </p:txBody>
      </p:sp>
      <p:sp>
        <p:nvSpPr>
          <p:cNvPr id="5" name="Footer Placeholder 4">
            <a:extLst>
              <a:ext uri="{FF2B5EF4-FFF2-40B4-BE49-F238E27FC236}">
                <a16:creationId xmlns:a16="http://schemas.microsoft.com/office/drawing/2014/main" id="{4E270D5F-C2A2-3E65-9F14-6AEC51C09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ptos" panose="020B0004020202020204" pitchFamily="34" charset="0"/>
              </a:defRPr>
            </a:lvl1pPr>
          </a:lstStyle>
          <a:p>
            <a:endParaRPr lang="en-GR"/>
          </a:p>
        </p:txBody>
      </p:sp>
      <p:sp>
        <p:nvSpPr>
          <p:cNvPr id="6" name="Slide Number Placeholder 5">
            <a:extLst>
              <a:ext uri="{FF2B5EF4-FFF2-40B4-BE49-F238E27FC236}">
                <a16:creationId xmlns:a16="http://schemas.microsoft.com/office/drawing/2014/main" id="{48DAE1E0-4C51-8C4B-F24B-D84300C7C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ptos" panose="020B0004020202020204" pitchFamily="34" charset="0"/>
              </a:defRPr>
            </a:lvl1pPr>
          </a:lstStyle>
          <a:p>
            <a:fld id="{594AE531-61EB-9848-A1D1-E9BEFB72A7A0}" type="slidenum">
              <a:rPr lang="en-GR" smtClean="0"/>
              <a:pPr/>
              <a:t>‹#›</a:t>
            </a:fld>
            <a:endParaRPr lang="en-GR"/>
          </a:p>
        </p:txBody>
      </p:sp>
    </p:spTree>
    <p:extLst>
      <p:ext uri="{BB962C8B-B14F-4D97-AF65-F5344CB8AC3E}">
        <p14:creationId xmlns:p14="http://schemas.microsoft.com/office/powerpoint/2010/main" val="16720838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80" r:id="rId3"/>
    <p:sldLayoutId id="2147483681" r:id="rId4"/>
    <p:sldLayoutId id="2147483663" r:id="rId5"/>
    <p:sldLayoutId id="2147483660" r:id="rId6"/>
    <p:sldLayoutId id="2147483683" r:id="rId7"/>
    <p:sldLayoutId id="2147483664" r:id="rId8"/>
    <p:sldLayoutId id="2147483669" r:id="rId9"/>
    <p:sldLayoutId id="2147483684" r:id="rId10"/>
    <p:sldLayoutId id="2147483685" r:id="rId11"/>
    <p:sldLayoutId id="2147483665" r:id="rId12"/>
    <p:sldLayoutId id="2147483666" r:id="rId13"/>
    <p:sldLayoutId id="2147483686" r:id="rId14"/>
    <p:sldLayoutId id="2147483670" r:id="rId15"/>
    <p:sldLayoutId id="2147483671" r:id="rId16"/>
    <p:sldLayoutId id="2147483672" r:id="rId17"/>
    <p:sldLayoutId id="2147483674" r:id="rId18"/>
    <p:sldLayoutId id="2147483675" r:id="rId19"/>
    <p:sldLayoutId id="2147483679" r:id="rId20"/>
  </p:sldLayoutIdLst>
  <p:txStyles>
    <p:titleStyle>
      <a:lvl1pPr algn="l" defTabSz="914400" rtl="0" eaLnBrk="1" latinLnBrk="0" hangingPunct="1">
        <a:lnSpc>
          <a:spcPct val="90000"/>
        </a:lnSpc>
        <a:spcBef>
          <a:spcPct val="0"/>
        </a:spcBef>
        <a:buNone/>
        <a:defRPr sz="4400" b="0" i="0" kern="1200">
          <a:solidFill>
            <a:schemeClr val="tx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1D1BB9B-A282-4D0C-B39B-1EB050B6E628}"/>
              </a:ext>
            </a:extLst>
          </p:cNvPr>
          <p:cNvSpPr>
            <a:spLocks noGrp="1"/>
          </p:cNvSpPr>
          <p:nvPr>
            <p:ph idx="1"/>
          </p:nvPr>
        </p:nvSpPr>
        <p:spPr>
          <a:xfrm>
            <a:off x="393700" y="1349259"/>
            <a:ext cx="11341100" cy="5063416"/>
          </a:xfrm>
        </p:spPr>
        <p:txBody>
          <a:bodyPr>
            <a:normAutofit/>
          </a:bodyPr>
          <a:lstStyle/>
          <a:p>
            <a:pPr>
              <a:buNone/>
            </a:pPr>
            <a:r>
              <a:rPr lang="en-US" sz="2200" b="1">
                <a:solidFill>
                  <a:srgbClr val="FF0000"/>
                </a:solidFill>
                <a:ea typeface="Bally Thrill" panose="020B0504020203020203" pitchFamily="34" charset="0"/>
                <a:cs typeface="Bally Thrill" panose="020B0504020203020203" pitchFamily="34" charset="0"/>
              </a:rPr>
              <a:t>How do I apply the Bally’s Intralot template to a new custom presentation?</a:t>
            </a:r>
          </a:p>
          <a:p>
            <a:pPr marL="6350" indent="-6350">
              <a:buNone/>
            </a:pPr>
            <a:r>
              <a:rPr lang="en-US" sz="2000">
                <a:ea typeface="Bally Thrill" panose="020B0504020203020203" pitchFamily="34" charset="0"/>
                <a:cs typeface="Bally Thrill" panose="020B0504020203020203" pitchFamily="34" charset="0"/>
              </a:rPr>
              <a:t>You can find additional slide layouts at the Home tab. Choose New Slide and from the drop-down menu</a:t>
            </a:r>
            <a:r>
              <a:rPr lang="el-GR" sz="2000">
                <a:latin typeface="PF BeauSans Pro Light" panose="02000500000000020004" pitchFamily="50" charset="0"/>
                <a:ea typeface="Bally Thrill" panose="020B0504020203020203" pitchFamily="34" charset="0"/>
                <a:cs typeface="Bally Thrill" panose="020B0504020203020203" pitchFamily="34" charset="0"/>
              </a:rPr>
              <a:t> </a:t>
            </a:r>
            <a:r>
              <a:rPr lang="en-US" sz="2000">
                <a:ea typeface="Bally Thrill" panose="020B0504020203020203" pitchFamily="34" charset="0"/>
                <a:cs typeface="Bally Thrill" panose="020B0504020203020203" pitchFamily="34" charset="0"/>
              </a:rPr>
              <a:t>select the slide layout that you need to apply on your presentation.</a:t>
            </a:r>
          </a:p>
          <a:p>
            <a:endParaRPr lang="en-US">
              <a:ea typeface="Bally Thrill" panose="020B0504020203020203" pitchFamily="34" charset="0"/>
              <a:cs typeface="Bally Thrill" panose="020B0504020203020203" pitchFamily="34" charset="0"/>
            </a:endParaRPr>
          </a:p>
          <a:p>
            <a:pPr>
              <a:buNone/>
            </a:pPr>
            <a:r>
              <a:rPr lang="en-US" sz="2200" b="1">
                <a:solidFill>
                  <a:srgbClr val="FF0000"/>
                </a:solidFill>
                <a:ea typeface="Bally Thrill" panose="020B0504020203020203" pitchFamily="34" charset="0"/>
                <a:cs typeface="Bally Thrill" panose="020B0504020203020203" pitchFamily="34" charset="0"/>
              </a:rPr>
              <a:t>What fonts should I use?</a:t>
            </a:r>
          </a:p>
          <a:p>
            <a:pPr>
              <a:lnSpc>
                <a:spcPts val="2000"/>
              </a:lnSpc>
              <a:buNone/>
            </a:pPr>
            <a:r>
              <a:rPr lang="en-US" sz="2000">
                <a:ea typeface="Bally Thrill" panose="020B0504020203020203" pitchFamily="34" charset="0"/>
                <a:cs typeface="Bally Thrill" panose="020B0504020203020203" pitchFamily="34" charset="0"/>
              </a:rPr>
              <a:t>Fonts should always be a type of the </a:t>
            </a:r>
            <a:r>
              <a:rPr lang="en-US" sz="2000" b="1">
                <a:ea typeface="Bally Thrill" panose="020B0504020203020203" pitchFamily="34" charset="0"/>
                <a:cs typeface="Bally Thrill" panose="020B0504020203020203" pitchFamily="34" charset="0"/>
              </a:rPr>
              <a:t>Aptos family </a:t>
            </a:r>
            <a:r>
              <a:rPr lang="en-US" sz="2000">
                <a:ea typeface="Bally Thrill" panose="020B0504020203020203" pitchFamily="34" charset="0"/>
                <a:cs typeface="Bally Thrill" panose="020B0504020203020203" pitchFamily="34" charset="0"/>
              </a:rPr>
              <a:t>throughout the presentation.</a:t>
            </a:r>
          </a:p>
          <a:p>
            <a:pPr marL="6350" indent="-6350">
              <a:lnSpc>
                <a:spcPct val="100000"/>
              </a:lnSpc>
              <a:buNone/>
            </a:pPr>
            <a:br>
              <a:rPr lang="en-US">
                <a:ea typeface="Bally Thrill" panose="020B0504020203020203" pitchFamily="34" charset="0"/>
                <a:cs typeface="Bally Thrill" panose="020B0504020203020203" pitchFamily="34" charset="0"/>
              </a:rPr>
            </a:br>
            <a:r>
              <a:rPr lang="en-US">
                <a:ea typeface="Bally Thrill" panose="020B0504020203020203" pitchFamily="34" charset="0"/>
                <a:cs typeface="Bally Thrill" panose="020B0504020203020203" pitchFamily="34" charset="0"/>
              </a:rPr>
              <a:t>Font size</a:t>
            </a:r>
            <a:br>
              <a:rPr lang="en-US">
                <a:ea typeface="Bally Thrill" panose="020B0504020203020203" pitchFamily="34" charset="0"/>
                <a:cs typeface="Bally Thrill" panose="020B0504020203020203" pitchFamily="34" charset="0"/>
              </a:rPr>
            </a:br>
            <a:r>
              <a:rPr lang="en-US" b="1">
                <a:ea typeface="Bally Thrill" panose="020B0504020203020203" pitchFamily="34" charset="0"/>
                <a:cs typeface="Bally Thrill" panose="020B0504020203020203" pitchFamily="34" charset="0"/>
              </a:rPr>
              <a:t>Title</a:t>
            </a:r>
            <a:r>
              <a:rPr lang="en-US">
                <a:ea typeface="Bally Thrill" panose="020B0504020203020203" pitchFamily="34" charset="0"/>
                <a:cs typeface="Bally Thrill" panose="020B0504020203020203" pitchFamily="34" charset="0"/>
              </a:rPr>
              <a:t>: 32pt </a:t>
            </a:r>
            <a:r>
              <a:rPr lang="en-US">
                <a:solidFill>
                  <a:srgbClr val="EC0000"/>
                </a:solidFill>
                <a:ea typeface="Bally Thrill" panose="020B0504020203020203" pitchFamily="34" charset="0"/>
                <a:cs typeface="Bally Thrill" panose="020B0504020203020203" pitchFamily="34" charset="0"/>
              </a:rPr>
              <a:t>|</a:t>
            </a:r>
            <a:r>
              <a:rPr lang="en-US">
                <a:ea typeface="Bally Thrill" panose="020B0504020203020203" pitchFamily="34" charset="0"/>
                <a:cs typeface="Bally Thrill" panose="020B0504020203020203" pitchFamily="34" charset="0"/>
              </a:rPr>
              <a:t> </a:t>
            </a:r>
            <a:r>
              <a:rPr lang="en-US" b="1">
                <a:ea typeface="Bally Thrill" panose="020B0504020203020203" pitchFamily="34" charset="0"/>
                <a:cs typeface="Bally Thrill" panose="020B0504020203020203" pitchFamily="34" charset="0"/>
              </a:rPr>
              <a:t>Subtitle</a:t>
            </a:r>
            <a:r>
              <a:rPr lang="en-US">
                <a:ea typeface="Bally Thrill" panose="020B0504020203020203" pitchFamily="34" charset="0"/>
                <a:cs typeface="Bally Thrill" panose="020B0504020203020203" pitchFamily="34" charset="0"/>
              </a:rPr>
              <a:t>: 24pt </a:t>
            </a:r>
            <a:r>
              <a:rPr lang="en-US">
                <a:solidFill>
                  <a:srgbClr val="EC0000"/>
                </a:solidFill>
                <a:ea typeface="Bally Thrill" panose="020B0504020203020203" pitchFamily="34" charset="0"/>
                <a:cs typeface="Bally Thrill" panose="020B0504020203020203" pitchFamily="34" charset="0"/>
              </a:rPr>
              <a:t>|</a:t>
            </a:r>
            <a:r>
              <a:rPr lang="en-US">
                <a:ea typeface="Bally Thrill" panose="020B0504020203020203" pitchFamily="34" charset="0"/>
                <a:cs typeface="Bally Thrill" panose="020B0504020203020203" pitchFamily="34" charset="0"/>
              </a:rPr>
              <a:t> </a:t>
            </a:r>
            <a:r>
              <a:rPr lang="en-US" b="1">
                <a:ea typeface="Bally Thrill" panose="020B0504020203020203" pitchFamily="34" charset="0"/>
                <a:cs typeface="Bally Thrill" panose="020B0504020203020203" pitchFamily="34" charset="0"/>
              </a:rPr>
              <a:t>Headings &amp; texts</a:t>
            </a:r>
            <a:r>
              <a:rPr lang="en-US">
                <a:ea typeface="Bally Thrill" panose="020B0504020203020203" pitchFamily="34" charset="0"/>
                <a:cs typeface="Bally Thrill" panose="020B0504020203020203" pitchFamily="34" charset="0"/>
              </a:rPr>
              <a:t>: 18pt </a:t>
            </a:r>
            <a:r>
              <a:rPr lang="en-US">
                <a:solidFill>
                  <a:srgbClr val="EC0000"/>
                </a:solidFill>
                <a:ea typeface="Bally Thrill" panose="020B0504020203020203" pitchFamily="34" charset="0"/>
                <a:cs typeface="Bally Thrill" panose="020B0504020203020203" pitchFamily="34" charset="0"/>
              </a:rPr>
              <a:t>| </a:t>
            </a:r>
            <a:r>
              <a:rPr lang="en-US" b="1">
                <a:ea typeface="Bally Thrill" panose="020B0504020203020203" pitchFamily="34" charset="0"/>
                <a:cs typeface="Bally Thrill" panose="020B0504020203020203" pitchFamily="34" charset="0"/>
              </a:rPr>
              <a:t>2</a:t>
            </a:r>
            <a:r>
              <a:rPr lang="en-US" b="1" baseline="30000">
                <a:ea typeface="Bally Thrill" panose="020B0504020203020203" pitchFamily="34" charset="0"/>
                <a:cs typeface="Bally Thrill" panose="020B0504020203020203" pitchFamily="34" charset="0"/>
              </a:rPr>
              <a:t>nd</a:t>
            </a:r>
            <a:r>
              <a:rPr lang="en-US" b="1">
                <a:ea typeface="Bally Thrill" panose="020B0504020203020203" pitchFamily="34" charset="0"/>
                <a:cs typeface="Bally Thrill" panose="020B0504020203020203" pitchFamily="34" charset="0"/>
              </a:rPr>
              <a:t> level texts</a:t>
            </a:r>
            <a:r>
              <a:rPr lang="en-US">
                <a:ea typeface="Bally Thrill" panose="020B0504020203020203" pitchFamily="34" charset="0"/>
                <a:cs typeface="Bally Thrill" panose="020B0504020203020203" pitchFamily="34" charset="0"/>
              </a:rPr>
              <a:t>: 16pt </a:t>
            </a:r>
            <a:r>
              <a:rPr lang="en-US">
                <a:solidFill>
                  <a:srgbClr val="EC0000"/>
                </a:solidFill>
                <a:ea typeface="Bally Thrill" panose="020B0504020203020203" pitchFamily="34" charset="0"/>
                <a:cs typeface="Bally Thrill" panose="020B0504020203020203" pitchFamily="34" charset="0"/>
              </a:rPr>
              <a:t>|</a:t>
            </a:r>
            <a:r>
              <a:rPr lang="en-US">
                <a:ea typeface="Bally Thrill" panose="020B0504020203020203" pitchFamily="34" charset="0"/>
                <a:cs typeface="Bally Thrill" panose="020B0504020203020203" pitchFamily="34" charset="0"/>
              </a:rPr>
              <a:t> </a:t>
            </a:r>
            <a:r>
              <a:rPr lang="el-GR" b="1">
                <a:latin typeface="PF BeauSans Pro" panose="02000800000000020004" pitchFamily="2" charset="0"/>
                <a:ea typeface="Bally Thrill" panose="020B0504020203020203" pitchFamily="34" charset="0"/>
                <a:cs typeface="Bally Thrill" panose="020B0504020203020203" pitchFamily="34" charset="0"/>
              </a:rPr>
              <a:t>3</a:t>
            </a:r>
            <a:r>
              <a:rPr lang="en-US" b="1" baseline="30000" err="1">
                <a:ea typeface="Bally Thrill" panose="020B0504020203020203" pitchFamily="34" charset="0"/>
                <a:cs typeface="Bally Thrill" panose="020B0504020203020203" pitchFamily="34" charset="0"/>
              </a:rPr>
              <a:t>rd</a:t>
            </a:r>
            <a:r>
              <a:rPr lang="en-US" b="1">
                <a:ea typeface="Bally Thrill" panose="020B0504020203020203" pitchFamily="34" charset="0"/>
                <a:cs typeface="Bally Thrill" panose="020B0504020203020203" pitchFamily="34" charset="0"/>
              </a:rPr>
              <a:t> </a:t>
            </a:r>
            <a:r>
              <a:rPr lang="en-US">
                <a:ea typeface="Bally Thrill" panose="020B0504020203020203" pitchFamily="34" charset="0"/>
                <a:cs typeface="Bally Thrill" panose="020B0504020203020203" pitchFamily="34" charset="0"/>
              </a:rPr>
              <a:t>&amp;</a:t>
            </a:r>
            <a:r>
              <a:rPr lang="en-US" b="1">
                <a:ea typeface="Bally Thrill" panose="020B0504020203020203" pitchFamily="34" charset="0"/>
                <a:cs typeface="Bally Thrill" panose="020B0504020203020203" pitchFamily="34" charset="0"/>
              </a:rPr>
              <a:t> 4</a:t>
            </a:r>
            <a:r>
              <a:rPr lang="en-US" b="1" baseline="30000">
                <a:ea typeface="Bally Thrill" panose="020B0504020203020203" pitchFamily="34" charset="0"/>
                <a:cs typeface="Bally Thrill" panose="020B0504020203020203" pitchFamily="34" charset="0"/>
              </a:rPr>
              <a:t>th</a:t>
            </a:r>
            <a:r>
              <a:rPr lang="en-US" b="1">
                <a:ea typeface="Bally Thrill" panose="020B0504020203020203" pitchFamily="34" charset="0"/>
                <a:cs typeface="Bally Thrill" panose="020B0504020203020203" pitchFamily="34" charset="0"/>
              </a:rPr>
              <a:t> level texts</a:t>
            </a:r>
            <a:r>
              <a:rPr lang="en-US">
                <a:ea typeface="Bally Thrill" panose="020B0504020203020203" pitchFamily="34" charset="0"/>
                <a:cs typeface="Bally Thrill" panose="020B0504020203020203" pitchFamily="34" charset="0"/>
              </a:rPr>
              <a:t>: 14pt </a:t>
            </a:r>
            <a:br>
              <a:rPr lang="en-US">
                <a:ea typeface="Bally Thrill" panose="020B0504020203020203" pitchFamily="34" charset="0"/>
                <a:cs typeface="Bally Thrill" panose="020B0504020203020203" pitchFamily="34" charset="0"/>
              </a:rPr>
            </a:br>
            <a:endParaRPr lang="en-US">
              <a:ea typeface="Bally Thrill" panose="020B0504020203020203" pitchFamily="34" charset="0"/>
              <a:cs typeface="Bally Thrill" panose="020B0504020203020203" pitchFamily="34" charset="0"/>
            </a:endParaRPr>
          </a:p>
        </p:txBody>
      </p:sp>
      <p:sp>
        <p:nvSpPr>
          <p:cNvPr id="2" name="Text Placeholder 1">
            <a:extLst>
              <a:ext uri="{FF2B5EF4-FFF2-40B4-BE49-F238E27FC236}">
                <a16:creationId xmlns:a16="http://schemas.microsoft.com/office/drawing/2014/main" id="{F73EAF9C-02EE-4440-979D-7756A2246D9B}"/>
              </a:ext>
            </a:extLst>
          </p:cNvPr>
          <p:cNvSpPr>
            <a:spLocks noGrp="1"/>
          </p:cNvSpPr>
          <p:nvPr>
            <p:ph type="body" sz="quarter" idx="18"/>
          </p:nvPr>
        </p:nvSpPr>
        <p:spPr/>
        <p:txBody>
          <a:bodyPr/>
          <a:lstStyle/>
          <a:p>
            <a:r>
              <a:rPr lang="en-US">
                <a:solidFill>
                  <a:schemeClr val="tx1"/>
                </a:solidFill>
              </a:rPr>
              <a:t>New PowerPoint Template </a:t>
            </a:r>
            <a:r>
              <a:rPr lang="en-US">
                <a:solidFill>
                  <a:srgbClr val="EC0000"/>
                </a:solidFill>
              </a:rPr>
              <a:t>|</a:t>
            </a:r>
            <a:r>
              <a:rPr lang="en-US"/>
              <a:t> </a:t>
            </a:r>
            <a:r>
              <a:rPr lang="en-US">
                <a:solidFill>
                  <a:schemeClr val="tx1"/>
                </a:solidFill>
              </a:rPr>
              <a:t>Guidelines</a:t>
            </a:r>
          </a:p>
        </p:txBody>
      </p:sp>
    </p:spTree>
    <p:extLst>
      <p:ext uri="{BB962C8B-B14F-4D97-AF65-F5344CB8AC3E}">
        <p14:creationId xmlns:p14="http://schemas.microsoft.com/office/powerpoint/2010/main" val="2600199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ED5570EF-C50C-3529-4537-3D34A81EA5D4}"/>
              </a:ext>
            </a:extLst>
          </p:cNvPr>
          <p:cNvSpPr>
            <a:spLocks noGrp="1"/>
          </p:cNvSpPr>
          <p:nvPr>
            <p:ph type="body" sz="quarter" idx="15"/>
          </p:nvPr>
        </p:nvSpPr>
        <p:spPr/>
        <p:txBody>
          <a:bodyPr/>
          <a:lstStyle/>
          <a:p>
            <a:endParaRPr lang="en-GR"/>
          </a:p>
        </p:txBody>
      </p:sp>
      <p:sp>
        <p:nvSpPr>
          <p:cNvPr id="14" name="Text Placeholder 13">
            <a:extLst>
              <a:ext uri="{FF2B5EF4-FFF2-40B4-BE49-F238E27FC236}">
                <a16:creationId xmlns:a16="http://schemas.microsoft.com/office/drawing/2014/main" id="{AB9939D2-17CB-4BDD-C1CF-BA724777BAB2}"/>
              </a:ext>
            </a:extLst>
          </p:cNvPr>
          <p:cNvSpPr>
            <a:spLocks noGrp="1"/>
          </p:cNvSpPr>
          <p:nvPr>
            <p:ph type="body" sz="quarter" idx="19"/>
          </p:nvPr>
        </p:nvSpPr>
        <p:spPr/>
        <p:txBody>
          <a:bodyPr/>
          <a:lstStyle/>
          <a:p>
            <a:endParaRPr lang="en-GR"/>
          </a:p>
        </p:txBody>
      </p:sp>
      <p:sp>
        <p:nvSpPr>
          <p:cNvPr id="11" name="Text Placeholder 10">
            <a:extLst>
              <a:ext uri="{FF2B5EF4-FFF2-40B4-BE49-F238E27FC236}">
                <a16:creationId xmlns:a16="http://schemas.microsoft.com/office/drawing/2014/main" id="{D7AF033C-EC2A-1857-EBD0-37A2B5B44BF8}"/>
              </a:ext>
            </a:extLst>
          </p:cNvPr>
          <p:cNvSpPr>
            <a:spLocks noGrp="1"/>
          </p:cNvSpPr>
          <p:nvPr>
            <p:ph type="body" sz="quarter" idx="13"/>
          </p:nvPr>
        </p:nvSpPr>
        <p:spPr/>
        <p:txBody>
          <a:bodyPr/>
          <a:lstStyle/>
          <a:p>
            <a:endParaRPr lang="en-GR"/>
          </a:p>
        </p:txBody>
      </p:sp>
      <p:sp>
        <p:nvSpPr>
          <p:cNvPr id="13" name="Text Placeholder 12">
            <a:extLst>
              <a:ext uri="{FF2B5EF4-FFF2-40B4-BE49-F238E27FC236}">
                <a16:creationId xmlns:a16="http://schemas.microsoft.com/office/drawing/2014/main" id="{3B77671F-5B0B-CDC7-7E65-B6D69899C6C6}"/>
              </a:ext>
            </a:extLst>
          </p:cNvPr>
          <p:cNvSpPr>
            <a:spLocks noGrp="1"/>
          </p:cNvSpPr>
          <p:nvPr>
            <p:ph type="body" sz="quarter" idx="18"/>
          </p:nvPr>
        </p:nvSpPr>
        <p:spPr/>
        <p:txBody>
          <a:bodyPr/>
          <a:lstStyle/>
          <a:p>
            <a:endParaRPr lang="en-GR"/>
          </a:p>
        </p:txBody>
      </p:sp>
    </p:spTree>
    <p:extLst>
      <p:ext uri="{BB962C8B-B14F-4D97-AF65-F5344CB8AC3E}">
        <p14:creationId xmlns:p14="http://schemas.microsoft.com/office/powerpoint/2010/main" val="426947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F5600DEE-0304-A2C9-E1C4-BA593F4EEE66}"/>
              </a:ext>
            </a:extLst>
          </p:cNvPr>
          <p:cNvSpPr>
            <a:spLocks noGrp="1"/>
          </p:cNvSpPr>
          <p:nvPr>
            <p:ph type="pic" sz="quarter" idx="17"/>
          </p:nvPr>
        </p:nvSpPr>
        <p:spPr/>
        <p:txBody>
          <a:bodyPr/>
          <a:lstStyle/>
          <a:p>
            <a:endParaRPr lang="en-GR"/>
          </a:p>
        </p:txBody>
      </p:sp>
      <p:sp>
        <p:nvSpPr>
          <p:cNvPr id="15" name="Text Placeholder 14">
            <a:extLst>
              <a:ext uri="{FF2B5EF4-FFF2-40B4-BE49-F238E27FC236}">
                <a16:creationId xmlns:a16="http://schemas.microsoft.com/office/drawing/2014/main" id="{BB10F675-54E7-09D3-448F-94619B2A0919}"/>
              </a:ext>
            </a:extLst>
          </p:cNvPr>
          <p:cNvSpPr>
            <a:spLocks noGrp="1"/>
          </p:cNvSpPr>
          <p:nvPr>
            <p:ph type="body" sz="quarter" idx="15"/>
          </p:nvPr>
        </p:nvSpPr>
        <p:spPr/>
        <p:txBody>
          <a:bodyPr/>
          <a:lstStyle/>
          <a:p>
            <a:endParaRPr lang="en-GR"/>
          </a:p>
        </p:txBody>
      </p:sp>
      <p:sp>
        <p:nvSpPr>
          <p:cNvPr id="18" name="Text Placeholder 17">
            <a:extLst>
              <a:ext uri="{FF2B5EF4-FFF2-40B4-BE49-F238E27FC236}">
                <a16:creationId xmlns:a16="http://schemas.microsoft.com/office/drawing/2014/main" id="{450039F9-707A-9DFE-0423-A9BC9A166625}"/>
              </a:ext>
            </a:extLst>
          </p:cNvPr>
          <p:cNvSpPr>
            <a:spLocks noGrp="1"/>
          </p:cNvSpPr>
          <p:nvPr>
            <p:ph type="body" sz="quarter" idx="19"/>
          </p:nvPr>
        </p:nvSpPr>
        <p:spPr/>
        <p:txBody>
          <a:bodyPr/>
          <a:lstStyle/>
          <a:p>
            <a:endParaRPr lang="en-GR"/>
          </a:p>
        </p:txBody>
      </p:sp>
      <p:sp>
        <p:nvSpPr>
          <p:cNvPr id="14" name="Text Placeholder 13">
            <a:extLst>
              <a:ext uri="{FF2B5EF4-FFF2-40B4-BE49-F238E27FC236}">
                <a16:creationId xmlns:a16="http://schemas.microsoft.com/office/drawing/2014/main" id="{A4698772-55E1-D715-2059-FC91F957DF02}"/>
              </a:ext>
            </a:extLst>
          </p:cNvPr>
          <p:cNvSpPr>
            <a:spLocks noGrp="1"/>
          </p:cNvSpPr>
          <p:nvPr>
            <p:ph type="body" sz="quarter" idx="13"/>
          </p:nvPr>
        </p:nvSpPr>
        <p:spPr/>
        <p:txBody>
          <a:bodyPr/>
          <a:lstStyle/>
          <a:p>
            <a:endParaRPr lang="en-GR"/>
          </a:p>
        </p:txBody>
      </p:sp>
      <p:sp>
        <p:nvSpPr>
          <p:cNvPr id="17" name="Text Placeholder 16">
            <a:extLst>
              <a:ext uri="{FF2B5EF4-FFF2-40B4-BE49-F238E27FC236}">
                <a16:creationId xmlns:a16="http://schemas.microsoft.com/office/drawing/2014/main" id="{AAC9F5EB-738E-3B42-47FD-A7A971169B73}"/>
              </a:ext>
            </a:extLst>
          </p:cNvPr>
          <p:cNvSpPr>
            <a:spLocks noGrp="1"/>
          </p:cNvSpPr>
          <p:nvPr>
            <p:ph type="body" sz="quarter" idx="18"/>
          </p:nvPr>
        </p:nvSpPr>
        <p:spPr/>
        <p:txBody>
          <a:bodyPr/>
          <a:lstStyle/>
          <a:p>
            <a:endParaRPr lang="en-GR"/>
          </a:p>
        </p:txBody>
      </p:sp>
    </p:spTree>
    <p:extLst>
      <p:ext uri="{BB962C8B-B14F-4D97-AF65-F5344CB8AC3E}">
        <p14:creationId xmlns:p14="http://schemas.microsoft.com/office/powerpoint/2010/main" val="3261343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A2AE764B-AA6F-ABCA-8A67-79B4A6078E2E}"/>
              </a:ext>
            </a:extLst>
          </p:cNvPr>
          <p:cNvSpPr>
            <a:spLocks noGrp="1"/>
          </p:cNvSpPr>
          <p:nvPr>
            <p:ph type="body" sz="quarter" idx="15"/>
          </p:nvPr>
        </p:nvSpPr>
        <p:spPr/>
        <p:txBody>
          <a:bodyPr/>
          <a:lstStyle/>
          <a:p>
            <a:endParaRPr lang="en-GR"/>
          </a:p>
        </p:txBody>
      </p:sp>
      <p:sp>
        <p:nvSpPr>
          <p:cNvPr id="15" name="Text Placeholder 14">
            <a:extLst>
              <a:ext uri="{FF2B5EF4-FFF2-40B4-BE49-F238E27FC236}">
                <a16:creationId xmlns:a16="http://schemas.microsoft.com/office/drawing/2014/main" id="{32805890-C393-E2D1-120B-A54C272C8BBB}"/>
              </a:ext>
            </a:extLst>
          </p:cNvPr>
          <p:cNvSpPr>
            <a:spLocks noGrp="1"/>
          </p:cNvSpPr>
          <p:nvPr>
            <p:ph type="body" sz="quarter" idx="19"/>
          </p:nvPr>
        </p:nvSpPr>
        <p:spPr/>
        <p:txBody>
          <a:bodyPr/>
          <a:lstStyle/>
          <a:p>
            <a:endParaRPr lang="en-GR"/>
          </a:p>
        </p:txBody>
      </p:sp>
      <p:sp>
        <p:nvSpPr>
          <p:cNvPr id="11" name="Text Placeholder 10">
            <a:extLst>
              <a:ext uri="{FF2B5EF4-FFF2-40B4-BE49-F238E27FC236}">
                <a16:creationId xmlns:a16="http://schemas.microsoft.com/office/drawing/2014/main" id="{AD6A41A1-48E0-30B3-E712-958079D82DD0}"/>
              </a:ext>
            </a:extLst>
          </p:cNvPr>
          <p:cNvSpPr>
            <a:spLocks noGrp="1"/>
          </p:cNvSpPr>
          <p:nvPr>
            <p:ph type="body" sz="quarter" idx="13"/>
          </p:nvPr>
        </p:nvSpPr>
        <p:spPr/>
        <p:txBody>
          <a:bodyPr/>
          <a:lstStyle/>
          <a:p>
            <a:endParaRPr lang="en-GR"/>
          </a:p>
        </p:txBody>
      </p:sp>
      <p:sp>
        <p:nvSpPr>
          <p:cNvPr id="14" name="Text Placeholder 13">
            <a:extLst>
              <a:ext uri="{FF2B5EF4-FFF2-40B4-BE49-F238E27FC236}">
                <a16:creationId xmlns:a16="http://schemas.microsoft.com/office/drawing/2014/main" id="{285426B1-B341-041A-995A-2502FA853824}"/>
              </a:ext>
            </a:extLst>
          </p:cNvPr>
          <p:cNvSpPr>
            <a:spLocks noGrp="1"/>
          </p:cNvSpPr>
          <p:nvPr>
            <p:ph type="body" sz="quarter" idx="18"/>
          </p:nvPr>
        </p:nvSpPr>
        <p:spPr/>
        <p:txBody>
          <a:bodyPr/>
          <a:lstStyle/>
          <a:p>
            <a:endParaRPr lang="en-GR"/>
          </a:p>
        </p:txBody>
      </p:sp>
      <p:sp>
        <p:nvSpPr>
          <p:cNvPr id="13" name="Picture Placeholder 12">
            <a:extLst>
              <a:ext uri="{FF2B5EF4-FFF2-40B4-BE49-F238E27FC236}">
                <a16:creationId xmlns:a16="http://schemas.microsoft.com/office/drawing/2014/main" id="{2819A0D0-3446-7714-88D7-D023ECE4E75B}"/>
              </a:ext>
            </a:extLst>
          </p:cNvPr>
          <p:cNvSpPr>
            <a:spLocks noGrp="1"/>
          </p:cNvSpPr>
          <p:nvPr>
            <p:ph type="pic" sz="quarter" idx="17"/>
          </p:nvPr>
        </p:nvSpPr>
        <p:spPr/>
        <p:txBody>
          <a:bodyPr/>
          <a:lstStyle/>
          <a:p>
            <a:endParaRPr lang="en-GR"/>
          </a:p>
        </p:txBody>
      </p:sp>
    </p:spTree>
    <p:extLst>
      <p:ext uri="{BB962C8B-B14F-4D97-AF65-F5344CB8AC3E}">
        <p14:creationId xmlns:p14="http://schemas.microsoft.com/office/powerpoint/2010/main" val="1543850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56E61288-AAEB-7FE7-C2B8-D297C08EDB8B}"/>
              </a:ext>
            </a:extLst>
          </p:cNvPr>
          <p:cNvSpPr>
            <a:spLocks noGrp="1"/>
          </p:cNvSpPr>
          <p:nvPr>
            <p:ph type="body" sz="quarter" idx="11"/>
          </p:nvPr>
        </p:nvSpPr>
        <p:spPr/>
        <p:txBody>
          <a:bodyPr/>
          <a:lstStyle/>
          <a:p>
            <a:endParaRPr lang="en-GR"/>
          </a:p>
        </p:txBody>
      </p:sp>
      <p:sp>
        <p:nvSpPr>
          <p:cNvPr id="33" name="Text Placeholder 32">
            <a:extLst>
              <a:ext uri="{FF2B5EF4-FFF2-40B4-BE49-F238E27FC236}">
                <a16:creationId xmlns:a16="http://schemas.microsoft.com/office/drawing/2014/main" id="{60C87D62-C6A4-BF4A-1BBC-8D75FD85091E}"/>
              </a:ext>
            </a:extLst>
          </p:cNvPr>
          <p:cNvSpPr>
            <a:spLocks noGrp="1"/>
          </p:cNvSpPr>
          <p:nvPr>
            <p:ph type="body" sz="quarter" idx="22"/>
          </p:nvPr>
        </p:nvSpPr>
        <p:spPr/>
        <p:txBody>
          <a:bodyPr/>
          <a:lstStyle/>
          <a:p>
            <a:endParaRPr lang="en-GR"/>
          </a:p>
        </p:txBody>
      </p:sp>
      <p:sp>
        <p:nvSpPr>
          <p:cNvPr id="34" name="Text Placeholder 33">
            <a:extLst>
              <a:ext uri="{FF2B5EF4-FFF2-40B4-BE49-F238E27FC236}">
                <a16:creationId xmlns:a16="http://schemas.microsoft.com/office/drawing/2014/main" id="{B4DB1D62-291A-9F62-C3AA-9C54919373C4}"/>
              </a:ext>
            </a:extLst>
          </p:cNvPr>
          <p:cNvSpPr>
            <a:spLocks noGrp="1"/>
          </p:cNvSpPr>
          <p:nvPr>
            <p:ph type="body" sz="quarter" idx="29"/>
          </p:nvPr>
        </p:nvSpPr>
        <p:spPr/>
        <p:txBody>
          <a:bodyPr/>
          <a:lstStyle/>
          <a:p>
            <a:endParaRPr lang="en-GR"/>
          </a:p>
        </p:txBody>
      </p:sp>
      <p:sp>
        <p:nvSpPr>
          <p:cNvPr id="35" name="Text Placeholder 34">
            <a:extLst>
              <a:ext uri="{FF2B5EF4-FFF2-40B4-BE49-F238E27FC236}">
                <a16:creationId xmlns:a16="http://schemas.microsoft.com/office/drawing/2014/main" id="{0C3FD0E1-5DFD-6C73-35BC-033332E041E1}"/>
              </a:ext>
            </a:extLst>
          </p:cNvPr>
          <p:cNvSpPr>
            <a:spLocks noGrp="1"/>
          </p:cNvSpPr>
          <p:nvPr>
            <p:ph type="body" sz="quarter" idx="31"/>
          </p:nvPr>
        </p:nvSpPr>
        <p:spPr/>
        <p:txBody>
          <a:bodyPr/>
          <a:lstStyle/>
          <a:p>
            <a:endParaRPr lang="en-GR"/>
          </a:p>
        </p:txBody>
      </p:sp>
      <p:sp>
        <p:nvSpPr>
          <p:cNvPr id="32" name="Text Placeholder 31">
            <a:extLst>
              <a:ext uri="{FF2B5EF4-FFF2-40B4-BE49-F238E27FC236}">
                <a16:creationId xmlns:a16="http://schemas.microsoft.com/office/drawing/2014/main" id="{3897EFEB-3FD3-986C-CF2F-1F9CDDF21AF9}"/>
              </a:ext>
            </a:extLst>
          </p:cNvPr>
          <p:cNvSpPr>
            <a:spLocks noGrp="1"/>
          </p:cNvSpPr>
          <p:nvPr>
            <p:ph type="body" sz="quarter" idx="19"/>
          </p:nvPr>
        </p:nvSpPr>
        <p:spPr/>
        <p:txBody>
          <a:bodyPr/>
          <a:lstStyle/>
          <a:p>
            <a:endParaRPr lang="en-GR"/>
          </a:p>
        </p:txBody>
      </p:sp>
      <p:sp>
        <p:nvSpPr>
          <p:cNvPr id="36" name="Text Placeholder 35">
            <a:extLst>
              <a:ext uri="{FF2B5EF4-FFF2-40B4-BE49-F238E27FC236}">
                <a16:creationId xmlns:a16="http://schemas.microsoft.com/office/drawing/2014/main" id="{72E97919-19DD-FCCC-ED0D-D0F4179B9456}"/>
              </a:ext>
            </a:extLst>
          </p:cNvPr>
          <p:cNvSpPr>
            <a:spLocks noGrp="1"/>
          </p:cNvSpPr>
          <p:nvPr>
            <p:ph type="body" sz="quarter" idx="33"/>
          </p:nvPr>
        </p:nvSpPr>
        <p:spPr/>
        <p:txBody>
          <a:bodyPr/>
          <a:lstStyle/>
          <a:p>
            <a:endParaRPr lang="en-GR"/>
          </a:p>
        </p:txBody>
      </p:sp>
      <p:sp>
        <p:nvSpPr>
          <p:cNvPr id="37" name="Text Placeholder 36">
            <a:extLst>
              <a:ext uri="{FF2B5EF4-FFF2-40B4-BE49-F238E27FC236}">
                <a16:creationId xmlns:a16="http://schemas.microsoft.com/office/drawing/2014/main" id="{39E78ABC-D9F8-68B7-D1A9-F11E005886C1}"/>
              </a:ext>
            </a:extLst>
          </p:cNvPr>
          <p:cNvSpPr>
            <a:spLocks noGrp="1"/>
          </p:cNvSpPr>
          <p:nvPr>
            <p:ph type="body" sz="quarter" idx="34"/>
          </p:nvPr>
        </p:nvSpPr>
        <p:spPr/>
        <p:txBody>
          <a:bodyPr/>
          <a:lstStyle/>
          <a:p>
            <a:endParaRPr lang="en-GR"/>
          </a:p>
        </p:txBody>
      </p:sp>
      <p:sp>
        <p:nvSpPr>
          <p:cNvPr id="38" name="Text Placeholder 37">
            <a:extLst>
              <a:ext uri="{FF2B5EF4-FFF2-40B4-BE49-F238E27FC236}">
                <a16:creationId xmlns:a16="http://schemas.microsoft.com/office/drawing/2014/main" id="{9E0F700E-A917-9C6F-70F2-A79C6AEC6CAA}"/>
              </a:ext>
            </a:extLst>
          </p:cNvPr>
          <p:cNvSpPr>
            <a:spLocks noGrp="1"/>
          </p:cNvSpPr>
          <p:nvPr>
            <p:ph type="body" sz="quarter" idx="35"/>
          </p:nvPr>
        </p:nvSpPr>
        <p:spPr/>
        <p:txBody>
          <a:bodyPr/>
          <a:lstStyle/>
          <a:p>
            <a:endParaRPr lang="en-GR"/>
          </a:p>
        </p:txBody>
      </p:sp>
      <p:sp>
        <p:nvSpPr>
          <p:cNvPr id="39" name="Text Placeholder 38">
            <a:extLst>
              <a:ext uri="{FF2B5EF4-FFF2-40B4-BE49-F238E27FC236}">
                <a16:creationId xmlns:a16="http://schemas.microsoft.com/office/drawing/2014/main" id="{A18FE94C-47DA-218C-6BE3-FC5EDE611616}"/>
              </a:ext>
            </a:extLst>
          </p:cNvPr>
          <p:cNvSpPr>
            <a:spLocks noGrp="1"/>
          </p:cNvSpPr>
          <p:nvPr>
            <p:ph type="body" sz="quarter" idx="36"/>
          </p:nvPr>
        </p:nvSpPr>
        <p:spPr/>
        <p:txBody>
          <a:bodyPr/>
          <a:lstStyle/>
          <a:p>
            <a:endParaRPr lang="en-GR"/>
          </a:p>
        </p:txBody>
      </p:sp>
      <p:sp>
        <p:nvSpPr>
          <p:cNvPr id="40" name="Text Placeholder 39">
            <a:extLst>
              <a:ext uri="{FF2B5EF4-FFF2-40B4-BE49-F238E27FC236}">
                <a16:creationId xmlns:a16="http://schemas.microsoft.com/office/drawing/2014/main" id="{4727BBBB-243E-BBF2-8B6B-844B210F91A2}"/>
              </a:ext>
            </a:extLst>
          </p:cNvPr>
          <p:cNvSpPr>
            <a:spLocks noGrp="1"/>
          </p:cNvSpPr>
          <p:nvPr>
            <p:ph type="body" sz="quarter" idx="37"/>
          </p:nvPr>
        </p:nvSpPr>
        <p:spPr/>
        <p:txBody>
          <a:bodyPr/>
          <a:lstStyle/>
          <a:p>
            <a:endParaRPr lang="en-GR"/>
          </a:p>
        </p:txBody>
      </p:sp>
      <p:sp>
        <p:nvSpPr>
          <p:cNvPr id="41" name="Text Placeholder 40">
            <a:extLst>
              <a:ext uri="{FF2B5EF4-FFF2-40B4-BE49-F238E27FC236}">
                <a16:creationId xmlns:a16="http://schemas.microsoft.com/office/drawing/2014/main" id="{0EC78E9E-726F-7C5B-B777-C99A3E5E51C8}"/>
              </a:ext>
            </a:extLst>
          </p:cNvPr>
          <p:cNvSpPr>
            <a:spLocks noGrp="1"/>
          </p:cNvSpPr>
          <p:nvPr>
            <p:ph type="body" sz="quarter" idx="38"/>
          </p:nvPr>
        </p:nvSpPr>
        <p:spPr/>
        <p:txBody>
          <a:bodyPr/>
          <a:lstStyle/>
          <a:p>
            <a:endParaRPr lang="en-GR"/>
          </a:p>
        </p:txBody>
      </p:sp>
      <p:sp>
        <p:nvSpPr>
          <p:cNvPr id="42" name="Text Placeholder 41">
            <a:extLst>
              <a:ext uri="{FF2B5EF4-FFF2-40B4-BE49-F238E27FC236}">
                <a16:creationId xmlns:a16="http://schemas.microsoft.com/office/drawing/2014/main" id="{06067D5C-84A5-89C4-195F-4D65DAECE4CB}"/>
              </a:ext>
            </a:extLst>
          </p:cNvPr>
          <p:cNvSpPr>
            <a:spLocks noGrp="1"/>
          </p:cNvSpPr>
          <p:nvPr>
            <p:ph type="body" sz="quarter" idx="39"/>
          </p:nvPr>
        </p:nvSpPr>
        <p:spPr/>
        <p:txBody>
          <a:bodyPr/>
          <a:lstStyle/>
          <a:p>
            <a:endParaRPr lang="en-GR"/>
          </a:p>
        </p:txBody>
      </p:sp>
    </p:spTree>
    <p:extLst>
      <p:ext uri="{BB962C8B-B14F-4D97-AF65-F5344CB8AC3E}">
        <p14:creationId xmlns:p14="http://schemas.microsoft.com/office/powerpoint/2010/main" val="1003591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F25E661-82B2-460E-7313-3018CCF23652}"/>
              </a:ext>
            </a:extLst>
          </p:cNvPr>
          <p:cNvSpPr>
            <a:spLocks noGrp="1"/>
          </p:cNvSpPr>
          <p:nvPr>
            <p:ph type="pic" sz="quarter" idx="17"/>
          </p:nvPr>
        </p:nvSpPr>
        <p:spPr/>
        <p:txBody>
          <a:bodyPr/>
          <a:lstStyle/>
          <a:p>
            <a:endParaRPr lang="en-GR"/>
          </a:p>
        </p:txBody>
      </p:sp>
      <p:sp>
        <p:nvSpPr>
          <p:cNvPr id="5" name="Rectangle 4">
            <a:extLst>
              <a:ext uri="{FF2B5EF4-FFF2-40B4-BE49-F238E27FC236}">
                <a16:creationId xmlns:a16="http://schemas.microsoft.com/office/drawing/2014/main" id="{037BA6D5-E26C-827F-AA88-A54C478EAF48}"/>
              </a:ext>
            </a:extLst>
          </p:cNvPr>
          <p:cNvSpPr/>
          <p:nvPr/>
        </p:nvSpPr>
        <p:spPr>
          <a:xfrm>
            <a:off x="0" y="-9109"/>
            <a:ext cx="12192000" cy="6858000"/>
          </a:xfrm>
          <a:prstGeom prst="rect">
            <a:avLst/>
          </a:prstGeom>
          <a:solidFill>
            <a:srgbClr val="FF0000">
              <a:alpha val="8486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 name="Text Placeholder 1">
            <a:extLst>
              <a:ext uri="{FF2B5EF4-FFF2-40B4-BE49-F238E27FC236}">
                <a16:creationId xmlns:a16="http://schemas.microsoft.com/office/drawing/2014/main" id="{6DF757E1-5C40-664F-5123-80C8494A0ECA}"/>
              </a:ext>
            </a:extLst>
          </p:cNvPr>
          <p:cNvSpPr>
            <a:spLocks noGrp="1"/>
          </p:cNvSpPr>
          <p:nvPr>
            <p:ph type="body" sz="quarter" idx="13"/>
          </p:nvPr>
        </p:nvSpPr>
        <p:spPr/>
        <p:txBody>
          <a:bodyPr/>
          <a:lstStyle/>
          <a:p>
            <a:endParaRPr lang="en-GR"/>
          </a:p>
        </p:txBody>
      </p:sp>
      <p:sp>
        <p:nvSpPr>
          <p:cNvPr id="4" name="Text Placeholder 3">
            <a:extLst>
              <a:ext uri="{FF2B5EF4-FFF2-40B4-BE49-F238E27FC236}">
                <a16:creationId xmlns:a16="http://schemas.microsoft.com/office/drawing/2014/main" id="{766CB5EF-8AE9-95B5-5A8B-98D9C3853B35}"/>
              </a:ext>
            </a:extLst>
          </p:cNvPr>
          <p:cNvSpPr>
            <a:spLocks noGrp="1"/>
          </p:cNvSpPr>
          <p:nvPr>
            <p:ph type="body" sz="quarter" idx="18"/>
          </p:nvPr>
        </p:nvSpPr>
        <p:spPr/>
        <p:txBody>
          <a:bodyPr/>
          <a:lstStyle/>
          <a:p>
            <a:endParaRPr lang="en-GR"/>
          </a:p>
        </p:txBody>
      </p:sp>
    </p:spTree>
    <p:extLst>
      <p:ext uri="{BB962C8B-B14F-4D97-AF65-F5344CB8AC3E}">
        <p14:creationId xmlns:p14="http://schemas.microsoft.com/office/powerpoint/2010/main" val="1765750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48E153-21F1-47AC-86B5-7E1DE44CCE73}"/>
              </a:ext>
            </a:extLst>
          </p:cNvPr>
          <p:cNvSpPr>
            <a:spLocks noGrp="1"/>
          </p:cNvSpPr>
          <p:nvPr>
            <p:ph idx="1"/>
          </p:nvPr>
        </p:nvSpPr>
        <p:spPr/>
        <p:txBody>
          <a:bodyPr/>
          <a:lstStyle/>
          <a:p>
            <a:pPr marL="0" indent="0">
              <a:buNone/>
            </a:pPr>
            <a:r>
              <a:rPr lang="en-US"/>
              <a:t> Edit Master text styles </a:t>
            </a:r>
          </a:p>
        </p:txBody>
      </p:sp>
      <p:sp>
        <p:nvSpPr>
          <p:cNvPr id="3" name="Text Placeholder 2">
            <a:extLst>
              <a:ext uri="{FF2B5EF4-FFF2-40B4-BE49-F238E27FC236}">
                <a16:creationId xmlns:a16="http://schemas.microsoft.com/office/drawing/2014/main" id="{E67BEADD-2622-4F8A-BFA0-7F2D079D6990}"/>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A8D65238-1950-420F-A287-CC51BC4235A3}"/>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452374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6E1DC-0F25-B3F8-B2BB-9415A4919E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E113FA-C961-C294-D1EE-688268B77F18}"/>
              </a:ext>
            </a:extLst>
          </p:cNvPr>
          <p:cNvSpPr>
            <a:spLocks noGrp="1"/>
          </p:cNvSpPr>
          <p:nvPr>
            <p:ph idx="1"/>
          </p:nvPr>
        </p:nvSpPr>
        <p:spPr/>
        <p:txBody>
          <a:bodyPr/>
          <a:lstStyle/>
          <a:p>
            <a:pPr marL="0" indent="0">
              <a:buNone/>
            </a:pPr>
            <a:r>
              <a:rPr lang="en-US"/>
              <a:t> Edit Master text styles </a:t>
            </a:r>
          </a:p>
        </p:txBody>
      </p:sp>
      <p:sp>
        <p:nvSpPr>
          <p:cNvPr id="5" name="Text Placeholder 4">
            <a:extLst>
              <a:ext uri="{FF2B5EF4-FFF2-40B4-BE49-F238E27FC236}">
                <a16:creationId xmlns:a16="http://schemas.microsoft.com/office/drawing/2014/main" id="{26D95611-6CC7-0DC6-9151-ED6359308AE8}"/>
              </a:ext>
            </a:extLst>
          </p:cNvPr>
          <p:cNvSpPr>
            <a:spLocks noGrp="1"/>
          </p:cNvSpPr>
          <p:nvPr>
            <p:ph type="body" sz="quarter" idx="13"/>
          </p:nvPr>
        </p:nvSpPr>
        <p:spPr/>
        <p:txBody>
          <a:bodyPr/>
          <a:lstStyle/>
          <a:p>
            <a:endParaRPr lang="en-GR"/>
          </a:p>
        </p:txBody>
      </p:sp>
      <p:sp>
        <p:nvSpPr>
          <p:cNvPr id="6" name="Text Placeholder 5">
            <a:extLst>
              <a:ext uri="{FF2B5EF4-FFF2-40B4-BE49-F238E27FC236}">
                <a16:creationId xmlns:a16="http://schemas.microsoft.com/office/drawing/2014/main" id="{4E42956C-1F77-4BFB-037A-F712C6644917}"/>
              </a:ext>
            </a:extLst>
          </p:cNvPr>
          <p:cNvSpPr>
            <a:spLocks noGrp="1"/>
          </p:cNvSpPr>
          <p:nvPr>
            <p:ph type="body" sz="quarter" idx="18"/>
          </p:nvPr>
        </p:nvSpPr>
        <p:spPr/>
        <p:txBody>
          <a:bodyPr/>
          <a:lstStyle/>
          <a:p>
            <a:endParaRPr lang="en-GR"/>
          </a:p>
        </p:txBody>
      </p:sp>
    </p:spTree>
    <p:extLst>
      <p:ext uri="{BB962C8B-B14F-4D97-AF65-F5344CB8AC3E}">
        <p14:creationId xmlns:p14="http://schemas.microsoft.com/office/powerpoint/2010/main" val="2371356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05F05-23F6-BF91-2238-AD45228FF638}"/>
            </a:ext>
          </a:extLst>
        </p:cNvPr>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06439B1-B094-2097-61F9-C29DDD8FE78A}"/>
              </a:ext>
            </a:extLst>
          </p:cNvPr>
          <p:cNvSpPr>
            <a:spLocks noGrp="1"/>
          </p:cNvSpPr>
          <p:nvPr>
            <p:ph type="pic" sz="quarter" idx="17"/>
          </p:nvPr>
        </p:nvSpPr>
        <p:spPr/>
        <p:txBody>
          <a:bodyPr/>
          <a:lstStyle/>
          <a:p>
            <a:endParaRPr lang="en-GR"/>
          </a:p>
        </p:txBody>
      </p:sp>
      <p:sp>
        <p:nvSpPr>
          <p:cNvPr id="8" name="Content Placeholder 7">
            <a:extLst>
              <a:ext uri="{FF2B5EF4-FFF2-40B4-BE49-F238E27FC236}">
                <a16:creationId xmlns:a16="http://schemas.microsoft.com/office/drawing/2014/main" id="{4D62B37F-8681-C3B9-28C4-D13182214913}"/>
              </a:ext>
            </a:extLst>
          </p:cNvPr>
          <p:cNvSpPr>
            <a:spLocks noGrp="1"/>
          </p:cNvSpPr>
          <p:nvPr>
            <p:ph idx="19"/>
          </p:nvPr>
        </p:nvSpPr>
        <p:spPr/>
        <p:txBody>
          <a:bodyPr/>
          <a:lstStyle/>
          <a:p>
            <a:endParaRPr lang="en-GR"/>
          </a:p>
        </p:txBody>
      </p:sp>
      <p:sp>
        <p:nvSpPr>
          <p:cNvPr id="3" name="Text Placeholder 2">
            <a:extLst>
              <a:ext uri="{FF2B5EF4-FFF2-40B4-BE49-F238E27FC236}">
                <a16:creationId xmlns:a16="http://schemas.microsoft.com/office/drawing/2014/main" id="{0444C0C4-231E-35F9-242F-C18157B5CBDE}"/>
              </a:ext>
            </a:extLst>
          </p:cNvPr>
          <p:cNvSpPr>
            <a:spLocks noGrp="1"/>
          </p:cNvSpPr>
          <p:nvPr>
            <p:ph type="body" sz="quarter" idx="13"/>
          </p:nvPr>
        </p:nvSpPr>
        <p:spPr/>
        <p:txBody>
          <a:bodyPr/>
          <a:lstStyle/>
          <a:p>
            <a:endParaRPr lang="en-GR"/>
          </a:p>
        </p:txBody>
      </p:sp>
      <p:sp>
        <p:nvSpPr>
          <p:cNvPr id="7" name="Text Placeholder 6">
            <a:extLst>
              <a:ext uri="{FF2B5EF4-FFF2-40B4-BE49-F238E27FC236}">
                <a16:creationId xmlns:a16="http://schemas.microsoft.com/office/drawing/2014/main" id="{0BCA23E8-9F95-3B1E-1CD9-CF13072480CD}"/>
              </a:ext>
            </a:extLst>
          </p:cNvPr>
          <p:cNvSpPr>
            <a:spLocks noGrp="1"/>
          </p:cNvSpPr>
          <p:nvPr>
            <p:ph type="body" sz="quarter" idx="18"/>
          </p:nvPr>
        </p:nvSpPr>
        <p:spPr/>
        <p:txBody>
          <a:bodyPr/>
          <a:lstStyle/>
          <a:p>
            <a:endParaRPr lang="en-GR">
              <a:solidFill>
                <a:schemeClr val="tx1"/>
              </a:solidFill>
            </a:endParaRPr>
          </a:p>
        </p:txBody>
      </p:sp>
      <p:sp>
        <p:nvSpPr>
          <p:cNvPr id="2" name="Content Placeholder 1">
            <a:extLst>
              <a:ext uri="{FF2B5EF4-FFF2-40B4-BE49-F238E27FC236}">
                <a16:creationId xmlns:a16="http://schemas.microsoft.com/office/drawing/2014/main" id="{80B8EF5D-AFCC-350F-D826-B955253DF891}"/>
              </a:ext>
            </a:extLst>
          </p:cNvPr>
          <p:cNvSpPr>
            <a:spLocks noGrp="1"/>
          </p:cNvSpPr>
          <p:nvPr>
            <p:ph idx="1"/>
          </p:nvPr>
        </p:nvSpPr>
        <p:spPr/>
        <p:txBody>
          <a:bodyPr/>
          <a:lstStyle/>
          <a:p>
            <a:pPr marL="0" indent="0">
              <a:buNone/>
            </a:pPr>
            <a:r>
              <a:rPr lang="en-US"/>
              <a:t> Edit Master text styles </a:t>
            </a:r>
          </a:p>
        </p:txBody>
      </p:sp>
    </p:spTree>
    <p:extLst>
      <p:ext uri="{BB962C8B-B14F-4D97-AF65-F5344CB8AC3E}">
        <p14:creationId xmlns:p14="http://schemas.microsoft.com/office/powerpoint/2010/main" val="2420460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F4872-79E5-3684-902E-408BB28BD3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473C32-3C92-6434-B2FC-15569217D6F8}"/>
              </a:ext>
            </a:extLst>
          </p:cNvPr>
          <p:cNvSpPr>
            <a:spLocks noGrp="1"/>
          </p:cNvSpPr>
          <p:nvPr>
            <p:ph idx="1"/>
          </p:nvPr>
        </p:nvSpPr>
        <p:spPr/>
        <p:txBody>
          <a:bodyPr/>
          <a:lstStyle/>
          <a:p>
            <a:pPr marL="0" indent="0">
              <a:buNone/>
            </a:pPr>
            <a:r>
              <a:rPr lang="en-US"/>
              <a:t> Edit Master text styles </a:t>
            </a:r>
          </a:p>
        </p:txBody>
      </p:sp>
      <p:sp>
        <p:nvSpPr>
          <p:cNvPr id="5" name="Text Placeholder 4">
            <a:extLst>
              <a:ext uri="{FF2B5EF4-FFF2-40B4-BE49-F238E27FC236}">
                <a16:creationId xmlns:a16="http://schemas.microsoft.com/office/drawing/2014/main" id="{F5CF5CD7-2C76-856E-AB74-415DFB440355}"/>
              </a:ext>
            </a:extLst>
          </p:cNvPr>
          <p:cNvSpPr>
            <a:spLocks noGrp="1"/>
          </p:cNvSpPr>
          <p:nvPr>
            <p:ph type="body" sz="quarter" idx="13"/>
          </p:nvPr>
        </p:nvSpPr>
        <p:spPr/>
        <p:txBody>
          <a:bodyPr/>
          <a:lstStyle/>
          <a:p>
            <a:endParaRPr lang="en-GR"/>
          </a:p>
        </p:txBody>
      </p:sp>
      <p:sp>
        <p:nvSpPr>
          <p:cNvPr id="6" name="Text Placeholder 5">
            <a:extLst>
              <a:ext uri="{FF2B5EF4-FFF2-40B4-BE49-F238E27FC236}">
                <a16:creationId xmlns:a16="http://schemas.microsoft.com/office/drawing/2014/main" id="{E63235F8-7B74-E061-E09A-1FA62F1E6B5E}"/>
              </a:ext>
            </a:extLst>
          </p:cNvPr>
          <p:cNvSpPr>
            <a:spLocks noGrp="1"/>
          </p:cNvSpPr>
          <p:nvPr>
            <p:ph type="body" sz="quarter" idx="18"/>
          </p:nvPr>
        </p:nvSpPr>
        <p:spPr/>
        <p:txBody>
          <a:bodyPr/>
          <a:lstStyle/>
          <a:p>
            <a:endParaRPr lang="en-GR"/>
          </a:p>
        </p:txBody>
      </p:sp>
    </p:spTree>
    <p:extLst>
      <p:ext uri="{BB962C8B-B14F-4D97-AF65-F5344CB8AC3E}">
        <p14:creationId xmlns:p14="http://schemas.microsoft.com/office/powerpoint/2010/main" val="4034611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EE3AF-CE34-19E7-0974-E7FA781D36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5C888A-FD37-9C42-563B-D821A3F091C3}"/>
              </a:ext>
            </a:extLst>
          </p:cNvPr>
          <p:cNvSpPr>
            <a:spLocks noGrp="1"/>
          </p:cNvSpPr>
          <p:nvPr>
            <p:ph idx="1"/>
          </p:nvPr>
        </p:nvSpPr>
        <p:spPr/>
        <p:txBody>
          <a:bodyPr/>
          <a:lstStyle/>
          <a:p>
            <a:pPr marL="0" indent="0">
              <a:buNone/>
            </a:pPr>
            <a:r>
              <a:rPr lang="en-US"/>
              <a:t> Edit Master text styles </a:t>
            </a:r>
          </a:p>
        </p:txBody>
      </p:sp>
      <p:sp>
        <p:nvSpPr>
          <p:cNvPr id="3" name="Text Placeholder 2">
            <a:extLst>
              <a:ext uri="{FF2B5EF4-FFF2-40B4-BE49-F238E27FC236}">
                <a16:creationId xmlns:a16="http://schemas.microsoft.com/office/drawing/2014/main" id="{668AEB73-2351-414A-E1F7-C4F3B9D496F0}"/>
              </a:ext>
            </a:extLst>
          </p:cNvPr>
          <p:cNvSpPr>
            <a:spLocks noGrp="1"/>
          </p:cNvSpPr>
          <p:nvPr>
            <p:ph type="body" sz="quarter" idx="13"/>
          </p:nvPr>
        </p:nvSpPr>
        <p:spPr/>
        <p:txBody>
          <a:bodyPr/>
          <a:lstStyle/>
          <a:p>
            <a:endParaRPr lang="en-GR"/>
          </a:p>
        </p:txBody>
      </p:sp>
      <p:sp>
        <p:nvSpPr>
          <p:cNvPr id="4" name="Text Placeholder 3">
            <a:extLst>
              <a:ext uri="{FF2B5EF4-FFF2-40B4-BE49-F238E27FC236}">
                <a16:creationId xmlns:a16="http://schemas.microsoft.com/office/drawing/2014/main" id="{BF8F1F28-862A-3F14-5620-AF534DD12829}"/>
              </a:ext>
            </a:extLst>
          </p:cNvPr>
          <p:cNvSpPr>
            <a:spLocks noGrp="1"/>
          </p:cNvSpPr>
          <p:nvPr>
            <p:ph type="body" sz="quarter" idx="18"/>
          </p:nvPr>
        </p:nvSpPr>
        <p:spPr/>
        <p:txBody>
          <a:bodyPr/>
          <a:lstStyle/>
          <a:p>
            <a:endParaRPr lang="en-GR"/>
          </a:p>
        </p:txBody>
      </p:sp>
    </p:spTree>
    <p:extLst>
      <p:ext uri="{BB962C8B-B14F-4D97-AF65-F5344CB8AC3E}">
        <p14:creationId xmlns:p14="http://schemas.microsoft.com/office/powerpoint/2010/main" val="2914684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B482-4DE1-408C-B134-7FB56DE704D2}"/>
            </a:ext>
          </a:extLst>
        </p:cNvPr>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5E7736C-8A51-EA15-B11E-63DC3C76FBA8}"/>
              </a:ext>
            </a:extLst>
          </p:cNvPr>
          <p:cNvSpPr>
            <a:spLocks noGrp="1"/>
          </p:cNvSpPr>
          <p:nvPr>
            <p:ph type="pic" sz="quarter" idx="17"/>
          </p:nvPr>
        </p:nvSpPr>
        <p:spPr/>
        <p:txBody>
          <a:bodyPr/>
          <a:lstStyle/>
          <a:p>
            <a:endParaRPr lang="en-GR"/>
          </a:p>
        </p:txBody>
      </p:sp>
      <p:sp>
        <p:nvSpPr>
          <p:cNvPr id="10" name="Content Placeholder 9">
            <a:extLst>
              <a:ext uri="{FF2B5EF4-FFF2-40B4-BE49-F238E27FC236}">
                <a16:creationId xmlns:a16="http://schemas.microsoft.com/office/drawing/2014/main" id="{EE083020-0455-1512-80AF-83214AB9E0CB}"/>
              </a:ext>
            </a:extLst>
          </p:cNvPr>
          <p:cNvSpPr>
            <a:spLocks noGrp="1"/>
          </p:cNvSpPr>
          <p:nvPr>
            <p:ph idx="19"/>
          </p:nvPr>
        </p:nvSpPr>
        <p:spPr/>
        <p:txBody>
          <a:bodyPr/>
          <a:lstStyle/>
          <a:p>
            <a:endParaRPr lang="en-GR"/>
          </a:p>
        </p:txBody>
      </p:sp>
      <p:sp>
        <p:nvSpPr>
          <p:cNvPr id="5" name="Text Placeholder 4">
            <a:extLst>
              <a:ext uri="{FF2B5EF4-FFF2-40B4-BE49-F238E27FC236}">
                <a16:creationId xmlns:a16="http://schemas.microsoft.com/office/drawing/2014/main" id="{894BA228-07D7-9C7E-B7FC-D51ABE1459C4}"/>
              </a:ext>
            </a:extLst>
          </p:cNvPr>
          <p:cNvSpPr>
            <a:spLocks noGrp="1"/>
          </p:cNvSpPr>
          <p:nvPr>
            <p:ph type="body" sz="quarter" idx="13"/>
          </p:nvPr>
        </p:nvSpPr>
        <p:spPr/>
        <p:txBody>
          <a:bodyPr/>
          <a:lstStyle/>
          <a:p>
            <a:endParaRPr lang="en-GR"/>
          </a:p>
        </p:txBody>
      </p:sp>
      <p:sp>
        <p:nvSpPr>
          <p:cNvPr id="9" name="Text Placeholder 8">
            <a:extLst>
              <a:ext uri="{FF2B5EF4-FFF2-40B4-BE49-F238E27FC236}">
                <a16:creationId xmlns:a16="http://schemas.microsoft.com/office/drawing/2014/main" id="{764433FF-F7B7-11F7-5504-DE88CC0F8010}"/>
              </a:ext>
            </a:extLst>
          </p:cNvPr>
          <p:cNvSpPr>
            <a:spLocks noGrp="1"/>
          </p:cNvSpPr>
          <p:nvPr>
            <p:ph type="body" sz="quarter" idx="18"/>
          </p:nvPr>
        </p:nvSpPr>
        <p:spPr/>
        <p:txBody>
          <a:bodyPr/>
          <a:lstStyle/>
          <a:p>
            <a:endParaRPr lang="en-GR"/>
          </a:p>
        </p:txBody>
      </p:sp>
      <p:sp>
        <p:nvSpPr>
          <p:cNvPr id="2" name="Content Placeholder 1">
            <a:extLst>
              <a:ext uri="{FF2B5EF4-FFF2-40B4-BE49-F238E27FC236}">
                <a16:creationId xmlns:a16="http://schemas.microsoft.com/office/drawing/2014/main" id="{B8AD5AD6-F3F1-456D-A1AB-9703C56D5F84}"/>
              </a:ext>
            </a:extLst>
          </p:cNvPr>
          <p:cNvSpPr>
            <a:spLocks noGrp="1"/>
          </p:cNvSpPr>
          <p:nvPr>
            <p:ph idx="1"/>
          </p:nvPr>
        </p:nvSpPr>
        <p:spPr/>
        <p:txBody>
          <a:bodyPr/>
          <a:lstStyle/>
          <a:p>
            <a:pPr marL="0" indent="0">
              <a:buNone/>
            </a:pPr>
            <a:r>
              <a:rPr lang="en-US"/>
              <a:t> Edit Master text styles </a:t>
            </a:r>
          </a:p>
        </p:txBody>
      </p:sp>
    </p:spTree>
    <p:extLst>
      <p:ext uri="{BB962C8B-B14F-4D97-AF65-F5344CB8AC3E}">
        <p14:creationId xmlns:p14="http://schemas.microsoft.com/office/powerpoint/2010/main" val="1165765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A0103D0-7B34-51A3-702C-D7BDF913F5B5}"/>
              </a:ext>
            </a:extLst>
          </p:cNvPr>
          <p:cNvSpPr>
            <a:spLocks noGrp="1"/>
          </p:cNvSpPr>
          <p:nvPr>
            <p:ph type="body" sz="quarter" idx="19"/>
          </p:nvPr>
        </p:nvSpPr>
        <p:spPr/>
        <p:txBody>
          <a:bodyPr/>
          <a:lstStyle/>
          <a:p>
            <a:endParaRPr lang="en-GR"/>
          </a:p>
        </p:txBody>
      </p:sp>
      <p:sp>
        <p:nvSpPr>
          <p:cNvPr id="7" name="Text Placeholder 6">
            <a:extLst>
              <a:ext uri="{FF2B5EF4-FFF2-40B4-BE49-F238E27FC236}">
                <a16:creationId xmlns:a16="http://schemas.microsoft.com/office/drawing/2014/main" id="{0CC343B5-F047-2F9D-80A8-F7AEF4C19E61}"/>
              </a:ext>
            </a:extLst>
          </p:cNvPr>
          <p:cNvSpPr>
            <a:spLocks noGrp="1"/>
          </p:cNvSpPr>
          <p:nvPr>
            <p:ph type="body" sz="quarter" idx="20"/>
          </p:nvPr>
        </p:nvSpPr>
        <p:spPr/>
        <p:txBody>
          <a:bodyPr/>
          <a:lstStyle/>
          <a:p>
            <a:endParaRPr lang="en-GR"/>
          </a:p>
        </p:txBody>
      </p:sp>
      <p:graphicFrame>
        <p:nvGraphicFramePr>
          <p:cNvPr id="2" name="Chart 1">
            <a:extLst>
              <a:ext uri="{FF2B5EF4-FFF2-40B4-BE49-F238E27FC236}">
                <a16:creationId xmlns:a16="http://schemas.microsoft.com/office/drawing/2014/main" id="{38996EA3-538D-8168-C803-938F76BF1945}"/>
              </a:ext>
            </a:extLst>
          </p:cNvPr>
          <p:cNvGraphicFramePr/>
          <p:nvPr>
            <p:extLst>
              <p:ext uri="{D42A27DB-BD31-4B8C-83A1-F6EECF244321}">
                <p14:modId xmlns:p14="http://schemas.microsoft.com/office/powerpoint/2010/main" val="3554454085"/>
              </p:ext>
            </p:extLst>
          </p:nvPr>
        </p:nvGraphicFramePr>
        <p:xfrm>
          <a:off x="1021443" y="1755947"/>
          <a:ext cx="5936247" cy="33830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F06B8CD4-1D41-CD49-53EB-4B846CBA2153}"/>
              </a:ext>
            </a:extLst>
          </p:cNvPr>
          <p:cNvGraphicFramePr/>
          <p:nvPr>
            <p:extLst>
              <p:ext uri="{D42A27DB-BD31-4B8C-83A1-F6EECF244321}">
                <p14:modId xmlns:p14="http://schemas.microsoft.com/office/powerpoint/2010/main" val="535357087"/>
              </p:ext>
            </p:extLst>
          </p:nvPr>
        </p:nvGraphicFramePr>
        <p:xfrm>
          <a:off x="7077559" y="1755947"/>
          <a:ext cx="4259084" cy="38076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20837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BD9330C-4A20-4B02-B07A-4A5492F9985E}"/>
              </a:ext>
            </a:extLst>
          </p:cNvPr>
          <p:cNvSpPr>
            <a:spLocks noGrp="1"/>
          </p:cNvSpPr>
          <p:nvPr>
            <p:ph type="body" sz="quarter" idx="13"/>
          </p:nvPr>
        </p:nvSpPr>
        <p:spPr/>
        <p:txBody>
          <a:bodyPr/>
          <a:lstStyle/>
          <a:p>
            <a:endParaRPr lang="en-US">
              <a:solidFill>
                <a:srgbClr val="FF0000"/>
              </a:solidFill>
            </a:endParaRPr>
          </a:p>
        </p:txBody>
      </p:sp>
      <p:sp>
        <p:nvSpPr>
          <p:cNvPr id="5" name="Text Placeholder 4">
            <a:extLst>
              <a:ext uri="{FF2B5EF4-FFF2-40B4-BE49-F238E27FC236}">
                <a16:creationId xmlns:a16="http://schemas.microsoft.com/office/drawing/2014/main" id="{82216CF5-BA7A-48EF-8DBA-58ADF38E85E5}"/>
              </a:ext>
            </a:extLst>
          </p:cNvPr>
          <p:cNvSpPr>
            <a:spLocks noGrp="1"/>
          </p:cNvSpPr>
          <p:nvPr>
            <p:ph type="body" sz="quarter" idx="18"/>
          </p:nvPr>
        </p:nvSpPr>
        <p:spPr/>
        <p:txBody>
          <a:bodyPr/>
          <a:lstStyle/>
          <a:p>
            <a:endParaRPr lang="en-US" b="1"/>
          </a:p>
        </p:txBody>
      </p:sp>
      <p:sp>
        <p:nvSpPr>
          <p:cNvPr id="7" name="Rectangle: Rounded Corners 6">
            <a:extLst>
              <a:ext uri="{FF2B5EF4-FFF2-40B4-BE49-F238E27FC236}">
                <a16:creationId xmlns:a16="http://schemas.microsoft.com/office/drawing/2014/main" id="{54F61C3D-8795-4B37-90DC-CF7515B6E2D2}"/>
              </a:ext>
            </a:extLst>
          </p:cNvPr>
          <p:cNvSpPr/>
          <p:nvPr/>
        </p:nvSpPr>
        <p:spPr>
          <a:xfrm rot="16200000">
            <a:off x="-38297" y="2265636"/>
            <a:ext cx="4779566" cy="3417448"/>
          </a:xfrm>
          <a:prstGeom prst="roundRect">
            <a:avLst/>
          </a:prstGeom>
          <a:noFill/>
          <a:ln w="317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atin typeface="Aptos" panose="020B0004020202020204" pitchFamily="34" charset="0"/>
              </a:rPr>
              <a:t>\</a:t>
            </a:r>
            <a:endParaRPr lang="el-GR"/>
          </a:p>
        </p:txBody>
      </p:sp>
      <p:sp>
        <p:nvSpPr>
          <p:cNvPr id="9" name="Rectangle 8">
            <a:extLst>
              <a:ext uri="{FF2B5EF4-FFF2-40B4-BE49-F238E27FC236}">
                <a16:creationId xmlns:a16="http://schemas.microsoft.com/office/drawing/2014/main" id="{084C5A0B-CF6A-4B48-B088-4A86C6032277}"/>
              </a:ext>
            </a:extLst>
          </p:cNvPr>
          <p:cNvSpPr/>
          <p:nvPr/>
        </p:nvSpPr>
        <p:spPr>
          <a:xfrm>
            <a:off x="984699" y="1418005"/>
            <a:ext cx="1988300" cy="430887"/>
          </a:xfrm>
          <a:prstGeom prst="rect">
            <a:avLst/>
          </a:prstGeom>
          <a:solidFill>
            <a:schemeClr val="bg1"/>
          </a:solidFill>
        </p:spPr>
        <p:txBody>
          <a:bodyPr wrap="square">
            <a:spAutoFit/>
          </a:bodyPr>
          <a:lstStyle/>
          <a:p>
            <a:r>
              <a:rPr lang="en-US" sz="2200" b="1">
                <a:latin typeface="Aptos" panose="020B0004020202020204" pitchFamily="34" charset="0"/>
              </a:rPr>
              <a:t>Sample title</a:t>
            </a:r>
          </a:p>
        </p:txBody>
      </p:sp>
      <p:sp>
        <p:nvSpPr>
          <p:cNvPr id="11" name="Text Placeholder 11">
            <a:extLst>
              <a:ext uri="{FF2B5EF4-FFF2-40B4-BE49-F238E27FC236}">
                <a16:creationId xmlns:a16="http://schemas.microsoft.com/office/drawing/2014/main" id="{251B6B28-C161-44C2-98B3-903F67BF2F41}"/>
              </a:ext>
            </a:extLst>
          </p:cNvPr>
          <p:cNvSpPr txBox="1">
            <a:spLocks/>
          </p:cNvSpPr>
          <p:nvPr/>
        </p:nvSpPr>
        <p:spPr>
          <a:xfrm>
            <a:off x="968003" y="1954083"/>
            <a:ext cx="2684944" cy="29051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rgbClr val="DF532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solidFill>
                  <a:srgbClr val="FF0000"/>
                </a:solidFill>
                <a:latin typeface="Aptos" panose="020B0004020202020204" pitchFamily="34" charset="0"/>
                <a:cs typeface="Segoe UI" panose="020B0502040204020203" pitchFamily="34" charset="0"/>
              </a:rPr>
              <a:t>Subtitle</a:t>
            </a:r>
            <a:r>
              <a:rPr lang="en-US" sz="1600">
                <a:solidFill>
                  <a:srgbClr val="FF0000"/>
                </a:solidFill>
                <a:latin typeface="Aptos" panose="020B0004020202020204" pitchFamily="34" charset="0"/>
                <a:cs typeface="Segoe UI" panose="020B0502040204020203" pitchFamily="34" charset="0"/>
              </a:rPr>
              <a:t> </a:t>
            </a:r>
          </a:p>
        </p:txBody>
      </p:sp>
      <p:sp>
        <p:nvSpPr>
          <p:cNvPr id="13" name="Text Placeholder 11">
            <a:extLst>
              <a:ext uri="{FF2B5EF4-FFF2-40B4-BE49-F238E27FC236}">
                <a16:creationId xmlns:a16="http://schemas.microsoft.com/office/drawing/2014/main" id="{EBECE7D4-F718-495A-8FAF-5E7A23921582}"/>
              </a:ext>
            </a:extLst>
          </p:cNvPr>
          <p:cNvSpPr txBox="1">
            <a:spLocks/>
          </p:cNvSpPr>
          <p:nvPr/>
        </p:nvSpPr>
        <p:spPr>
          <a:xfrm>
            <a:off x="968003" y="3410167"/>
            <a:ext cx="2684944" cy="29051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rgbClr val="DF532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kern="1200">
                <a:solidFill>
                  <a:srgbClr val="FF0000"/>
                </a:solidFill>
                <a:latin typeface="Aptos" panose="020B0004020202020204" pitchFamily="34" charset="0"/>
                <a:ea typeface="+mn-ea"/>
                <a:cs typeface="Segoe UI" panose="020B0502040204020203" pitchFamily="34" charset="0"/>
              </a:rPr>
              <a:t>Subtitle</a:t>
            </a:r>
            <a:r>
              <a:rPr lang="en-US" sz="1600">
                <a:solidFill>
                  <a:srgbClr val="FF0000"/>
                </a:solidFill>
                <a:latin typeface="Aptos" panose="020B0004020202020204" pitchFamily="34" charset="0"/>
              </a:rPr>
              <a:t> </a:t>
            </a:r>
          </a:p>
        </p:txBody>
      </p:sp>
      <p:sp>
        <p:nvSpPr>
          <p:cNvPr id="15" name="Text Placeholder 11">
            <a:extLst>
              <a:ext uri="{FF2B5EF4-FFF2-40B4-BE49-F238E27FC236}">
                <a16:creationId xmlns:a16="http://schemas.microsoft.com/office/drawing/2014/main" id="{4CB02362-41B9-4184-97B2-787EDFD2C49E}"/>
              </a:ext>
            </a:extLst>
          </p:cNvPr>
          <p:cNvSpPr txBox="1">
            <a:spLocks/>
          </p:cNvSpPr>
          <p:nvPr/>
        </p:nvSpPr>
        <p:spPr>
          <a:xfrm>
            <a:off x="984699" y="4948046"/>
            <a:ext cx="2684944" cy="29051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rgbClr val="DF532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kern="1200">
                <a:solidFill>
                  <a:srgbClr val="FF0000"/>
                </a:solidFill>
                <a:latin typeface="Aptos" panose="020B0004020202020204" pitchFamily="34" charset="0"/>
                <a:ea typeface="+mn-ea"/>
                <a:cs typeface="Segoe UI" panose="020B0502040204020203" pitchFamily="34" charset="0"/>
              </a:rPr>
              <a:t>Subtitle</a:t>
            </a:r>
            <a:r>
              <a:rPr lang="en-US" sz="1600">
                <a:solidFill>
                  <a:srgbClr val="FF0000"/>
                </a:solidFill>
                <a:latin typeface="Aptos" panose="020B0004020202020204" pitchFamily="34" charset="0"/>
                <a:cs typeface="Segoe UI" panose="020B0502040204020203" pitchFamily="34" charset="0"/>
              </a:rPr>
              <a:t> </a:t>
            </a:r>
          </a:p>
        </p:txBody>
      </p:sp>
      <p:sp>
        <p:nvSpPr>
          <p:cNvPr id="17" name="Text Placeholder 3">
            <a:extLst>
              <a:ext uri="{FF2B5EF4-FFF2-40B4-BE49-F238E27FC236}">
                <a16:creationId xmlns:a16="http://schemas.microsoft.com/office/drawing/2014/main" id="{7F9144E5-2408-4886-A9A4-E8EFDC11F186}"/>
              </a:ext>
            </a:extLst>
          </p:cNvPr>
          <p:cNvSpPr txBox="1">
            <a:spLocks/>
          </p:cNvSpPr>
          <p:nvPr/>
        </p:nvSpPr>
        <p:spPr>
          <a:xfrm>
            <a:off x="970417" y="2258881"/>
            <a:ext cx="2871361" cy="83436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rgbClr val="000000"/>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lnSpc>
                <a:spcPct val="90000"/>
              </a:lnSpc>
              <a:spcBef>
                <a:spcPts val="500"/>
              </a:spcBef>
              <a:buFontTx/>
              <a:buBlip>
                <a:blip r:embed="rId2"/>
              </a:buBlip>
              <a:defRPr sz="1600" kern="1200">
                <a:solidFill>
                  <a:srgbClr val="000000"/>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FF5000"/>
              </a:buClr>
              <a:buFont typeface="Arial" panose="020B0604020202020204" pitchFamily="34" charset="0"/>
              <a:buChar char="•"/>
              <a:defRPr sz="1400" kern="1200">
                <a:solidFill>
                  <a:srgbClr val="000000"/>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FF5000"/>
              </a:buClr>
              <a:buFont typeface="Segoe UI" panose="020B0502040204020203" pitchFamily="34" charset="0"/>
              <a:buChar char="­"/>
              <a:defRPr sz="1400" kern="1200">
                <a:solidFill>
                  <a:srgbClr val="000000"/>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Clr>
                <a:srgbClr val="FF5000"/>
              </a:buClr>
              <a:buFont typeface="Segoe UI" panose="020B0502040204020203" pitchFamily="34" charset="0"/>
              <a:buNone/>
              <a:defRPr sz="1400" kern="1200">
                <a:solidFill>
                  <a:srgbClr val="000000"/>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FF0000"/>
              </a:buClr>
              <a:buSzPct val="90000"/>
              <a:buFont typeface="Arial" panose="020B0604020202020204" pitchFamily="34" charset="0"/>
              <a:buChar char="•"/>
            </a:pPr>
            <a:r>
              <a:rPr lang="en-US">
                <a:solidFill>
                  <a:schemeClr val="tx1"/>
                </a:solidFill>
                <a:latin typeface="Aptos" panose="020B0004020202020204" pitchFamily="34" charset="0"/>
              </a:rPr>
              <a:t>First level</a:t>
            </a:r>
          </a:p>
          <a:p>
            <a:pPr lvl="1">
              <a:buClr>
                <a:srgbClr val="FF0000"/>
              </a:buClr>
              <a:buSzPct val="60000"/>
              <a:buFont typeface="Arial" panose="020B0604020202020204" pitchFamily="34" charset="0"/>
              <a:buChar char="•"/>
            </a:pPr>
            <a:r>
              <a:rPr lang="en-US" sz="1500">
                <a:solidFill>
                  <a:schemeClr val="tx1"/>
                </a:solidFill>
                <a:latin typeface="Aptos" panose="020B0004020202020204" pitchFamily="34" charset="0"/>
              </a:rPr>
              <a:t>First level</a:t>
            </a:r>
          </a:p>
          <a:p>
            <a:pPr lvl="2">
              <a:buClr>
                <a:srgbClr val="FF0000"/>
              </a:buClr>
              <a:buSzPct val="60000"/>
            </a:pPr>
            <a:r>
              <a:rPr lang="en-US">
                <a:solidFill>
                  <a:schemeClr val="tx1"/>
                </a:solidFill>
                <a:latin typeface="Aptos" panose="020B0004020202020204" pitchFamily="34" charset="0"/>
              </a:rPr>
              <a:t>Second level</a:t>
            </a:r>
          </a:p>
        </p:txBody>
      </p:sp>
      <p:sp>
        <p:nvSpPr>
          <p:cNvPr id="19" name="Text Placeholder 3">
            <a:extLst>
              <a:ext uri="{FF2B5EF4-FFF2-40B4-BE49-F238E27FC236}">
                <a16:creationId xmlns:a16="http://schemas.microsoft.com/office/drawing/2014/main" id="{4966487A-4B4A-4DE6-BDBC-06E28C0838A7}"/>
              </a:ext>
            </a:extLst>
          </p:cNvPr>
          <p:cNvSpPr txBox="1">
            <a:spLocks/>
          </p:cNvSpPr>
          <p:nvPr/>
        </p:nvSpPr>
        <p:spPr>
          <a:xfrm>
            <a:off x="1017268" y="3707364"/>
            <a:ext cx="2871361" cy="92375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rgbClr val="000000"/>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lnSpc>
                <a:spcPct val="90000"/>
              </a:lnSpc>
              <a:spcBef>
                <a:spcPts val="500"/>
              </a:spcBef>
              <a:buFontTx/>
              <a:buBlip>
                <a:blip r:embed="rId2"/>
              </a:buBlip>
              <a:defRPr sz="1600" kern="1200">
                <a:solidFill>
                  <a:srgbClr val="000000"/>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FF5000"/>
              </a:buClr>
              <a:buFont typeface="Arial" panose="020B0604020202020204" pitchFamily="34" charset="0"/>
              <a:buChar char="•"/>
              <a:defRPr sz="1400" kern="1200">
                <a:solidFill>
                  <a:srgbClr val="000000"/>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FF5000"/>
              </a:buClr>
              <a:buFont typeface="Segoe UI" panose="020B0502040204020203" pitchFamily="34" charset="0"/>
              <a:buChar char="­"/>
              <a:defRPr sz="1400" kern="1200">
                <a:solidFill>
                  <a:srgbClr val="000000"/>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Clr>
                <a:srgbClr val="FF5000"/>
              </a:buClr>
              <a:buFont typeface="Segoe UI" panose="020B0502040204020203" pitchFamily="34" charset="0"/>
              <a:buNone/>
              <a:defRPr sz="1400" kern="1200">
                <a:solidFill>
                  <a:srgbClr val="000000"/>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FF0000"/>
              </a:buClr>
              <a:buSzPct val="90000"/>
              <a:buFont typeface="Arial" panose="020B0604020202020204" pitchFamily="34" charset="0"/>
              <a:buChar char="•"/>
            </a:pPr>
            <a:r>
              <a:rPr lang="en-US">
                <a:solidFill>
                  <a:schemeClr val="tx1"/>
                </a:solidFill>
                <a:latin typeface="Aptos" panose="020B0004020202020204" pitchFamily="34" charset="0"/>
              </a:rPr>
              <a:t>First level</a:t>
            </a:r>
          </a:p>
          <a:p>
            <a:pPr lvl="1" algn="l" defTabSz="914400" rtl="0" eaLnBrk="1" latinLnBrk="0" hangingPunct="1">
              <a:lnSpc>
                <a:spcPct val="90000"/>
              </a:lnSpc>
              <a:spcBef>
                <a:spcPts val="500"/>
              </a:spcBef>
              <a:buClr>
                <a:srgbClr val="FF0000"/>
              </a:buClr>
              <a:buSzPct val="60000"/>
              <a:buFont typeface="Arial" panose="020B0604020202020204" pitchFamily="34" charset="0"/>
              <a:buChar char="•"/>
            </a:pPr>
            <a:r>
              <a:rPr lang="en-US" sz="1500" kern="1200">
                <a:solidFill>
                  <a:schemeClr val="tx1"/>
                </a:solidFill>
                <a:latin typeface="Aptos" panose="020B0004020202020204" pitchFamily="34" charset="0"/>
                <a:ea typeface="+mn-ea"/>
                <a:cs typeface="Segoe UI" panose="020B0502040204020203" pitchFamily="34" charset="0"/>
              </a:rPr>
              <a:t>First level</a:t>
            </a:r>
          </a:p>
          <a:p>
            <a:pPr lvl="2">
              <a:buClr>
                <a:srgbClr val="FF0000"/>
              </a:buClr>
              <a:buSzPct val="60000"/>
            </a:pPr>
            <a:r>
              <a:rPr lang="en-US">
                <a:solidFill>
                  <a:schemeClr val="tx1"/>
                </a:solidFill>
                <a:latin typeface="Aptos" panose="020B0004020202020204" pitchFamily="34" charset="0"/>
              </a:rPr>
              <a:t>Second level</a:t>
            </a:r>
          </a:p>
        </p:txBody>
      </p:sp>
      <p:sp>
        <p:nvSpPr>
          <p:cNvPr id="21" name="Text Placeholder 3">
            <a:extLst>
              <a:ext uri="{FF2B5EF4-FFF2-40B4-BE49-F238E27FC236}">
                <a16:creationId xmlns:a16="http://schemas.microsoft.com/office/drawing/2014/main" id="{A426B127-56AC-4E2F-B5D5-8959F5992B81}"/>
              </a:ext>
            </a:extLst>
          </p:cNvPr>
          <p:cNvSpPr txBox="1">
            <a:spLocks/>
          </p:cNvSpPr>
          <p:nvPr/>
        </p:nvSpPr>
        <p:spPr>
          <a:xfrm>
            <a:off x="1056846" y="5256428"/>
            <a:ext cx="2871361" cy="86640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rgbClr val="000000"/>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lnSpc>
                <a:spcPct val="90000"/>
              </a:lnSpc>
              <a:spcBef>
                <a:spcPts val="500"/>
              </a:spcBef>
              <a:buFontTx/>
              <a:buBlip>
                <a:blip r:embed="rId2"/>
              </a:buBlip>
              <a:defRPr sz="1600" kern="1200">
                <a:solidFill>
                  <a:srgbClr val="000000"/>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FF5000"/>
              </a:buClr>
              <a:buFont typeface="Arial" panose="020B0604020202020204" pitchFamily="34" charset="0"/>
              <a:buChar char="•"/>
              <a:defRPr sz="1400" kern="1200">
                <a:solidFill>
                  <a:srgbClr val="000000"/>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FF5000"/>
              </a:buClr>
              <a:buFont typeface="Segoe UI" panose="020B0502040204020203" pitchFamily="34" charset="0"/>
              <a:buChar char="­"/>
              <a:defRPr sz="1400" kern="1200">
                <a:solidFill>
                  <a:srgbClr val="000000"/>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Clr>
                <a:srgbClr val="FF5000"/>
              </a:buClr>
              <a:buFont typeface="Segoe UI" panose="020B0502040204020203" pitchFamily="34" charset="0"/>
              <a:buNone/>
              <a:defRPr sz="1400" kern="1200">
                <a:solidFill>
                  <a:srgbClr val="000000"/>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FF0000"/>
              </a:buClr>
              <a:buSzPct val="90000"/>
              <a:buFont typeface="Arial" panose="020B0604020202020204" pitchFamily="34" charset="0"/>
              <a:buChar char="•"/>
            </a:pPr>
            <a:r>
              <a:rPr lang="en-US">
                <a:solidFill>
                  <a:schemeClr val="tx1"/>
                </a:solidFill>
                <a:latin typeface="Aptos" panose="020B0004020202020204" pitchFamily="34" charset="0"/>
              </a:rPr>
              <a:t>First level</a:t>
            </a:r>
          </a:p>
          <a:p>
            <a:pPr lvl="1" algn="l" defTabSz="914400" rtl="0" eaLnBrk="1" latinLnBrk="0" hangingPunct="1">
              <a:lnSpc>
                <a:spcPct val="90000"/>
              </a:lnSpc>
              <a:spcBef>
                <a:spcPts val="500"/>
              </a:spcBef>
              <a:buClr>
                <a:srgbClr val="FF0000"/>
              </a:buClr>
              <a:buSzPct val="60000"/>
              <a:buFont typeface="Arial" panose="020B0604020202020204" pitchFamily="34" charset="0"/>
              <a:buChar char="•"/>
            </a:pPr>
            <a:r>
              <a:rPr lang="en-US" sz="1500" kern="1200">
                <a:solidFill>
                  <a:schemeClr val="tx1"/>
                </a:solidFill>
                <a:latin typeface="Aptos" panose="020B0004020202020204" pitchFamily="34" charset="0"/>
                <a:ea typeface="+mn-ea"/>
                <a:cs typeface="Segoe UI" panose="020B0502040204020203" pitchFamily="34" charset="0"/>
              </a:rPr>
              <a:t>First level</a:t>
            </a:r>
          </a:p>
          <a:p>
            <a:pPr lvl="2">
              <a:buClr>
                <a:srgbClr val="FF0000"/>
              </a:buClr>
              <a:buSzPct val="60000"/>
            </a:pPr>
            <a:r>
              <a:rPr lang="en-US">
                <a:solidFill>
                  <a:schemeClr val="tx1"/>
                </a:solidFill>
                <a:latin typeface="Aptos" panose="020B0004020202020204" pitchFamily="34" charset="0"/>
              </a:rPr>
              <a:t>Second level</a:t>
            </a:r>
          </a:p>
        </p:txBody>
      </p:sp>
      <p:sp>
        <p:nvSpPr>
          <p:cNvPr id="23" name="Rectangle: Rounded Corners 22">
            <a:extLst>
              <a:ext uri="{FF2B5EF4-FFF2-40B4-BE49-F238E27FC236}">
                <a16:creationId xmlns:a16="http://schemas.microsoft.com/office/drawing/2014/main" id="{0CC85F98-5CD2-4DFC-AABB-C6E3DA33094A}"/>
              </a:ext>
            </a:extLst>
          </p:cNvPr>
          <p:cNvSpPr/>
          <p:nvPr/>
        </p:nvSpPr>
        <p:spPr>
          <a:xfrm rot="16200000">
            <a:off x="4412443" y="1557588"/>
            <a:ext cx="3363468" cy="3417448"/>
          </a:xfrm>
          <a:prstGeom prst="roundRect">
            <a:avLst/>
          </a:prstGeom>
          <a:noFill/>
          <a:ln w="317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l-GR"/>
          </a:p>
        </p:txBody>
      </p:sp>
      <p:sp>
        <p:nvSpPr>
          <p:cNvPr id="25" name="Rectangle 24">
            <a:extLst>
              <a:ext uri="{FF2B5EF4-FFF2-40B4-BE49-F238E27FC236}">
                <a16:creationId xmlns:a16="http://schemas.microsoft.com/office/drawing/2014/main" id="{C740DF8D-C794-40A9-A397-FBA9EDBAF35B}"/>
              </a:ext>
            </a:extLst>
          </p:cNvPr>
          <p:cNvSpPr/>
          <p:nvPr/>
        </p:nvSpPr>
        <p:spPr>
          <a:xfrm>
            <a:off x="4713108" y="1418004"/>
            <a:ext cx="1988300" cy="430887"/>
          </a:xfrm>
          <a:prstGeom prst="rect">
            <a:avLst/>
          </a:prstGeom>
          <a:solidFill>
            <a:schemeClr val="bg1"/>
          </a:solidFill>
        </p:spPr>
        <p:txBody>
          <a:bodyPr wrap="square">
            <a:spAutoFit/>
          </a:bodyPr>
          <a:lstStyle/>
          <a:p>
            <a:r>
              <a:rPr lang="en-US" sz="2200" b="1">
                <a:latin typeface="Aptos" panose="020B0004020202020204" pitchFamily="34" charset="0"/>
              </a:rPr>
              <a:t>Sample title</a:t>
            </a:r>
          </a:p>
        </p:txBody>
      </p:sp>
      <p:sp>
        <p:nvSpPr>
          <p:cNvPr id="27" name="Text Placeholder 11">
            <a:extLst>
              <a:ext uri="{FF2B5EF4-FFF2-40B4-BE49-F238E27FC236}">
                <a16:creationId xmlns:a16="http://schemas.microsoft.com/office/drawing/2014/main" id="{3A51A2AC-483D-4FFE-A95B-4B7162C219AD}"/>
              </a:ext>
            </a:extLst>
          </p:cNvPr>
          <p:cNvSpPr txBox="1">
            <a:spLocks/>
          </p:cNvSpPr>
          <p:nvPr/>
        </p:nvSpPr>
        <p:spPr>
          <a:xfrm>
            <a:off x="4710694" y="1954084"/>
            <a:ext cx="2684944" cy="29051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rgbClr val="DF532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kern="1200">
                <a:solidFill>
                  <a:srgbClr val="FF0000"/>
                </a:solidFill>
                <a:latin typeface="Aptos" panose="020B0004020202020204" pitchFamily="34" charset="0"/>
                <a:ea typeface="+mn-ea"/>
                <a:cs typeface="Segoe UI" panose="020B0502040204020203" pitchFamily="34" charset="0"/>
              </a:rPr>
              <a:t>Subtitle</a:t>
            </a:r>
            <a:r>
              <a:rPr lang="en-US" sz="1600">
                <a:solidFill>
                  <a:srgbClr val="FF0000"/>
                </a:solidFill>
                <a:latin typeface="Aptos" panose="020B0004020202020204" pitchFamily="34" charset="0"/>
                <a:cs typeface="Segoe UI" panose="020B0502040204020203" pitchFamily="34" charset="0"/>
              </a:rPr>
              <a:t> </a:t>
            </a:r>
          </a:p>
        </p:txBody>
      </p:sp>
      <p:sp>
        <p:nvSpPr>
          <p:cNvPr id="29" name="Text Placeholder 11">
            <a:extLst>
              <a:ext uri="{FF2B5EF4-FFF2-40B4-BE49-F238E27FC236}">
                <a16:creationId xmlns:a16="http://schemas.microsoft.com/office/drawing/2014/main" id="{888E3E02-FBD9-474B-976E-34BF84040BB8}"/>
              </a:ext>
            </a:extLst>
          </p:cNvPr>
          <p:cNvSpPr txBox="1">
            <a:spLocks/>
          </p:cNvSpPr>
          <p:nvPr/>
        </p:nvSpPr>
        <p:spPr>
          <a:xfrm>
            <a:off x="4710694" y="3410168"/>
            <a:ext cx="2684944" cy="29051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rgbClr val="DF532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kern="1200">
                <a:solidFill>
                  <a:srgbClr val="FF0000"/>
                </a:solidFill>
                <a:latin typeface="Aptos" panose="020B0004020202020204" pitchFamily="34" charset="0"/>
                <a:ea typeface="+mn-ea"/>
                <a:cs typeface="Segoe UI" panose="020B0502040204020203" pitchFamily="34" charset="0"/>
              </a:rPr>
              <a:t>Subtitle</a:t>
            </a:r>
            <a:r>
              <a:rPr lang="en-US" sz="1600">
                <a:solidFill>
                  <a:srgbClr val="FF0000"/>
                </a:solidFill>
                <a:latin typeface="Aptos" panose="020B0004020202020204" pitchFamily="34" charset="0"/>
              </a:rPr>
              <a:t> </a:t>
            </a:r>
          </a:p>
        </p:txBody>
      </p:sp>
      <p:sp>
        <p:nvSpPr>
          <p:cNvPr id="31" name="Text Placeholder 3">
            <a:extLst>
              <a:ext uri="{FF2B5EF4-FFF2-40B4-BE49-F238E27FC236}">
                <a16:creationId xmlns:a16="http://schemas.microsoft.com/office/drawing/2014/main" id="{96587D69-07CC-45B4-B9E9-41CF004D0167}"/>
              </a:ext>
            </a:extLst>
          </p:cNvPr>
          <p:cNvSpPr txBox="1">
            <a:spLocks/>
          </p:cNvSpPr>
          <p:nvPr/>
        </p:nvSpPr>
        <p:spPr>
          <a:xfrm>
            <a:off x="4713108" y="2258882"/>
            <a:ext cx="2871361" cy="94831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rgbClr val="000000"/>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lnSpc>
                <a:spcPct val="90000"/>
              </a:lnSpc>
              <a:spcBef>
                <a:spcPts val="500"/>
              </a:spcBef>
              <a:buFontTx/>
              <a:buBlip>
                <a:blip r:embed="rId2"/>
              </a:buBlip>
              <a:defRPr sz="1600" kern="1200">
                <a:solidFill>
                  <a:srgbClr val="000000"/>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FF5000"/>
              </a:buClr>
              <a:buFont typeface="Arial" panose="020B0604020202020204" pitchFamily="34" charset="0"/>
              <a:buChar char="•"/>
              <a:defRPr sz="1400" kern="1200">
                <a:solidFill>
                  <a:srgbClr val="000000"/>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FF5000"/>
              </a:buClr>
              <a:buFont typeface="Segoe UI" panose="020B0502040204020203" pitchFamily="34" charset="0"/>
              <a:buChar char="­"/>
              <a:defRPr sz="1400" kern="1200">
                <a:solidFill>
                  <a:srgbClr val="000000"/>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Clr>
                <a:srgbClr val="FF5000"/>
              </a:buClr>
              <a:buFont typeface="Segoe UI" panose="020B0502040204020203" pitchFamily="34" charset="0"/>
              <a:buNone/>
              <a:defRPr sz="1400" kern="1200">
                <a:solidFill>
                  <a:srgbClr val="000000"/>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FF0000"/>
              </a:buClr>
              <a:buSzPct val="90000"/>
              <a:buFont typeface="Arial" panose="020B0604020202020204" pitchFamily="34" charset="0"/>
              <a:buChar char="•"/>
            </a:pPr>
            <a:r>
              <a:rPr lang="en-US">
                <a:solidFill>
                  <a:schemeClr val="tx1"/>
                </a:solidFill>
                <a:latin typeface="Aptos" panose="020B0004020202020204" pitchFamily="34" charset="0"/>
              </a:rPr>
              <a:t>First level</a:t>
            </a:r>
          </a:p>
          <a:p>
            <a:pPr lvl="1" algn="l" defTabSz="914400" rtl="0" eaLnBrk="1" latinLnBrk="0" hangingPunct="1">
              <a:lnSpc>
                <a:spcPct val="90000"/>
              </a:lnSpc>
              <a:spcBef>
                <a:spcPts val="500"/>
              </a:spcBef>
              <a:buClr>
                <a:srgbClr val="FF0000"/>
              </a:buClr>
              <a:buSzPct val="60000"/>
              <a:buFont typeface="Arial" panose="020B0604020202020204" pitchFamily="34" charset="0"/>
              <a:buChar char="•"/>
            </a:pPr>
            <a:r>
              <a:rPr lang="en-US" sz="1500" kern="1200">
                <a:solidFill>
                  <a:schemeClr val="tx1"/>
                </a:solidFill>
                <a:latin typeface="Aptos" panose="020B0004020202020204" pitchFamily="34" charset="0"/>
                <a:ea typeface="+mn-ea"/>
                <a:cs typeface="Segoe UI" panose="020B0502040204020203" pitchFamily="34" charset="0"/>
              </a:rPr>
              <a:t>First level</a:t>
            </a:r>
          </a:p>
          <a:p>
            <a:pPr lvl="2">
              <a:buClr>
                <a:srgbClr val="FF0000"/>
              </a:buClr>
              <a:buSzPct val="60000"/>
            </a:pPr>
            <a:r>
              <a:rPr lang="en-US">
                <a:solidFill>
                  <a:schemeClr val="tx1"/>
                </a:solidFill>
                <a:latin typeface="Aptos" panose="020B0004020202020204" pitchFamily="34" charset="0"/>
              </a:rPr>
              <a:t>Second level</a:t>
            </a:r>
          </a:p>
        </p:txBody>
      </p:sp>
      <p:sp>
        <p:nvSpPr>
          <p:cNvPr id="33" name="Text Placeholder 3">
            <a:extLst>
              <a:ext uri="{FF2B5EF4-FFF2-40B4-BE49-F238E27FC236}">
                <a16:creationId xmlns:a16="http://schemas.microsoft.com/office/drawing/2014/main" id="{7470A02D-7A55-4E18-8FC7-60ABF3D06736}"/>
              </a:ext>
            </a:extLst>
          </p:cNvPr>
          <p:cNvSpPr txBox="1">
            <a:spLocks/>
          </p:cNvSpPr>
          <p:nvPr/>
        </p:nvSpPr>
        <p:spPr>
          <a:xfrm>
            <a:off x="4759959" y="3707365"/>
            <a:ext cx="2871361" cy="906599"/>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rgbClr val="000000"/>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lnSpc>
                <a:spcPct val="90000"/>
              </a:lnSpc>
              <a:spcBef>
                <a:spcPts val="500"/>
              </a:spcBef>
              <a:buFontTx/>
              <a:buBlip>
                <a:blip r:embed="rId2"/>
              </a:buBlip>
              <a:defRPr sz="1600" kern="1200">
                <a:solidFill>
                  <a:srgbClr val="000000"/>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FF5000"/>
              </a:buClr>
              <a:buFont typeface="Arial" panose="020B0604020202020204" pitchFamily="34" charset="0"/>
              <a:buChar char="•"/>
              <a:defRPr sz="1400" kern="1200">
                <a:solidFill>
                  <a:srgbClr val="000000"/>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FF5000"/>
              </a:buClr>
              <a:buFont typeface="Segoe UI" panose="020B0502040204020203" pitchFamily="34" charset="0"/>
              <a:buChar char="­"/>
              <a:defRPr sz="1400" kern="1200">
                <a:solidFill>
                  <a:srgbClr val="000000"/>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Clr>
                <a:srgbClr val="FF5000"/>
              </a:buClr>
              <a:buFont typeface="Segoe UI" panose="020B0502040204020203" pitchFamily="34" charset="0"/>
              <a:buNone/>
              <a:defRPr sz="1400" kern="1200">
                <a:solidFill>
                  <a:srgbClr val="000000"/>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FF0000"/>
              </a:buClr>
              <a:buSzPct val="90000"/>
              <a:buFont typeface="Arial" panose="020B0604020202020204" pitchFamily="34" charset="0"/>
              <a:buChar char="•"/>
            </a:pPr>
            <a:r>
              <a:rPr lang="en-US">
                <a:solidFill>
                  <a:schemeClr val="tx1"/>
                </a:solidFill>
                <a:latin typeface="Aptos" panose="020B0004020202020204" pitchFamily="34" charset="0"/>
              </a:rPr>
              <a:t>First level</a:t>
            </a:r>
          </a:p>
          <a:p>
            <a:pPr lvl="1" algn="l" defTabSz="914400" rtl="0" eaLnBrk="1" latinLnBrk="0" hangingPunct="1">
              <a:lnSpc>
                <a:spcPct val="90000"/>
              </a:lnSpc>
              <a:spcBef>
                <a:spcPts val="500"/>
              </a:spcBef>
              <a:buClr>
                <a:srgbClr val="FF0000"/>
              </a:buClr>
              <a:buSzPct val="60000"/>
              <a:buFont typeface="Arial" panose="020B0604020202020204" pitchFamily="34" charset="0"/>
              <a:buChar char="•"/>
            </a:pPr>
            <a:r>
              <a:rPr lang="en-US" sz="1500" kern="1200">
                <a:solidFill>
                  <a:schemeClr val="tx1"/>
                </a:solidFill>
                <a:latin typeface="Aptos" panose="020B0004020202020204" pitchFamily="34" charset="0"/>
                <a:ea typeface="+mn-ea"/>
                <a:cs typeface="Segoe UI" panose="020B0502040204020203" pitchFamily="34" charset="0"/>
              </a:rPr>
              <a:t>First level</a:t>
            </a:r>
          </a:p>
          <a:p>
            <a:pPr lvl="2">
              <a:buClr>
                <a:srgbClr val="FF0000"/>
              </a:buClr>
              <a:buSzPct val="60000"/>
            </a:pPr>
            <a:r>
              <a:rPr lang="en-US">
                <a:solidFill>
                  <a:schemeClr val="tx1"/>
                </a:solidFill>
                <a:latin typeface="Aptos" panose="020B0004020202020204" pitchFamily="34" charset="0"/>
              </a:rPr>
              <a:t>Second level</a:t>
            </a:r>
          </a:p>
        </p:txBody>
      </p:sp>
      <p:sp>
        <p:nvSpPr>
          <p:cNvPr id="2" name="Rectangle: Rounded Corners 22">
            <a:extLst>
              <a:ext uri="{FF2B5EF4-FFF2-40B4-BE49-F238E27FC236}">
                <a16:creationId xmlns:a16="http://schemas.microsoft.com/office/drawing/2014/main" id="{81135A6C-6D33-6CC3-DE63-0521978E61AE}"/>
              </a:ext>
            </a:extLst>
          </p:cNvPr>
          <p:cNvSpPr/>
          <p:nvPr/>
        </p:nvSpPr>
        <p:spPr>
          <a:xfrm rot="16200000">
            <a:off x="8823428" y="889291"/>
            <a:ext cx="2026876" cy="3417448"/>
          </a:xfrm>
          <a:prstGeom prst="roundRect">
            <a:avLst>
              <a:gd name="adj" fmla="val 22437"/>
            </a:avLst>
          </a:prstGeom>
          <a:noFill/>
          <a:ln w="317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l-GR"/>
          </a:p>
        </p:txBody>
      </p:sp>
      <p:sp>
        <p:nvSpPr>
          <p:cNvPr id="3" name="Rectangle 2">
            <a:extLst>
              <a:ext uri="{FF2B5EF4-FFF2-40B4-BE49-F238E27FC236}">
                <a16:creationId xmlns:a16="http://schemas.microsoft.com/office/drawing/2014/main" id="{1ADEC36F-F064-ECE8-4BA9-C2A3E595F58B}"/>
              </a:ext>
            </a:extLst>
          </p:cNvPr>
          <p:cNvSpPr/>
          <p:nvPr/>
        </p:nvSpPr>
        <p:spPr>
          <a:xfrm>
            <a:off x="8455797" y="1418003"/>
            <a:ext cx="1988300" cy="430887"/>
          </a:xfrm>
          <a:prstGeom prst="rect">
            <a:avLst/>
          </a:prstGeom>
          <a:solidFill>
            <a:schemeClr val="bg1"/>
          </a:solidFill>
        </p:spPr>
        <p:txBody>
          <a:bodyPr wrap="square">
            <a:spAutoFit/>
          </a:bodyPr>
          <a:lstStyle/>
          <a:p>
            <a:r>
              <a:rPr lang="en-US" sz="2200" b="1">
                <a:latin typeface="Aptos" panose="020B0004020202020204" pitchFamily="34" charset="0"/>
              </a:rPr>
              <a:t>Sample title</a:t>
            </a:r>
          </a:p>
        </p:txBody>
      </p:sp>
      <p:sp>
        <p:nvSpPr>
          <p:cNvPr id="6" name="Text Placeholder 11">
            <a:extLst>
              <a:ext uri="{FF2B5EF4-FFF2-40B4-BE49-F238E27FC236}">
                <a16:creationId xmlns:a16="http://schemas.microsoft.com/office/drawing/2014/main" id="{581E538A-29C2-A9BA-F16B-BE7B8BC9F232}"/>
              </a:ext>
            </a:extLst>
          </p:cNvPr>
          <p:cNvSpPr txBox="1">
            <a:spLocks/>
          </p:cNvSpPr>
          <p:nvPr/>
        </p:nvSpPr>
        <p:spPr>
          <a:xfrm>
            <a:off x="8453383" y="1954083"/>
            <a:ext cx="2684944" cy="29051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rgbClr val="DF532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kern="1200">
                <a:solidFill>
                  <a:srgbClr val="FF0000"/>
                </a:solidFill>
                <a:latin typeface="Aptos" panose="020B0004020202020204" pitchFamily="34" charset="0"/>
                <a:ea typeface="+mn-ea"/>
                <a:cs typeface="Segoe UI" panose="020B0502040204020203" pitchFamily="34" charset="0"/>
              </a:rPr>
              <a:t>Subtitle</a:t>
            </a:r>
            <a:r>
              <a:rPr lang="en-US" sz="1600">
                <a:solidFill>
                  <a:srgbClr val="FF0000"/>
                </a:solidFill>
                <a:latin typeface="Aptos" panose="020B0004020202020204" pitchFamily="34" charset="0"/>
                <a:cs typeface="Segoe UI" panose="020B0502040204020203" pitchFamily="34" charset="0"/>
              </a:rPr>
              <a:t> </a:t>
            </a:r>
          </a:p>
        </p:txBody>
      </p:sp>
      <p:sp>
        <p:nvSpPr>
          <p:cNvPr id="10" name="Text Placeholder 3">
            <a:extLst>
              <a:ext uri="{FF2B5EF4-FFF2-40B4-BE49-F238E27FC236}">
                <a16:creationId xmlns:a16="http://schemas.microsoft.com/office/drawing/2014/main" id="{42B7FA15-DAE6-0898-D516-34697B7DBD23}"/>
              </a:ext>
            </a:extLst>
          </p:cNvPr>
          <p:cNvSpPr txBox="1">
            <a:spLocks/>
          </p:cNvSpPr>
          <p:nvPr/>
        </p:nvSpPr>
        <p:spPr>
          <a:xfrm>
            <a:off x="8455797" y="2258881"/>
            <a:ext cx="2871361" cy="94831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rgbClr val="000000"/>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lnSpc>
                <a:spcPct val="90000"/>
              </a:lnSpc>
              <a:spcBef>
                <a:spcPts val="500"/>
              </a:spcBef>
              <a:buFontTx/>
              <a:buBlip>
                <a:blip r:embed="rId2"/>
              </a:buBlip>
              <a:defRPr sz="1600" kern="1200">
                <a:solidFill>
                  <a:srgbClr val="000000"/>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Clr>
                <a:srgbClr val="FF5000"/>
              </a:buClr>
              <a:buFont typeface="Arial" panose="020B0604020202020204" pitchFamily="34" charset="0"/>
              <a:buChar char="•"/>
              <a:defRPr sz="1400" kern="1200">
                <a:solidFill>
                  <a:srgbClr val="000000"/>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Clr>
                <a:srgbClr val="FF5000"/>
              </a:buClr>
              <a:buFont typeface="Segoe UI" panose="020B0502040204020203" pitchFamily="34" charset="0"/>
              <a:buChar char="­"/>
              <a:defRPr sz="1400" kern="1200">
                <a:solidFill>
                  <a:srgbClr val="000000"/>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Clr>
                <a:srgbClr val="FF5000"/>
              </a:buClr>
              <a:buFont typeface="Segoe UI" panose="020B0502040204020203" pitchFamily="34" charset="0"/>
              <a:buNone/>
              <a:defRPr sz="1400" kern="1200">
                <a:solidFill>
                  <a:srgbClr val="000000"/>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FF0000"/>
              </a:buClr>
              <a:buSzPct val="90000"/>
              <a:buFont typeface="Arial" panose="020B0604020202020204" pitchFamily="34" charset="0"/>
              <a:buChar char="•"/>
            </a:pPr>
            <a:r>
              <a:rPr lang="en-US">
                <a:solidFill>
                  <a:schemeClr val="tx1"/>
                </a:solidFill>
                <a:latin typeface="Aptos" panose="020B0004020202020204" pitchFamily="34" charset="0"/>
              </a:rPr>
              <a:t>First level</a:t>
            </a:r>
          </a:p>
          <a:p>
            <a:pPr lvl="1" algn="l" defTabSz="914400" rtl="0" eaLnBrk="1" latinLnBrk="0" hangingPunct="1">
              <a:lnSpc>
                <a:spcPct val="90000"/>
              </a:lnSpc>
              <a:spcBef>
                <a:spcPts val="500"/>
              </a:spcBef>
              <a:buClr>
                <a:srgbClr val="FF0000"/>
              </a:buClr>
              <a:buSzPct val="60000"/>
              <a:buFont typeface="Arial" panose="020B0604020202020204" pitchFamily="34" charset="0"/>
              <a:buChar char="•"/>
            </a:pPr>
            <a:r>
              <a:rPr lang="en-US" sz="1500" kern="1200">
                <a:solidFill>
                  <a:schemeClr val="tx1"/>
                </a:solidFill>
                <a:latin typeface="Aptos" panose="020B0004020202020204" pitchFamily="34" charset="0"/>
                <a:ea typeface="+mn-ea"/>
                <a:cs typeface="Segoe UI" panose="020B0502040204020203" pitchFamily="34" charset="0"/>
              </a:rPr>
              <a:t>First level</a:t>
            </a:r>
          </a:p>
          <a:p>
            <a:pPr lvl="2">
              <a:buClr>
                <a:srgbClr val="FF0000"/>
              </a:buClr>
              <a:buSzPct val="60000"/>
            </a:pPr>
            <a:r>
              <a:rPr lang="en-US">
                <a:solidFill>
                  <a:schemeClr val="tx1"/>
                </a:solidFill>
                <a:latin typeface="Aptos" panose="020B0004020202020204" pitchFamily="34" charset="0"/>
              </a:rPr>
              <a:t>Second level</a:t>
            </a:r>
          </a:p>
        </p:txBody>
      </p:sp>
    </p:spTree>
    <p:extLst>
      <p:ext uri="{BB962C8B-B14F-4D97-AF65-F5344CB8AC3E}">
        <p14:creationId xmlns:p14="http://schemas.microsoft.com/office/powerpoint/2010/main" val="4001945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A656E40-C947-4942-B91F-625162BB24C2}"/>
              </a:ext>
            </a:extLst>
          </p:cNvPr>
          <p:cNvSpPr>
            <a:spLocks noGrp="1"/>
          </p:cNvSpPr>
          <p:nvPr>
            <p:ph type="body" sz="quarter" idx="19"/>
          </p:nvPr>
        </p:nvSpPr>
        <p:spPr/>
        <p:txBody>
          <a:bodyPr/>
          <a:lstStyle/>
          <a:p>
            <a:endParaRPr lang="en-US">
              <a:solidFill>
                <a:srgbClr val="FF0000"/>
              </a:solidFill>
            </a:endParaRPr>
          </a:p>
        </p:txBody>
      </p:sp>
      <p:sp>
        <p:nvSpPr>
          <p:cNvPr id="5" name="Text Placeholder 4">
            <a:extLst>
              <a:ext uri="{FF2B5EF4-FFF2-40B4-BE49-F238E27FC236}">
                <a16:creationId xmlns:a16="http://schemas.microsoft.com/office/drawing/2014/main" id="{31ED65B3-1310-4208-A905-27D614330607}"/>
              </a:ext>
            </a:extLst>
          </p:cNvPr>
          <p:cNvSpPr>
            <a:spLocks noGrp="1"/>
          </p:cNvSpPr>
          <p:nvPr>
            <p:ph type="body" sz="quarter" idx="20"/>
          </p:nvPr>
        </p:nvSpPr>
        <p:spPr/>
        <p:txBody>
          <a:bodyPr/>
          <a:lstStyle/>
          <a:p>
            <a:endParaRPr lang="en-US"/>
          </a:p>
        </p:txBody>
      </p:sp>
      <p:graphicFrame>
        <p:nvGraphicFramePr>
          <p:cNvPr id="7" name="Table 6">
            <a:extLst>
              <a:ext uri="{FF2B5EF4-FFF2-40B4-BE49-F238E27FC236}">
                <a16:creationId xmlns:a16="http://schemas.microsoft.com/office/drawing/2014/main" id="{0EFD4400-BDA1-48CE-8198-0ADDDBFB3F2F}"/>
              </a:ext>
            </a:extLst>
          </p:cNvPr>
          <p:cNvGraphicFramePr>
            <a:graphicFrameLocks noGrp="1"/>
          </p:cNvGraphicFramePr>
          <p:nvPr>
            <p:extLst>
              <p:ext uri="{D42A27DB-BD31-4B8C-83A1-F6EECF244321}">
                <p14:modId xmlns:p14="http://schemas.microsoft.com/office/powerpoint/2010/main" val="2772140467"/>
              </p:ext>
            </p:extLst>
          </p:nvPr>
        </p:nvGraphicFramePr>
        <p:xfrm>
          <a:off x="1456672" y="1909779"/>
          <a:ext cx="9278656" cy="2647956"/>
        </p:xfrm>
        <a:graphic>
          <a:graphicData uri="http://schemas.openxmlformats.org/drawingml/2006/table">
            <a:tbl>
              <a:tblPr firstRow="1" bandRow="1">
                <a:tableStyleId>{5C22544A-7EE6-4342-B048-85BDC9FD1C3A}</a:tableStyleId>
              </a:tblPr>
              <a:tblGrid>
                <a:gridCol w="1159832">
                  <a:extLst>
                    <a:ext uri="{9D8B030D-6E8A-4147-A177-3AD203B41FA5}">
                      <a16:colId xmlns:a16="http://schemas.microsoft.com/office/drawing/2014/main" val="1522091097"/>
                    </a:ext>
                  </a:extLst>
                </a:gridCol>
                <a:gridCol w="1159832">
                  <a:extLst>
                    <a:ext uri="{9D8B030D-6E8A-4147-A177-3AD203B41FA5}">
                      <a16:colId xmlns:a16="http://schemas.microsoft.com/office/drawing/2014/main" val="4271206035"/>
                    </a:ext>
                  </a:extLst>
                </a:gridCol>
                <a:gridCol w="1159832">
                  <a:extLst>
                    <a:ext uri="{9D8B030D-6E8A-4147-A177-3AD203B41FA5}">
                      <a16:colId xmlns:a16="http://schemas.microsoft.com/office/drawing/2014/main" val="632175012"/>
                    </a:ext>
                  </a:extLst>
                </a:gridCol>
                <a:gridCol w="1159832">
                  <a:extLst>
                    <a:ext uri="{9D8B030D-6E8A-4147-A177-3AD203B41FA5}">
                      <a16:colId xmlns:a16="http://schemas.microsoft.com/office/drawing/2014/main" val="1206705264"/>
                    </a:ext>
                  </a:extLst>
                </a:gridCol>
                <a:gridCol w="1159832">
                  <a:extLst>
                    <a:ext uri="{9D8B030D-6E8A-4147-A177-3AD203B41FA5}">
                      <a16:colId xmlns:a16="http://schemas.microsoft.com/office/drawing/2014/main" val="2929606248"/>
                    </a:ext>
                  </a:extLst>
                </a:gridCol>
                <a:gridCol w="1159832">
                  <a:extLst>
                    <a:ext uri="{9D8B030D-6E8A-4147-A177-3AD203B41FA5}">
                      <a16:colId xmlns:a16="http://schemas.microsoft.com/office/drawing/2014/main" val="2854734592"/>
                    </a:ext>
                  </a:extLst>
                </a:gridCol>
                <a:gridCol w="1159832">
                  <a:extLst>
                    <a:ext uri="{9D8B030D-6E8A-4147-A177-3AD203B41FA5}">
                      <a16:colId xmlns:a16="http://schemas.microsoft.com/office/drawing/2014/main" val="981095669"/>
                    </a:ext>
                  </a:extLst>
                </a:gridCol>
                <a:gridCol w="1159832">
                  <a:extLst>
                    <a:ext uri="{9D8B030D-6E8A-4147-A177-3AD203B41FA5}">
                      <a16:colId xmlns:a16="http://schemas.microsoft.com/office/drawing/2014/main" val="602882525"/>
                    </a:ext>
                  </a:extLst>
                </a:gridCol>
              </a:tblGrid>
              <a:tr h="441326">
                <a:tc>
                  <a:txBody>
                    <a:bodyPr/>
                    <a:lstStyle/>
                    <a:p>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a:latin typeface="Aptos" panose="020B0004020202020204" pitchFamily="34" charset="0"/>
                        </a:rPr>
                        <a:t>Title</a:t>
                      </a:r>
                      <a:endParaRPr lang="en-US" sz="1600" b="0" i="0">
                        <a:latin typeface="Aptos" panose="020B0004020202020204" pitchFamily="34" charset="0"/>
                        <a:cs typeface="Segoe UI" panose="020B0502040204020203" pitchFamily="34" charset="0"/>
                      </a:endParaRPr>
                    </a:p>
                  </a:txBody>
                  <a:tcPr marL="102872" marR="102872" marT="51436" marB="51436" anchor="ctr">
                    <a:solidFill>
                      <a:srgbClr val="FF0000"/>
                    </a:solidFill>
                  </a:tcPr>
                </a:tc>
                <a:extLst>
                  <a:ext uri="{0D108BD9-81ED-4DB2-BD59-A6C34878D82A}">
                    <a16:rowId xmlns:a16="http://schemas.microsoft.com/office/drawing/2014/main" val="4039682698"/>
                  </a:ext>
                </a:extLst>
              </a:tr>
              <a:tr h="441326">
                <a:tc>
                  <a:txBody>
                    <a:bodyPr/>
                    <a:lstStyle/>
                    <a:p>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lang="en-US" sz="1300" b="0" i="0">
                        <a:solidFill>
                          <a:srgbClr val="30383B"/>
                        </a:solidFill>
                        <a:latin typeface="Aptos" panose="020B0004020202020204" pitchFamily="34" charset="0"/>
                        <a:cs typeface="Segoe UI" panose="020B0502040204020203" pitchFamily="34" charset="0"/>
                      </a:endParaRPr>
                    </a:p>
                  </a:txBody>
                  <a:tcPr marL="102872" marR="102872" marT="51436" marB="51436" anchor="ctr">
                    <a:solidFill>
                      <a:schemeClr val="bg1">
                        <a:lumMod val="75000"/>
                      </a:schemeClr>
                    </a:solidFill>
                  </a:tcPr>
                </a:tc>
                <a:extLst>
                  <a:ext uri="{0D108BD9-81ED-4DB2-BD59-A6C34878D82A}">
                    <a16:rowId xmlns:a16="http://schemas.microsoft.com/office/drawing/2014/main" val="1056735509"/>
                  </a:ext>
                </a:extLst>
              </a:tr>
              <a:tr h="441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extLst>
                  <a:ext uri="{0D108BD9-81ED-4DB2-BD59-A6C34878D82A}">
                    <a16:rowId xmlns:a16="http://schemas.microsoft.com/office/drawing/2014/main" val="12995780"/>
                  </a:ext>
                </a:extLst>
              </a:tr>
              <a:tr h="441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extLst>
                  <a:ext uri="{0D108BD9-81ED-4DB2-BD59-A6C34878D82A}">
                    <a16:rowId xmlns:a16="http://schemas.microsoft.com/office/drawing/2014/main" val="3608849287"/>
                  </a:ext>
                </a:extLst>
              </a:tr>
              <a:tr h="441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tc>
                <a:extLst>
                  <a:ext uri="{0D108BD9-81ED-4DB2-BD59-A6C34878D82A}">
                    <a16:rowId xmlns:a16="http://schemas.microsoft.com/office/drawing/2014/main" val="2072610950"/>
                  </a:ext>
                </a:extLst>
              </a:tr>
              <a:tr h="441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83B"/>
                          </a:solidFill>
                          <a:effectLst/>
                          <a:uLnTx/>
                          <a:uFillTx/>
                          <a:latin typeface="Aptos" panose="020B0004020202020204" pitchFamily="34" charset="0"/>
                        </a:rPr>
                        <a:t>Text</a:t>
                      </a:r>
                      <a:endParaRPr kumimoji="0" lang="en-US" sz="1300" b="0" i="0" u="none" strike="noStrike" kern="1200" cap="none" spc="0" normalizeH="0" baseline="0" noProof="0">
                        <a:ln>
                          <a:noFill/>
                        </a:ln>
                        <a:solidFill>
                          <a:srgbClr val="30383B"/>
                        </a:solidFill>
                        <a:effectLst/>
                        <a:uLnTx/>
                        <a:uFillTx/>
                        <a:latin typeface="Aptos" panose="020B0004020202020204" pitchFamily="34" charset="0"/>
                        <a:ea typeface="+mn-ea"/>
                        <a:cs typeface="Segoe UI" panose="020B0502040204020203" pitchFamily="34" charset="0"/>
                      </a:endParaRPr>
                    </a:p>
                  </a:txBody>
                  <a:tcPr marL="102872" marR="102872" marT="51436" marB="51436" anchor="ctr">
                    <a:solidFill>
                      <a:schemeClr val="bg1">
                        <a:lumMod val="75000"/>
                      </a:schemeClr>
                    </a:solidFill>
                  </a:tcPr>
                </a:tc>
                <a:extLst>
                  <a:ext uri="{0D108BD9-81ED-4DB2-BD59-A6C34878D82A}">
                    <a16:rowId xmlns:a16="http://schemas.microsoft.com/office/drawing/2014/main" val="355939432"/>
                  </a:ext>
                </a:extLst>
              </a:tr>
            </a:tbl>
          </a:graphicData>
        </a:graphic>
      </p:graphicFrame>
    </p:spTree>
    <p:extLst>
      <p:ext uri="{BB962C8B-B14F-4D97-AF65-F5344CB8AC3E}">
        <p14:creationId xmlns:p14="http://schemas.microsoft.com/office/powerpoint/2010/main" val="3903915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A656E40-C947-4942-B91F-625162BB24C2}"/>
              </a:ext>
            </a:extLst>
          </p:cNvPr>
          <p:cNvSpPr>
            <a:spLocks noGrp="1"/>
          </p:cNvSpPr>
          <p:nvPr>
            <p:ph type="body" sz="quarter" idx="19"/>
          </p:nvPr>
        </p:nvSpPr>
        <p:spPr/>
        <p:txBody>
          <a:bodyPr/>
          <a:lstStyle/>
          <a:p>
            <a:endParaRPr lang="en-US">
              <a:solidFill>
                <a:srgbClr val="FF0000"/>
              </a:solidFill>
            </a:endParaRPr>
          </a:p>
        </p:txBody>
      </p:sp>
      <p:sp>
        <p:nvSpPr>
          <p:cNvPr id="5" name="Text Placeholder 4">
            <a:extLst>
              <a:ext uri="{FF2B5EF4-FFF2-40B4-BE49-F238E27FC236}">
                <a16:creationId xmlns:a16="http://schemas.microsoft.com/office/drawing/2014/main" id="{31ED65B3-1310-4208-A905-27D614330607}"/>
              </a:ext>
            </a:extLst>
          </p:cNvPr>
          <p:cNvSpPr>
            <a:spLocks noGrp="1"/>
          </p:cNvSpPr>
          <p:nvPr>
            <p:ph type="body" sz="quarter" idx="20"/>
          </p:nvPr>
        </p:nvSpPr>
        <p:spPr/>
        <p:txBody>
          <a:bodyPr/>
          <a:lstStyle/>
          <a:p>
            <a:endParaRPr lang="en-US"/>
          </a:p>
        </p:txBody>
      </p:sp>
      <p:grpSp>
        <p:nvGrpSpPr>
          <p:cNvPr id="6" name="Group 5">
            <a:extLst>
              <a:ext uri="{FF2B5EF4-FFF2-40B4-BE49-F238E27FC236}">
                <a16:creationId xmlns:a16="http://schemas.microsoft.com/office/drawing/2014/main" id="{AF04BC04-3907-B3E4-91CF-6BC1F263C644}"/>
              </a:ext>
            </a:extLst>
          </p:cNvPr>
          <p:cNvGrpSpPr/>
          <p:nvPr/>
        </p:nvGrpSpPr>
        <p:grpSpPr>
          <a:xfrm>
            <a:off x="1023512" y="1532367"/>
            <a:ext cx="10144976" cy="3670879"/>
            <a:chOff x="970448" y="1532367"/>
            <a:chExt cx="10144976" cy="3670879"/>
          </a:xfrm>
        </p:grpSpPr>
        <p:sp>
          <p:nvSpPr>
            <p:cNvPr id="2" name="Rectangle 1">
              <a:extLst>
                <a:ext uri="{FF2B5EF4-FFF2-40B4-BE49-F238E27FC236}">
                  <a16:creationId xmlns:a16="http://schemas.microsoft.com/office/drawing/2014/main" id="{B6C5D2BB-1F5C-4E31-9082-1DBEA25112BD}"/>
                </a:ext>
              </a:extLst>
            </p:cNvPr>
            <p:cNvSpPr/>
            <p:nvPr/>
          </p:nvSpPr>
          <p:spPr>
            <a:xfrm>
              <a:off x="970456" y="1963254"/>
              <a:ext cx="10144968" cy="360000"/>
            </a:xfrm>
            <a:prstGeom prst="rect">
              <a:avLst/>
            </a:prstGeom>
            <a:solidFill>
              <a:schemeClr val="bg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3" name="Rectangle 2">
              <a:extLst>
                <a:ext uri="{FF2B5EF4-FFF2-40B4-BE49-F238E27FC236}">
                  <a16:creationId xmlns:a16="http://schemas.microsoft.com/office/drawing/2014/main" id="{75F9805E-ECB7-4B00-875D-5103092F55C5}"/>
                </a:ext>
              </a:extLst>
            </p:cNvPr>
            <p:cNvSpPr/>
            <p:nvPr/>
          </p:nvSpPr>
          <p:spPr>
            <a:xfrm>
              <a:off x="970457" y="1532367"/>
              <a:ext cx="1269919"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latin typeface="Aptos" panose="020B0004020202020204" pitchFamily="34" charset="0"/>
                </a:rPr>
                <a:t>Title</a:t>
              </a:r>
              <a:endParaRPr lang="el-GR" sz="1400">
                <a:latin typeface="PF BeauSans Pro Light" panose="02000500000000020004" pitchFamily="2" charset="0"/>
              </a:endParaRPr>
            </a:p>
          </p:txBody>
        </p:sp>
        <p:sp>
          <p:nvSpPr>
            <p:cNvPr id="10" name="Rectangle 9">
              <a:extLst>
                <a:ext uri="{FF2B5EF4-FFF2-40B4-BE49-F238E27FC236}">
                  <a16:creationId xmlns:a16="http://schemas.microsoft.com/office/drawing/2014/main" id="{342D9BC6-0F48-4980-A04D-743F9A010438}"/>
                </a:ext>
              </a:extLst>
            </p:cNvPr>
            <p:cNvSpPr/>
            <p:nvPr/>
          </p:nvSpPr>
          <p:spPr>
            <a:xfrm>
              <a:off x="2240376" y="1532367"/>
              <a:ext cx="2274876"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latin typeface="Aptos" panose="020B0004020202020204" pitchFamily="34" charset="0"/>
                </a:rPr>
                <a:t>Title</a:t>
              </a:r>
              <a:endParaRPr lang="el-GR" sz="1400">
                <a:latin typeface="PF BeauSans Pro Light" panose="02000500000000020004" pitchFamily="2" charset="0"/>
              </a:endParaRPr>
            </a:p>
          </p:txBody>
        </p:sp>
        <p:sp>
          <p:nvSpPr>
            <p:cNvPr id="12" name="Rectangle 11">
              <a:extLst>
                <a:ext uri="{FF2B5EF4-FFF2-40B4-BE49-F238E27FC236}">
                  <a16:creationId xmlns:a16="http://schemas.microsoft.com/office/drawing/2014/main" id="{CE5B660C-D464-4B0A-9266-2AB70FBB4C0A}"/>
                </a:ext>
              </a:extLst>
            </p:cNvPr>
            <p:cNvSpPr/>
            <p:nvPr/>
          </p:nvSpPr>
          <p:spPr>
            <a:xfrm>
              <a:off x="4515252" y="1532367"/>
              <a:ext cx="443172"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a:latin typeface="Aptos" panose="020B0004020202020204" pitchFamily="34" charset="0"/>
                </a:rPr>
                <a:t>Title</a:t>
              </a:r>
              <a:endParaRPr lang="el-GR" sz="700">
                <a:latin typeface="PF BeauSans Pro Light" panose="02000500000000020004" pitchFamily="2" charset="0"/>
              </a:endParaRPr>
            </a:p>
          </p:txBody>
        </p:sp>
        <p:sp>
          <p:nvSpPr>
            <p:cNvPr id="14" name="Rectangle 13">
              <a:extLst>
                <a:ext uri="{FF2B5EF4-FFF2-40B4-BE49-F238E27FC236}">
                  <a16:creationId xmlns:a16="http://schemas.microsoft.com/office/drawing/2014/main" id="{81293CFE-7548-42A1-A022-AD8527B79EAF}"/>
                </a:ext>
              </a:extLst>
            </p:cNvPr>
            <p:cNvSpPr/>
            <p:nvPr/>
          </p:nvSpPr>
          <p:spPr>
            <a:xfrm>
              <a:off x="4958423" y="1532367"/>
              <a:ext cx="443172"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a:latin typeface="Aptos" panose="020B0004020202020204" pitchFamily="34" charset="0"/>
                </a:rPr>
                <a:t>Title</a:t>
              </a:r>
              <a:endParaRPr lang="el-GR" sz="700">
                <a:latin typeface="PF BeauSans Pro Light" panose="02000500000000020004" pitchFamily="2" charset="0"/>
              </a:endParaRPr>
            </a:p>
          </p:txBody>
        </p:sp>
        <p:sp>
          <p:nvSpPr>
            <p:cNvPr id="16" name="Rectangle 15">
              <a:extLst>
                <a:ext uri="{FF2B5EF4-FFF2-40B4-BE49-F238E27FC236}">
                  <a16:creationId xmlns:a16="http://schemas.microsoft.com/office/drawing/2014/main" id="{8915A967-3FDC-479C-AF11-454B5154DC78}"/>
                </a:ext>
              </a:extLst>
            </p:cNvPr>
            <p:cNvSpPr/>
            <p:nvPr/>
          </p:nvSpPr>
          <p:spPr>
            <a:xfrm>
              <a:off x="5401595" y="1532367"/>
              <a:ext cx="443172"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00">
                  <a:latin typeface="Aptos" panose="020B0004020202020204" pitchFamily="34" charset="0"/>
                </a:rPr>
                <a:t>Title</a:t>
              </a:r>
              <a:endParaRPr lang="el-GR" sz="600">
                <a:latin typeface="PF BeauSans Pro Light" panose="02000500000000020004" pitchFamily="2" charset="0"/>
              </a:endParaRPr>
            </a:p>
          </p:txBody>
        </p:sp>
        <p:sp>
          <p:nvSpPr>
            <p:cNvPr id="18" name="Rectangle 17">
              <a:extLst>
                <a:ext uri="{FF2B5EF4-FFF2-40B4-BE49-F238E27FC236}">
                  <a16:creationId xmlns:a16="http://schemas.microsoft.com/office/drawing/2014/main" id="{95C84712-9645-486B-96D1-8C882A394307}"/>
                </a:ext>
              </a:extLst>
            </p:cNvPr>
            <p:cNvSpPr/>
            <p:nvPr/>
          </p:nvSpPr>
          <p:spPr>
            <a:xfrm>
              <a:off x="5844765" y="1532367"/>
              <a:ext cx="4475498"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latin typeface="Aptos" panose="020B0004020202020204" pitchFamily="34" charset="0"/>
                </a:rPr>
                <a:t>Title</a:t>
              </a:r>
              <a:endParaRPr lang="el-GR" sz="1400">
                <a:latin typeface="PF BeauSans Pro Light" panose="02000500000000020004" pitchFamily="2" charset="0"/>
              </a:endParaRPr>
            </a:p>
          </p:txBody>
        </p:sp>
        <p:sp>
          <p:nvSpPr>
            <p:cNvPr id="20" name="TextBox 19">
              <a:extLst>
                <a:ext uri="{FF2B5EF4-FFF2-40B4-BE49-F238E27FC236}">
                  <a16:creationId xmlns:a16="http://schemas.microsoft.com/office/drawing/2014/main" id="{6F27157B-B7A0-4A70-B052-B3E7D313D8C3}"/>
                </a:ext>
              </a:extLst>
            </p:cNvPr>
            <p:cNvSpPr txBox="1"/>
            <p:nvPr/>
          </p:nvSpPr>
          <p:spPr>
            <a:xfrm>
              <a:off x="978458" y="2012448"/>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22" name="TextBox 21">
              <a:extLst>
                <a:ext uri="{FF2B5EF4-FFF2-40B4-BE49-F238E27FC236}">
                  <a16:creationId xmlns:a16="http://schemas.microsoft.com/office/drawing/2014/main" id="{14FEDF34-8218-4D1D-90D5-97013635AE34}"/>
                </a:ext>
              </a:extLst>
            </p:cNvPr>
            <p:cNvSpPr txBox="1"/>
            <p:nvPr/>
          </p:nvSpPr>
          <p:spPr>
            <a:xfrm>
              <a:off x="2240376" y="2012448"/>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24" name="TextBox 23">
              <a:extLst>
                <a:ext uri="{FF2B5EF4-FFF2-40B4-BE49-F238E27FC236}">
                  <a16:creationId xmlns:a16="http://schemas.microsoft.com/office/drawing/2014/main" id="{30066A2F-F60B-4673-B61D-B5CF90B53514}"/>
                </a:ext>
              </a:extLst>
            </p:cNvPr>
            <p:cNvSpPr txBox="1"/>
            <p:nvPr/>
          </p:nvSpPr>
          <p:spPr>
            <a:xfrm>
              <a:off x="4584391" y="1989365"/>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26" name="TextBox 25">
              <a:extLst>
                <a:ext uri="{FF2B5EF4-FFF2-40B4-BE49-F238E27FC236}">
                  <a16:creationId xmlns:a16="http://schemas.microsoft.com/office/drawing/2014/main" id="{B83CE788-A113-4508-A792-A5D305F51D78}"/>
                </a:ext>
              </a:extLst>
            </p:cNvPr>
            <p:cNvSpPr txBox="1"/>
            <p:nvPr/>
          </p:nvSpPr>
          <p:spPr>
            <a:xfrm>
              <a:off x="5027563" y="1989365"/>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28" name="TextBox 27">
              <a:extLst>
                <a:ext uri="{FF2B5EF4-FFF2-40B4-BE49-F238E27FC236}">
                  <a16:creationId xmlns:a16="http://schemas.microsoft.com/office/drawing/2014/main" id="{C9C6D12B-88EB-4502-BFA4-363ADCEF616E}"/>
                </a:ext>
              </a:extLst>
            </p:cNvPr>
            <p:cNvSpPr txBox="1"/>
            <p:nvPr/>
          </p:nvSpPr>
          <p:spPr>
            <a:xfrm>
              <a:off x="5470735" y="1989365"/>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30" name="TextBox 29">
              <a:extLst>
                <a:ext uri="{FF2B5EF4-FFF2-40B4-BE49-F238E27FC236}">
                  <a16:creationId xmlns:a16="http://schemas.microsoft.com/office/drawing/2014/main" id="{2E774B57-03B9-47F2-BFE4-045C1871BFC3}"/>
                </a:ext>
              </a:extLst>
            </p:cNvPr>
            <p:cNvSpPr txBox="1"/>
            <p:nvPr/>
          </p:nvSpPr>
          <p:spPr>
            <a:xfrm>
              <a:off x="5844765" y="2012449"/>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32" name="Rectangle 31">
              <a:extLst>
                <a:ext uri="{FF2B5EF4-FFF2-40B4-BE49-F238E27FC236}">
                  <a16:creationId xmlns:a16="http://schemas.microsoft.com/office/drawing/2014/main" id="{BB2E1BD1-37A3-43A2-998C-32AE1AF838A2}"/>
                </a:ext>
              </a:extLst>
            </p:cNvPr>
            <p:cNvSpPr/>
            <p:nvPr/>
          </p:nvSpPr>
          <p:spPr>
            <a:xfrm>
              <a:off x="970455" y="2323253"/>
              <a:ext cx="10144968" cy="360000"/>
            </a:xfrm>
            <a:prstGeom prst="rect">
              <a:avLst/>
            </a:prstGeom>
            <a:solidFill>
              <a:srgbClr val="2C3234">
                <a:alpha val="500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34" name="TextBox 33">
              <a:extLst>
                <a:ext uri="{FF2B5EF4-FFF2-40B4-BE49-F238E27FC236}">
                  <a16:creationId xmlns:a16="http://schemas.microsoft.com/office/drawing/2014/main" id="{5FEABB56-5FF6-4391-8591-88252BD024CD}"/>
                </a:ext>
              </a:extLst>
            </p:cNvPr>
            <p:cNvSpPr txBox="1"/>
            <p:nvPr/>
          </p:nvSpPr>
          <p:spPr>
            <a:xfrm>
              <a:off x="978457" y="2372447"/>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36" name="TextBox 35">
              <a:extLst>
                <a:ext uri="{FF2B5EF4-FFF2-40B4-BE49-F238E27FC236}">
                  <a16:creationId xmlns:a16="http://schemas.microsoft.com/office/drawing/2014/main" id="{5FD22817-EBBC-443F-BD45-873A18AFB58C}"/>
                </a:ext>
              </a:extLst>
            </p:cNvPr>
            <p:cNvSpPr txBox="1"/>
            <p:nvPr/>
          </p:nvSpPr>
          <p:spPr>
            <a:xfrm>
              <a:off x="2240375" y="2372447"/>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38" name="TextBox 37">
              <a:extLst>
                <a:ext uri="{FF2B5EF4-FFF2-40B4-BE49-F238E27FC236}">
                  <a16:creationId xmlns:a16="http://schemas.microsoft.com/office/drawing/2014/main" id="{88DAC2F5-AF49-4FA6-BCDC-4764F8EA328C}"/>
                </a:ext>
              </a:extLst>
            </p:cNvPr>
            <p:cNvSpPr txBox="1"/>
            <p:nvPr/>
          </p:nvSpPr>
          <p:spPr>
            <a:xfrm>
              <a:off x="4584390" y="2349364"/>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40" name="TextBox 39">
              <a:extLst>
                <a:ext uri="{FF2B5EF4-FFF2-40B4-BE49-F238E27FC236}">
                  <a16:creationId xmlns:a16="http://schemas.microsoft.com/office/drawing/2014/main" id="{9227F67A-8F7C-4604-A9EC-AFB46E72CA2C}"/>
                </a:ext>
              </a:extLst>
            </p:cNvPr>
            <p:cNvSpPr txBox="1"/>
            <p:nvPr/>
          </p:nvSpPr>
          <p:spPr>
            <a:xfrm>
              <a:off x="5027562" y="2349364"/>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42" name="TextBox 41">
              <a:extLst>
                <a:ext uri="{FF2B5EF4-FFF2-40B4-BE49-F238E27FC236}">
                  <a16:creationId xmlns:a16="http://schemas.microsoft.com/office/drawing/2014/main" id="{31F84845-629A-4122-AF70-BD835159CE9D}"/>
                </a:ext>
              </a:extLst>
            </p:cNvPr>
            <p:cNvSpPr txBox="1"/>
            <p:nvPr/>
          </p:nvSpPr>
          <p:spPr>
            <a:xfrm>
              <a:off x="5470734" y="2349364"/>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44" name="TextBox 43">
              <a:extLst>
                <a:ext uri="{FF2B5EF4-FFF2-40B4-BE49-F238E27FC236}">
                  <a16:creationId xmlns:a16="http://schemas.microsoft.com/office/drawing/2014/main" id="{8EC1726C-204C-4B37-9809-82C59772ADFD}"/>
                </a:ext>
              </a:extLst>
            </p:cNvPr>
            <p:cNvSpPr txBox="1"/>
            <p:nvPr/>
          </p:nvSpPr>
          <p:spPr>
            <a:xfrm>
              <a:off x="5844764" y="2372448"/>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46" name="Rectangle 45">
              <a:extLst>
                <a:ext uri="{FF2B5EF4-FFF2-40B4-BE49-F238E27FC236}">
                  <a16:creationId xmlns:a16="http://schemas.microsoft.com/office/drawing/2014/main" id="{98FD48C3-AB3C-4543-BBFA-BD3EFC1D804B}"/>
                </a:ext>
              </a:extLst>
            </p:cNvPr>
            <p:cNvSpPr/>
            <p:nvPr/>
          </p:nvSpPr>
          <p:spPr>
            <a:xfrm>
              <a:off x="970454" y="2683252"/>
              <a:ext cx="10144968" cy="360000"/>
            </a:xfrm>
            <a:prstGeom prst="rect">
              <a:avLst/>
            </a:prstGeom>
            <a:solidFill>
              <a:schemeClr val="bg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48" name="TextBox 47">
              <a:extLst>
                <a:ext uri="{FF2B5EF4-FFF2-40B4-BE49-F238E27FC236}">
                  <a16:creationId xmlns:a16="http://schemas.microsoft.com/office/drawing/2014/main" id="{449D6A9E-CAF6-4A48-A1F8-12361C67FF96}"/>
                </a:ext>
              </a:extLst>
            </p:cNvPr>
            <p:cNvSpPr txBox="1"/>
            <p:nvPr/>
          </p:nvSpPr>
          <p:spPr>
            <a:xfrm>
              <a:off x="978456" y="2732446"/>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50" name="TextBox 49">
              <a:extLst>
                <a:ext uri="{FF2B5EF4-FFF2-40B4-BE49-F238E27FC236}">
                  <a16:creationId xmlns:a16="http://schemas.microsoft.com/office/drawing/2014/main" id="{748C05FC-3FE6-494D-820E-DD1EA56CA319}"/>
                </a:ext>
              </a:extLst>
            </p:cNvPr>
            <p:cNvSpPr txBox="1"/>
            <p:nvPr/>
          </p:nvSpPr>
          <p:spPr>
            <a:xfrm>
              <a:off x="2240374" y="2732446"/>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52" name="TextBox 51">
              <a:extLst>
                <a:ext uri="{FF2B5EF4-FFF2-40B4-BE49-F238E27FC236}">
                  <a16:creationId xmlns:a16="http://schemas.microsoft.com/office/drawing/2014/main" id="{FE3CE639-DB95-4C28-9B2F-19832421DC0C}"/>
                </a:ext>
              </a:extLst>
            </p:cNvPr>
            <p:cNvSpPr txBox="1"/>
            <p:nvPr/>
          </p:nvSpPr>
          <p:spPr>
            <a:xfrm>
              <a:off x="4584389" y="2709363"/>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54" name="TextBox 53">
              <a:extLst>
                <a:ext uri="{FF2B5EF4-FFF2-40B4-BE49-F238E27FC236}">
                  <a16:creationId xmlns:a16="http://schemas.microsoft.com/office/drawing/2014/main" id="{44642958-B226-4D17-A1BD-5F4CDDAB1DCA}"/>
                </a:ext>
              </a:extLst>
            </p:cNvPr>
            <p:cNvSpPr txBox="1"/>
            <p:nvPr/>
          </p:nvSpPr>
          <p:spPr>
            <a:xfrm>
              <a:off x="5027561" y="2709363"/>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56" name="TextBox 55">
              <a:extLst>
                <a:ext uri="{FF2B5EF4-FFF2-40B4-BE49-F238E27FC236}">
                  <a16:creationId xmlns:a16="http://schemas.microsoft.com/office/drawing/2014/main" id="{6A1021F4-8BD0-4300-84B6-288F8CE4B6E1}"/>
                </a:ext>
              </a:extLst>
            </p:cNvPr>
            <p:cNvSpPr txBox="1"/>
            <p:nvPr/>
          </p:nvSpPr>
          <p:spPr>
            <a:xfrm>
              <a:off x="5470733" y="2709363"/>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58" name="TextBox 57">
              <a:extLst>
                <a:ext uri="{FF2B5EF4-FFF2-40B4-BE49-F238E27FC236}">
                  <a16:creationId xmlns:a16="http://schemas.microsoft.com/office/drawing/2014/main" id="{A5940601-AB81-4C87-94C0-9181168E94F3}"/>
                </a:ext>
              </a:extLst>
            </p:cNvPr>
            <p:cNvSpPr txBox="1"/>
            <p:nvPr/>
          </p:nvSpPr>
          <p:spPr>
            <a:xfrm>
              <a:off x="5844763" y="2732447"/>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60" name="Rectangle 59">
              <a:extLst>
                <a:ext uri="{FF2B5EF4-FFF2-40B4-BE49-F238E27FC236}">
                  <a16:creationId xmlns:a16="http://schemas.microsoft.com/office/drawing/2014/main" id="{B3AC1899-77AB-4D7D-866B-C63AA834371E}"/>
                </a:ext>
              </a:extLst>
            </p:cNvPr>
            <p:cNvSpPr/>
            <p:nvPr/>
          </p:nvSpPr>
          <p:spPr>
            <a:xfrm>
              <a:off x="970453" y="3043251"/>
              <a:ext cx="10144968" cy="360000"/>
            </a:xfrm>
            <a:prstGeom prst="rect">
              <a:avLst/>
            </a:prstGeom>
            <a:solidFill>
              <a:srgbClr val="2C3234">
                <a:alpha val="500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62" name="TextBox 61">
              <a:extLst>
                <a:ext uri="{FF2B5EF4-FFF2-40B4-BE49-F238E27FC236}">
                  <a16:creationId xmlns:a16="http://schemas.microsoft.com/office/drawing/2014/main" id="{E76B5A79-6043-41E2-9470-2ABBD418D998}"/>
                </a:ext>
              </a:extLst>
            </p:cNvPr>
            <p:cNvSpPr txBox="1"/>
            <p:nvPr/>
          </p:nvSpPr>
          <p:spPr>
            <a:xfrm>
              <a:off x="978455" y="3092445"/>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64" name="TextBox 63">
              <a:extLst>
                <a:ext uri="{FF2B5EF4-FFF2-40B4-BE49-F238E27FC236}">
                  <a16:creationId xmlns:a16="http://schemas.microsoft.com/office/drawing/2014/main" id="{C02A9190-5495-48A2-A5BA-D0627AF98F21}"/>
                </a:ext>
              </a:extLst>
            </p:cNvPr>
            <p:cNvSpPr txBox="1"/>
            <p:nvPr/>
          </p:nvSpPr>
          <p:spPr>
            <a:xfrm>
              <a:off x="2240373" y="3092445"/>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66" name="TextBox 65">
              <a:extLst>
                <a:ext uri="{FF2B5EF4-FFF2-40B4-BE49-F238E27FC236}">
                  <a16:creationId xmlns:a16="http://schemas.microsoft.com/office/drawing/2014/main" id="{D6143BB3-E83E-483B-A98F-8371AB163656}"/>
                </a:ext>
              </a:extLst>
            </p:cNvPr>
            <p:cNvSpPr txBox="1"/>
            <p:nvPr/>
          </p:nvSpPr>
          <p:spPr>
            <a:xfrm>
              <a:off x="4584388" y="3069362"/>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68" name="TextBox 67">
              <a:extLst>
                <a:ext uri="{FF2B5EF4-FFF2-40B4-BE49-F238E27FC236}">
                  <a16:creationId xmlns:a16="http://schemas.microsoft.com/office/drawing/2014/main" id="{87AAB483-28E5-4056-849E-23F27D7F53C1}"/>
                </a:ext>
              </a:extLst>
            </p:cNvPr>
            <p:cNvSpPr txBox="1"/>
            <p:nvPr/>
          </p:nvSpPr>
          <p:spPr>
            <a:xfrm>
              <a:off x="5027560" y="3069362"/>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70" name="TextBox 69">
              <a:extLst>
                <a:ext uri="{FF2B5EF4-FFF2-40B4-BE49-F238E27FC236}">
                  <a16:creationId xmlns:a16="http://schemas.microsoft.com/office/drawing/2014/main" id="{02DBEAC0-5E7B-4EE3-9D6F-D4979EC1AB75}"/>
                </a:ext>
              </a:extLst>
            </p:cNvPr>
            <p:cNvSpPr txBox="1"/>
            <p:nvPr/>
          </p:nvSpPr>
          <p:spPr>
            <a:xfrm>
              <a:off x="5470732" y="3069362"/>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72" name="TextBox 71">
              <a:extLst>
                <a:ext uri="{FF2B5EF4-FFF2-40B4-BE49-F238E27FC236}">
                  <a16:creationId xmlns:a16="http://schemas.microsoft.com/office/drawing/2014/main" id="{28EEA9D8-C639-4C24-B7DA-A6283A9744DA}"/>
                </a:ext>
              </a:extLst>
            </p:cNvPr>
            <p:cNvSpPr txBox="1"/>
            <p:nvPr/>
          </p:nvSpPr>
          <p:spPr>
            <a:xfrm>
              <a:off x="5844762" y="3092446"/>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74" name="Rectangle 73">
              <a:extLst>
                <a:ext uri="{FF2B5EF4-FFF2-40B4-BE49-F238E27FC236}">
                  <a16:creationId xmlns:a16="http://schemas.microsoft.com/office/drawing/2014/main" id="{092BD5F5-F339-4738-9EA0-CED6F1036035}"/>
                </a:ext>
              </a:extLst>
            </p:cNvPr>
            <p:cNvSpPr/>
            <p:nvPr/>
          </p:nvSpPr>
          <p:spPr>
            <a:xfrm>
              <a:off x="970452" y="3403250"/>
              <a:ext cx="10144968" cy="360000"/>
            </a:xfrm>
            <a:prstGeom prst="rect">
              <a:avLst/>
            </a:prstGeom>
            <a:solidFill>
              <a:schemeClr val="bg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76" name="TextBox 75">
              <a:extLst>
                <a:ext uri="{FF2B5EF4-FFF2-40B4-BE49-F238E27FC236}">
                  <a16:creationId xmlns:a16="http://schemas.microsoft.com/office/drawing/2014/main" id="{424BD73E-D0BF-4DA5-9E95-53ACCB792354}"/>
                </a:ext>
              </a:extLst>
            </p:cNvPr>
            <p:cNvSpPr txBox="1"/>
            <p:nvPr/>
          </p:nvSpPr>
          <p:spPr>
            <a:xfrm>
              <a:off x="978454" y="3452444"/>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78" name="TextBox 77">
              <a:extLst>
                <a:ext uri="{FF2B5EF4-FFF2-40B4-BE49-F238E27FC236}">
                  <a16:creationId xmlns:a16="http://schemas.microsoft.com/office/drawing/2014/main" id="{E1E81C45-1545-4233-B260-D8198419BEB3}"/>
                </a:ext>
              </a:extLst>
            </p:cNvPr>
            <p:cNvSpPr txBox="1"/>
            <p:nvPr/>
          </p:nvSpPr>
          <p:spPr>
            <a:xfrm>
              <a:off x="2240372" y="3452444"/>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80" name="TextBox 79">
              <a:extLst>
                <a:ext uri="{FF2B5EF4-FFF2-40B4-BE49-F238E27FC236}">
                  <a16:creationId xmlns:a16="http://schemas.microsoft.com/office/drawing/2014/main" id="{469F6840-F1AB-4CB3-AE01-D096B9DD7788}"/>
                </a:ext>
              </a:extLst>
            </p:cNvPr>
            <p:cNvSpPr txBox="1"/>
            <p:nvPr/>
          </p:nvSpPr>
          <p:spPr>
            <a:xfrm>
              <a:off x="4584387" y="3429361"/>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82" name="TextBox 81">
              <a:extLst>
                <a:ext uri="{FF2B5EF4-FFF2-40B4-BE49-F238E27FC236}">
                  <a16:creationId xmlns:a16="http://schemas.microsoft.com/office/drawing/2014/main" id="{591B7355-BF7D-4DAF-99E0-D5136B00E191}"/>
                </a:ext>
              </a:extLst>
            </p:cNvPr>
            <p:cNvSpPr txBox="1"/>
            <p:nvPr/>
          </p:nvSpPr>
          <p:spPr>
            <a:xfrm>
              <a:off x="5027559" y="3429361"/>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84" name="TextBox 83">
              <a:extLst>
                <a:ext uri="{FF2B5EF4-FFF2-40B4-BE49-F238E27FC236}">
                  <a16:creationId xmlns:a16="http://schemas.microsoft.com/office/drawing/2014/main" id="{300D21F3-9739-48DC-BAF8-93F230F56265}"/>
                </a:ext>
              </a:extLst>
            </p:cNvPr>
            <p:cNvSpPr txBox="1"/>
            <p:nvPr/>
          </p:nvSpPr>
          <p:spPr>
            <a:xfrm>
              <a:off x="5470731" y="3429361"/>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86" name="TextBox 85">
              <a:extLst>
                <a:ext uri="{FF2B5EF4-FFF2-40B4-BE49-F238E27FC236}">
                  <a16:creationId xmlns:a16="http://schemas.microsoft.com/office/drawing/2014/main" id="{9037A4CD-BCF2-4BDB-8ED2-A11237912C43}"/>
                </a:ext>
              </a:extLst>
            </p:cNvPr>
            <p:cNvSpPr txBox="1"/>
            <p:nvPr/>
          </p:nvSpPr>
          <p:spPr>
            <a:xfrm>
              <a:off x="5844761" y="3452445"/>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88" name="Rectangle 87">
              <a:extLst>
                <a:ext uri="{FF2B5EF4-FFF2-40B4-BE49-F238E27FC236}">
                  <a16:creationId xmlns:a16="http://schemas.microsoft.com/office/drawing/2014/main" id="{6EA9C6BC-2796-421C-B61C-A89AB4FCC0CD}"/>
                </a:ext>
              </a:extLst>
            </p:cNvPr>
            <p:cNvSpPr/>
            <p:nvPr/>
          </p:nvSpPr>
          <p:spPr>
            <a:xfrm>
              <a:off x="970451" y="3763249"/>
              <a:ext cx="10144968" cy="360000"/>
            </a:xfrm>
            <a:prstGeom prst="rect">
              <a:avLst/>
            </a:prstGeom>
            <a:solidFill>
              <a:srgbClr val="2C3234">
                <a:alpha val="500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90" name="TextBox 89">
              <a:extLst>
                <a:ext uri="{FF2B5EF4-FFF2-40B4-BE49-F238E27FC236}">
                  <a16:creationId xmlns:a16="http://schemas.microsoft.com/office/drawing/2014/main" id="{9222ED43-17F0-4E9A-8DE4-CA976EA9259F}"/>
                </a:ext>
              </a:extLst>
            </p:cNvPr>
            <p:cNvSpPr txBox="1"/>
            <p:nvPr/>
          </p:nvSpPr>
          <p:spPr>
            <a:xfrm>
              <a:off x="978453" y="3812443"/>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92" name="TextBox 91">
              <a:extLst>
                <a:ext uri="{FF2B5EF4-FFF2-40B4-BE49-F238E27FC236}">
                  <a16:creationId xmlns:a16="http://schemas.microsoft.com/office/drawing/2014/main" id="{1B4395C0-0EA3-4FC8-AF21-416E89A82914}"/>
                </a:ext>
              </a:extLst>
            </p:cNvPr>
            <p:cNvSpPr txBox="1"/>
            <p:nvPr/>
          </p:nvSpPr>
          <p:spPr>
            <a:xfrm>
              <a:off x="2240371" y="3812443"/>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94" name="TextBox 93">
              <a:extLst>
                <a:ext uri="{FF2B5EF4-FFF2-40B4-BE49-F238E27FC236}">
                  <a16:creationId xmlns:a16="http://schemas.microsoft.com/office/drawing/2014/main" id="{318AD714-13DC-44F4-9F68-4895A5F1FE2F}"/>
                </a:ext>
              </a:extLst>
            </p:cNvPr>
            <p:cNvSpPr txBox="1"/>
            <p:nvPr/>
          </p:nvSpPr>
          <p:spPr>
            <a:xfrm>
              <a:off x="4584386" y="3789360"/>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96" name="TextBox 95">
              <a:extLst>
                <a:ext uri="{FF2B5EF4-FFF2-40B4-BE49-F238E27FC236}">
                  <a16:creationId xmlns:a16="http://schemas.microsoft.com/office/drawing/2014/main" id="{8EFB35A6-680E-4EBE-A4E3-BA15BEF3EAB2}"/>
                </a:ext>
              </a:extLst>
            </p:cNvPr>
            <p:cNvSpPr txBox="1"/>
            <p:nvPr/>
          </p:nvSpPr>
          <p:spPr>
            <a:xfrm>
              <a:off x="5027558" y="3789360"/>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98" name="TextBox 97">
              <a:extLst>
                <a:ext uri="{FF2B5EF4-FFF2-40B4-BE49-F238E27FC236}">
                  <a16:creationId xmlns:a16="http://schemas.microsoft.com/office/drawing/2014/main" id="{5936A637-ACDD-42DD-861A-90EFDF7EE2BE}"/>
                </a:ext>
              </a:extLst>
            </p:cNvPr>
            <p:cNvSpPr txBox="1"/>
            <p:nvPr/>
          </p:nvSpPr>
          <p:spPr>
            <a:xfrm>
              <a:off x="5470731" y="3789360"/>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00" name="TextBox 99">
              <a:extLst>
                <a:ext uri="{FF2B5EF4-FFF2-40B4-BE49-F238E27FC236}">
                  <a16:creationId xmlns:a16="http://schemas.microsoft.com/office/drawing/2014/main" id="{1E5E5F73-BE63-4B39-B99B-8F4F8568C7DE}"/>
                </a:ext>
              </a:extLst>
            </p:cNvPr>
            <p:cNvSpPr txBox="1"/>
            <p:nvPr/>
          </p:nvSpPr>
          <p:spPr>
            <a:xfrm>
              <a:off x="5844760" y="3812444"/>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02" name="Rectangle 101">
              <a:extLst>
                <a:ext uri="{FF2B5EF4-FFF2-40B4-BE49-F238E27FC236}">
                  <a16:creationId xmlns:a16="http://schemas.microsoft.com/office/drawing/2014/main" id="{2F8E8DFA-085E-457F-8BEF-87ADD3C43839}"/>
                </a:ext>
              </a:extLst>
            </p:cNvPr>
            <p:cNvSpPr/>
            <p:nvPr/>
          </p:nvSpPr>
          <p:spPr>
            <a:xfrm>
              <a:off x="970450" y="4123248"/>
              <a:ext cx="10144968" cy="360000"/>
            </a:xfrm>
            <a:prstGeom prst="rect">
              <a:avLst/>
            </a:prstGeom>
            <a:solidFill>
              <a:schemeClr val="bg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104" name="TextBox 103">
              <a:extLst>
                <a:ext uri="{FF2B5EF4-FFF2-40B4-BE49-F238E27FC236}">
                  <a16:creationId xmlns:a16="http://schemas.microsoft.com/office/drawing/2014/main" id="{0C48CFEF-791C-46E7-9C43-8A886A220AFC}"/>
                </a:ext>
              </a:extLst>
            </p:cNvPr>
            <p:cNvSpPr txBox="1"/>
            <p:nvPr/>
          </p:nvSpPr>
          <p:spPr>
            <a:xfrm>
              <a:off x="978452" y="4172442"/>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106" name="TextBox 105">
              <a:extLst>
                <a:ext uri="{FF2B5EF4-FFF2-40B4-BE49-F238E27FC236}">
                  <a16:creationId xmlns:a16="http://schemas.microsoft.com/office/drawing/2014/main" id="{CD06566F-4E75-4ECB-8B0D-539EDD3B572A}"/>
                </a:ext>
              </a:extLst>
            </p:cNvPr>
            <p:cNvSpPr txBox="1"/>
            <p:nvPr/>
          </p:nvSpPr>
          <p:spPr>
            <a:xfrm>
              <a:off x="2240370" y="4172442"/>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08" name="TextBox 107">
              <a:extLst>
                <a:ext uri="{FF2B5EF4-FFF2-40B4-BE49-F238E27FC236}">
                  <a16:creationId xmlns:a16="http://schemas.microsoft.com/office/drawing/2014/main" id="{04F525C1-35FC-49C7-9D19-53915D4BD794}"/>
                </a:ext>
              </a:extLst>
            </p:cNvPr>
            <p:cNvSpPr txBox="1"/>
            <p:nvPr/>
          </p:nvSpPr>
          <p:spPr>
            <a:xfrm>
              <a:off x="4584385" y="4149359"/>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10" name="TextBox 109">
              <a:extLst>
                <a:ext uri="{FF2B5EF4-FFF2-40B4-BE49-F238E27FC236}">
                  <a16:creationId xmlns:a16="http://schemas.microsoft.com/office/drawing/2014/main" id="{055C7844-663F-48B9-80B7-D1F3D5A476BD}"/>
                </a:ext>
              </a:extLst>
            </p:cNvPr>
            <p:cNvSpPr txBox="1"/>
            <p:nvPr/>
          </p:nvSpPr>
          <p:spPr>
            <a:xfrm>
              <a:off x="5027557" y="4149359"/>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12" name="TextBox 111">
              <a:extLst>
                <a:ext uri="{FF2B5EF4-FFF2-40B4-BE49-F238E27FC236}">
                  <a16:creationId xmlns:a16="http://schemas.microsoft.com/office/drawing/2014/main" id="{1FF35498-8392-4F0A-8A05-2B3CC9B1B937}"/>
                </a:ext>
              </a:extLst>
            </p:cNvPr>
            <p:cNvSpPr txBox="1"/>
            <p:nvPr/>
          </p:nvSpPr>
          <p:spPr>
            <a:xfrm>
              <a:off x="5470728" y="4149359"/>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14" name="TextBox 113">
              <a:extLst>
                <a:ext uri="{FF2B5EF4-FFF2-40B4-BE49-F238E27FC236}">
                  <a16:creationId xmlns:a16="http://schemas.microsoft.com/office/drawing/2014/main" id="{395E9E98-238A-4E77-B3A0-70636EDB9F81}"/>
                </a:ext>
              </a:extLst>
            </p:cNvPr>
            <p:cNvSpPr txBox="1"/>
            <p:nvPr/>
          </p:nvSpPr>
          <p:spPr>
            <a:xfrm>
              <a:off x="5844759" y="4172443"/>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16" name="Rectangle 115">
              <a:extLst>
                <a:ext uri="{FF2B5EF4-FFF2-40B4-BE49-F238E27FC236}">
                  <a16:creationId xmlns:a16="http://schemas.microsoft.com/office/drawing/2014/main" id="{856078ED-A8E2-4467-99C3-824791DEC8AD}"/>
                </a:ext>
              </a:extLst>
            </p:cNvPr>
            <p:cNvSpPr/>
            <p:nvPr/>
          </p:nvSpPr>
          <p:spPr>
            <a:xfrm>
              <a:off x="970449" y="4483247"/>
              <a:ext cx="10144968" cy="360000"/>
            </a:xfrm>
            <a:prstGeom prst="rect">
              <a:avLst/>
            </a:prstGeom>
            <a:solidFill>
              <a:srgbClr val="2C3234">
                <a:alpha val="500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118" name="TextBox 117">
              <a:extLst>
                <a:ext uri="{FF2B5EF4-FFF2-40B4-BE49-F238E27FC236}">
                  <a16:creationId xmlns:a16="http://schemas.microsoft.com/office/drawing/2014/main" id="{505D13F5-A1CB-4715-8D76-B28788AE686D}"/>
                </a:ext>
              </a:extLst>
            </p:cNvPr>
            <p:cNvSpPr txBox="1"/>
            <p:nvPr/>
          </p:nvSpPr>
          <p:spPr>
            <a:xfrm>
              <a:off x="978451" y="4532441"/>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120" name="TextBox 119">
              <a:extLst>
                <a:ext uri="{FF2B5EF4-FFF2-40B4-BE49-F238E27FC236}">
                  <a16:creationId xmlns:a16="http://schemas.microsoft.com/office/drawing/2014/main" id="{5005BF05-505A-4910-9E4C-3A2397C23674}"/>
                </a:ext>
              </a:extLst>
            </p:cNvPr>
            <p:cNvSpPr txBox="1"/>
            <p:nvPr/>
          </p:nvSpPr>
          <p:spPr>
            <a:xfrm>
              <a:off x="2240369" y="4532441"/>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22" name="TextBox 121">
              <a:extLst>
                <a:ext uri="{FF2B5EF4-FFF2-40B4-BE49-F238E27FC236}">
                  <a16:creationId xmlns:a16="http://schemas.microsoft.com/office/drawing/2014/main" id="{6FDEFD65-9F7D-4EB6-A6A3-816771AA207D}"/>
                </a:ext>
              </a:extLst>
            </p:cNvPr>
            <p:cNvSpPr txBox="1"/>
            <p:nvPr/>
          </p:nvSpPr>
          <p:spPr>
            <a:xfrm>
              <a:off x="4584384" y="4509358"/>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24" name="TextBox 123">
              <a:extLst>
                <a:ext uri="{FF2B5EF4-FFF2-40B4-BE49-F238E27FC236}">
                  <a16:creationId xmlns:a16="http://schemas.microsoft.com/office/drawing/2014/main" id="{9765839C-10CD-4812-A659-58FDE169B380}"/>
                </a:ext>
              </a:extLst>
            </p:cNvPr>
            <p:cNvSpPr txBox="1"/>
            <p:nvPr/>
          </p:nvSpPr>
          <p:spPr>
            <a:xfrm>
              <a:off x="5027556" y="4509358"/>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26" name="TextBox 125">
              <a:extLst>
                <a:ext uri="{FF2B5EF4-FFF2-40B4-BE49-F238E27FC236}">
                  <a16:creationId xmlns:a16="http://schemas.microsoft.com/office/drawing/2014/main" id="{79A8F7FE-6B12-40C5-AFBE-C5C50C21A36E}"/>
                </a:ext>
              </a:extLst>
            </p:cNvPr>
            <p:cNvSpPr txBox="1"/>
            <p:nvPr/>
          </p:nvSpPr>
          <p:spPr>
            <a:xfrm>
              <a:off x="5470727" y="4509358"/>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28" name="TextBox 127">
              <a:extLst>
                <a:ext uri="{FF2B5EF4-FFF2-40B4-BE49-F238E27FC236}">
                  <a16:creationId xmlns:a16="http://schemas.microsoft.com/office/drawing/2014/main" id="{A6D6C98B-4AAD-435C-BBC6-44FE960FE78B}"/>
                </a:ext>
              </a:extLst>
            </p:cNvPr>
            <p:cNvSpPr txBox="1"/>
            <p:nvPr/>
          </p:nvSpPr>
          <p:spPr>
            <a:xfrm>
              <a:off x="5844758" y="4532442"/>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30" name="Rectangle 129">
              <a:extLst>
                <a:ext uri="{FF2B5EF4-FFF2-40B4-BE49-F238E27FC236}">
                  <a16:creationId xmlns:a16="http://schemas.microsoft.com/office/drawing/2014/main" id="{D102E930-84D3-4E48-95E2-D542A74F8C95}"/>
                </a:ext>
              </a:extLst>
            </p:cNvPr>
            <p:cNvSpPr/>
            <p:nvPr/>
          </p:nvSpPr>
          <p:spPr>
            <a:xfrm>
              <a:off x="970448" y="4843246"/>
              <a:ext cx="10144968" cy="360000"/>
            </a:xfrm>
            <a:prstGeom prst="rect">
              <a:avLst/>
            </a:prstGeom>
            <a:solidFill>
              <a:schemeClr val="bg1">
                <a:alpha val="2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latin typeface="PF BeauSans Pro Light" panose="02000500000000020004" pitchFamily="2" charset="0"/>
              </a:endParaRPr>
            </a:p>
          </p:txBody>
        </p:sp>
        <p:sp>
          <p:nvSpPr>
            <p:cNvPr id="132" name="TextBox 131">
              <a:extLst>
                <a:ext uri="{FF2B5EF4-FFF2-40B4-BE49-F238E27FC236}">
                  <a16:creationId xmlns:a16="http://schemas.microsoft.com/office/drawing/2014/main" id="{8E07C7D7-DE8E-4422-A7B7-E2E5973C018D}"/>
                </a:ext>
              </a:extLst>
            </p:cNvPr>
            <p:cNvSpPr txBox="1"/>
            <p:nvPr/>
          </p:nvSpPr>
          <p:spPr>
            <a:xfrm>
              <a:off x="978450" y="4892440"/>
              <a:ext cx="410690" cy="261610"/>
            </a:xfrm>
            <a:prstGeom prst="rect">
              <a:avLst/>
            </a:prstGeom>
            <a:noFill/>
          </p:spPr>
          <p:txBody>
            <a:bodyPr wrap="none" anchor="ctr">
              <a:spAutoFit/>
            </a:bodyPr>
            <a:lstStyle/>
            <a:p>
              <a:r>
                <a:rPr lang="en-US" sz="1100">
                  <a:latin typeface="Aptos" panose="020B0004020202020204" pitchFamily="34" charset="0"/>
                </a:rPr>
                <a:t>text</a:t>
              </a:r>
              <a:endParaRPr lang="el-GR" sz="1100">
                <a:latin typeface="PF BeauSans Pro Light" panose="02000500000000020004" pitchFamily="2" charset="0"/>
              </a:endParaRPr>
            </a:p>
          </p:txBody>
        </p:sp>
        <p:sp>
          <p:nvSpPr>
            <p:cNvPr id="134" name="TextBox 133">
              <a:extLst>
                <a:ext uri="{FF2B5EF4-FFF2-40B4-BE49-F238E27FC236}">
                  <a16:creationId xmlns:a16="http://schemas.microsoft.com/office/drawing/2014/main" id="{05F729A8-FDFF-4434-AB4F-C2A180CBC481}"/>
                </a:ext>
              </a:extLst>
            </p:cNvPr>
            <p:cNvSpPr txBox="1"/>
            <p:nvPr/>
          </p:nvSpPr>
          <p:spPr>
            <a:xfrm>
              <a:off x="2240368" y="4892440"/>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36" name="TextBox 135">
              <a:extLst>
                <a:ext uri="{FF2B5EF4-FFF2-40B4-BE49-F238E27FC236}">
                  <a16:creationId xmlns:a16="http://schemas.microsoft.com/office/drawing/2014/main" id="{A43F70DA-E32C-41D4-85C1-1D0F24B46DE5}"/>
                </a:ext>
              </a:extLst>
            </p:cNvPr>
            <p:cNvSpPr txBox="1"/>
            <p:nvPr/>
          </p:nvSpPr>
          <p:spPr>
            <a:xfrm>
              <a:off x="4584383" y="4869357"/>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38" name="TextBox 137">
              <a:extLst>
                <a:ext uri="{FF2B5EF4-FFF2-40B4-BE49-F238E27FC236}">
                  <a16:creationId xmlns:a16="http://schemas.microsoft.com/office/drawing/2014/main" id="{029CD75A-7984-4B97-84F5-A3F08D8C5EB4}"/>
                </a:ext>
              </a:extLst>
            </p:cNvPr>
            <p:cNvSpPr txBox="1"/>
            <p:nvPr/>
          </p:nvSpPr>
          <p:spPr>
            <a:xfrm>
              <a:off x="5027555" y="4869357"/>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40" name="TextBox 139">
              <a:extLst>
                <a:ext uri="{FF2B5EF4-FFF2-40B4-BE49-F238E27FC236}">
                  <a16:creationId xmlns:a16="http://schemas.microsoft.com/office/drawing/2014/main" id="{A51DC4C3-7952-4BA6-8696-40CB53202D5B}"/>
                </a:ext>
              </a:extLst>
            </p:cNvPr>
            <p:cNvSpPr txBox="1"/>
            <p:nvPr/>
          </p:nvSpPr>
          <p:spPr>
            <a:xfrm>
              <a:off x="5470726" y="4869357"/>
              <a:ext cx="304892" cy="307777"/>
            </a:xfrm>
            <a:prstGeom prst="rect">
              <a:avLst/>
            </a:prstGeom>
            <a:noFill/>
          </p:spPr>
          <p:txBody>
            <a:bodyPr wrap="none" tIns="0" bIns="0" anchor="ctr">
              <a:spAutoFit/>
            </a:bodyPr>
            <a:lstStyle/>
            <a:p>
              <a:pPr algn="ctr"/>
              <a:r>
                <a:rPr lang="en-US" sz="2000">
                  <a:latin typeface="Aptos" panose="020B0004020202020204" pitchFamily="34" charset="0"/>
                </a:rPr>
                <a:t>•</a:t>
              </a:r>
            </a:p>
          </p:txBody>
        </p:sp>
        <p:sp>
          <p:nvSpPr>
            <p:cNvPr id="142" name="TextBox 141">
              <a:extLst>
                <a:ext uri="{FF2B5EF4-FFF2-40B4-BE49-F238E27FC236}">
                  <a16:creationId xmlns:a16="http://schemas.microsoft.com/office/drawing/2014/main" id="{435A3681-D6CB-450C-91E8-456A1089C087}"/>
                </a:ext>
              </a:extLst>
            </p:cNvPr>
            <p:cNvSpPr txBox="1"/>
            <p:nvPr/>
          </p:nvSpPr>
          <p:spPr>
            <a:xfrm>
              <a:off x="5844757" y="4892441"/>
              <a:ext cx="410690" cy="261610"/>
            </a:xfrm>
            <a:prstGeom prst="rect">
              <a:avLst/>
            </a:prstGeom>
            <a:noFill/>
          </p:spPr>
          <p:txBody>
            <a:bodyPr wrap="none" anchor="ctr">
              <a:spAutoFit/>
            </a:bodyPr>
            <a:lstStyle/>
            <a:p>
              <a:r>
                <a:rPr lang="en-US" sz="1100">
                  <a:latin typeface="Aptos" panose="020B0004020202020204" pitchFamily="34" charset="0"/>
                </a:rPr>
                <a:t>text</a:t>
              </a:r>
            </a:p>
          </p:txBody>
        </p:sp>
        <p:sp>
          <p:nvSpPr>
            <p:cNvPr id="144" name="Rectangle 143">
              <a:extLst>
                <a:ext uri="{FF2B5EF4-FFF2-40B4-BE49-F238E27FC236}">
                  <a16:creationId xmlns:a16="http://schemas.microsoft.com/office/drawing/2014/main" id="{AEBB307B-79AA-4C29-B035-6593EE84EA16}"/>
                </a:ext>
              </a:extLst>
            </p:cNvPr>
            <p:cNvSpPr/>
            <p:nvPr/>
          </p:nvSpPr>
          <p:spPr>
            <a:xfrm>
              <a:off x="10320264" y="1532367"/>
              <a:ext cx="795159" cy="430887"/>
            </a:xfrm>
            <a:prstGeom prst="rect">
              <a:avLst/>
            </a:prstGeom>
            <a:solidFill>
              <a:srgbClr val="FF0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Aptos" panose="020B0004020202020204" pitchFamily="34" charset="0"/>
                </a:rPr>
                <a:t>Title</a:t>
              </a:r>
              <a:endParaRPr lang="el-GR" sz="1400">
                <a:latin typeface="PF BeauSans Pro Light" panose="02000500000000020004" pitchFamily="2" charset="0"/>
              </a:endParaRPr>
            </a:p>
          </p:txBody>
        </p:sp>
        <p:sp>
          <p:nvSpPr>
            <p:cNvPr id="146" name="TextBox 145">
              <a:extLst>
                <a:ext uri="{FF2B5EF4-FFF2-40B4-BE49-F238E27FC236}">
                  <a16:creationId xmlns:a16="http://schemas.microsoft.com/office/drawing/2014/main" id="{E21AD72F-27DD-4388-9FE6-26B626B46FBC}"/>
                </a:ext>
              </a:extLst>
            </p:cNvPr>
            <p:cNvSpPr txBox="1"/>
            <p:nvPr/>
          </p:nvSpPr>
          <p:spPr>
            <a:xfrm>
              <a:off x="10512499" y="2012448"/>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48" name="TextBox 147">
              <a:extLst>
                <a:ext uri="{FF2B5EF4-FFF2-40B4-BE49-F238E27FC236}">
                  <a16:creationId xmlns:a16="http://schemas.microsoft.com/office/drawing/2014/main" id="{2113D054-BCDA-4C7C-A607-E9F057AFB36A}"/>
                </a:ext>
              </a:extLst>
            </p:cNvPr>
            <p:cNvSpPr txBox="1"/>
            <p:nvPr/>
          </p:nvSpPr>
          <p:spPr>
            <a:xfrm>
              <a:off x="10512499" y="2372447"/>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50" name="TextBox 149">
              <a:extLst>
                <a:ext uri="{FF2B5EF4-FFF2-40B4-BE49-F238E27FC236}">
                  <a16:creationId xmlns:a16="http://schemas.microsoft.com/office/drawing/2014/main" id="{9F5D4A45-1736-4BEA-8024-8998E6D45B4E}"/>
                </a:ext>
              </a:extLst>
            </p:cNvPr>
            <p:cNvSpPr txBox="1"/>
            <p:nvPr/>
          </p:nvSpPr>
          <p:spPr>
            <a:xfrm>
              <a:off x="10512499" y="2732446"/>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52" name="TextBox 151">
              <a:extLst>
                <a:ext uri="{FF2B5EF4-FFF2-40B4-BE49-F238E27FC236}">
                  <a16:creationId xmlns:a16="http://schemas.microsoft.com/office/drawing/2014/main" id="{FE352061-859C-45E9-9C95-E89528AED829}"/>
                </a:ext>
              </a:extLst>
            </p:cNvPr>
            <p:cNvSpPr txBox="1"/>
            <p:nvPr/>
          </p:nvSpPr>
          <p:spPr>
            <a:xfrm>
              <a:off x="10512499" y="3092445"/>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54" name="TextBox 153">
              <a:extLst>
                <a:ext uri="{FF2B5EF4-FFF2-40B4-BE49-F238E27FC236}">
                  <a16:creationId xmlns:a16="http://schemas.microsoft.com/office/drawing/2014/main" id="{51D2ADD8-8F69-4BE3-A43A-87A6036932F9}"/>
                </a:ext>
              </a:extLst>
            </p:cNvPr>
            <p:cNvSpPr txBox="1"/>
            <p:nvPr/>
          </p:nvSpPr>
          <p:spPr>
            <a:xfrm>
              <a:off x="10512499" y="3452444"/>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56" name="TextBox 155">
              <a:extLst>
                <a:ext uri="{FF2B5EF4-FFF2-40B4-BE49-F238E27FC236}">
                  <a16:creationId xmlns:a16="http://schemas.microsoft.com/office/drawing/2014/main" id="{51E78162-2F3E-41F2-83EB-05C2072A79DD}"/>
                </a:ext>
              </a:extLst>
            </p:cNvPr>
            <p:cNvSpPr txBox="1"/>
            <p:nvPr/>
          </p:nvSpPr>
          <p:spPr>
            <a:xfrm>
              <a:off x="10512499" y="3812443"/>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58" name="TextBox 157">
              <a:extLst>
                <a:ext uri="{FF2B5EF4-FFF2-40B4-BE49-F238E27FC236}">
                  <a16:creationId xmlns:a16="http://schemas.microsoft.com/office/drawing/2014/main" id="{51132708-DDF8-4C13-8E99-D7DB74E226B6}"/>
                </a:ext>
              </a:extLst>
            </p:cNvPr>
            <p:cNvSpPr txBox="1"/>
            <p:nvPr/>
          </p:nvSpPr>
          <p:spPr>
            <a:xfrm>
              <a:off x="10512499" y="4172442"/>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60" name="TextBox 159">
              <a:extLst>
                <a:ext uri="{FF2B5EF4-FFF2-40B4-BE49-F238E27FC236}">
                  <a16:creationId xmlns:a16="http://schemas.microsoft.com/office/drawing/2014/main" id="{45614757-6DBD-4C59-81AB-A3D24A303757}"/>
                </a:ext>
              </a:extLst>
            </p:cNvPr>
            <p:cNvSpPr txBox="1"/>
            <p:nvPr/>
          </p:nvSpPr>
          <p:spPr>
            <a:xfrm>
              <a:off x="10512499" y="4532441"/>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sp>
          <p:nvSpPr>
            <p:cNvPr id="162" name="TextBox 161">
              <a:extLst>
                <a:ext uri="{FF2B5EF4-FFF2-40B4-BE49-F238E27FC236}">
                  <a16:creationId xmlns:a16="http://schemas.microsoft.com/office/drawing/2014/main" id="{208AD9F6-3578-4012-A711-B7E5CDF1ECB4}"/>
                </a:ext>
              </a:extLst>
            </p:cNvPr>
            <p:cNvSpPr txBox="1"/>
            <p:nvPr/>
          </p:nvSpPr>
          <p:spPr>
            <a:xfrm>
              <a:off x="10512499" y="4892440"/>
              <a:ext cx="410690" cy="261610"/>
            </a:xfrm>
            <a:prstGeom prst="rect">
              <a:avLst/>
            </a:prstGeom>
            <a:noFill/>
          </p:spPr>
          <p:txBody>
            <a:bodyPr wrap="none" anchor="ctr">
              <a:spAutoFit/>
            </a:bodyPr>
            <a:lstStyle/>
            <a:p>
              <a:pPr algn="ctr"/>
              <a:r>
                <a:rPr lang="en-US" sz="1100">
                  <a:latin typeface="Aptos" panose="020B0004020202020204" pitchFamily="34" charset="0"/>
                </a:rPr>
                <a:t>text</a:t>
              </a:r>
            </a:p>
          </p:txBody>
        </p:sp>
      </p:grpSp>
    </p:spTree>
    <p:extLst>
      <p:ext uri="{BB962C8B-B14F-4D97-AF65-F5344CB8AC3E}">
        <p14:creationId xmlns:p14="http://schemas.microsoft.com/office/powerpoint/2010/main" val="220434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ACBF7BD-4E0F-89E9-495B-BC552C6137B0}"/>
              </a:ext>
            </a:extLst>
          </p:cNvPr>
          <p:cNvSpPr>
            <a:spLocks noGrp="1"/>
          </p:cNvSpPr>
          <p:nvPr>
            <p:ph type="body" sz="quarter" idx="13"/>
          </p:nvPr>
        </p:nvSpPr>
        <p:spPr/>
        <p:txBody>
          <a:bodyPr/>
          <a:lstStyle/>
          <a:p>
            <a:endParaRPr lang="en-GR"/>
          </a:p>
        </p:txBody>
      </p:sp>
      <p:sp>
        <p:nvSpPr>
          <p:cNvPr id="7" name="Text Placeholder 6">
            <a:extLst>
              <a:ext uri="{FF2B5EF4-FFF2-40B4-BE49-F238E27FC236}">
                <a16:creationId xmlns:a16="http://schemas.microsoft.com/office/drawing/2014/main" id="{DF384587-6038-E3F6-6C10-5C5150ADC229}"/>
              </a:ext>
            </a:extLst>
          </p:cNvPr>
          <p:cNvSpPr>
            <a:spLocks noGrp="1"/>
          </p:cNvSpPr>
          <p:nvPr>
            <p:ph type="body" sz="quarter" idx="18"/>
          </p:nvPr>
        </p:nvSpPr>
        <p:spPr/>
        <p:txBody>
          <a:bodyPr/>
          <a:lstStyle/>
          <a:p>
            <a:endParaRPr lang="en-GR"/>
          </a:p>
        </p:txBody>
      </p:sp>
      <p:sp>
        <p:nvSpPr>
          <p:cNvPr id="5" name="Content Placeholder 4">
            <a:extLst>
              <a:ext uri="{FF2B5EF4-FFF2-40B4-BE49-F238E27FC236}">
                <a16:creationId xmlns:a16="http://schemas.microsoft.com/office/drawing/2014/main" id="{082B05E6-6758-4407-B876-9070D80CA102}"/>
              </a:ext>
            </a:extLst>
          </p:cNvPr>
          <p:cNvSpPr>
            <a:spLocks noGrp="1"/>
          </p:cNvSpPr>
          <p:nvPr>
            <p:ph idx="1"/>
          </p:nvPr>
        </p:nvSpPr>
        <p:spPr/>
        <p:txBody>
          <a:bodyPr/>
          <a:lstStyle/>
          <a:p>
            <a:pPr marL="0" indent="0">
              <a:buNone/>
            </a:pPr>
            <a:r>
              <a:rPr lang="en-US"/>
              <a:t>  Edit Master text styles </a:t>
            </a:r>
          </a:p>
        </p:txBody>
      </p:sp>
    </p:spTree>
    <p:extLst>
      <p:ext uri="{BB962C8B-B14F-4D97-AF65-F5344CB8AC3E}">
        <p14:creationId xmlns:p14="http://schemas.microsoft.com/office/powerpoint/2010/main" val="2529845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F0A469C-4F10-69F5-1A7D-A99A6842D7D8}"/>
              </a:ext>
            </a:extLst>
          </p:cNvPr>
          <p:cNvSpPr>
            <a:spLocks noGrp="1"/>
          </p:cNvSpPr>
          <p:nvPr>
            <p:ph idx="19"/>
          </p:nvPr>
        </p:nvSpPr>
        <p:spPr/>
        <p:txBody>
          <a:bodyPr/>
          <a:lstStyle/>
          <a:p>
            <a:endParaRPr lang="en-GR"/>
          </a:p>
        </p:txBody>
      </p:sp>
      <p:sp>
        <p:nvSpPr>
          <p:cNvPr id="7" name="Text Placeholder 6">
            <a:extLst>
              <a:ext uri="{FF2B5EF4-FFF2-40B4-BE49-F238E27FC236}">
                <a16:creationId xmlns:a16="http://schemas.microsoft.com/office/drawing/2014/main" id="{1343FF79-AC31-5607-5395-F97015D3F743}"/>
              </a:ext>
            </a:extLst>
          </p:cNvPr>
          <p:cNvSpPr>
            <a:spLocks noGrp="1"/>
          </p:cNvSpPr>
          <p:nvPr>
            <p:ph type="body" sz="quarter" idx="13"/>
          </p:nvPr>
        </p:nvSpPr>
        <p:spPr/>
        <p:txBody>
          <a:bodyPr/>
          <a:lstStyle/>
          <a:p>
            <a:endParaRPr lang="en-GR"/>
          </a:p>
        </p:txBody>
      </p:sp>
      <p:sp>
        <p:nvSpPr>
          <p:cNvPr id="8" name="Text Placeholder 7">
            <a:extLst>
              <a:ext uri="{FF2B5EF4-FFF2-40B4-BE49-F238E27FC236}">
                <a16:creationId xmlns:a16="http://schemas.microsoft.com/office/drawing/2014/main" id="{698B653F-DD1B-998A-FC03-ADF75223BAF8}"/>
              </a:ext>
            </a:extLst>
          </p:cNvPr>
          <p:cNvSpPr>
            <a:spLocks noGrp="1"/>
          </p:cNvSpPr>
          <p:nvPr>
            <p:ph type="body" sz="quarter" idx="18"/>
          </p:nvPr>
        </p:nvSpPr>
        <p:spPr/>
        <p:txBody>
          <a:bodyPr/>
          <a:lstStyle/>
          <a:p>
            <a:endParaRPr lang="en-GR"/>
          </a:p>
        </p:txBody>
      </p:sp>
      <p:sp>
        <p:nvSpPr>
          <p:cNvPr id="6" name="Content Placeholder 5">
            <a:extLst>
              <a:ext uri="{FF2B5EF4-FFF2-40B4-BE49-F238E27FC236}">
                <a16:creationId xmlns:a16="http://schemas.microsoft.com/office/drawing/2014/main" id="{935959EA-9456-C123-3331-F93144C6734B}"/>
              </a:ext>
            </a:extLst>
          </p:cNvPr>
          <p:cNvSpPr>
            <a:spLocks noGrp="1"/>
          </p:cNvSpPr>
          <p:nvPr>
            <p:ph idx="1"/>
          </p:nvPr>
        </p:nvSpPr>
        <p:spPr/>
        <p:txBody>
          <a:bodyPr/>
          <a:lstStyle/>
          <a:p>
            <a:endParaRPr lang="en-GR"/>
          </a:p>
        </p:txBody>
      </p:sp>
    </p:spTree>
    <p:extLst>
      <p:ext uri="{BB962C8B-B14F-4D97-AF65-F5344CB8AC3E}">
        <p14:creationId xmlns:p14="http://schemas.microsoft.com/office/powerpoint/2010/main" val="100746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2B82D53-72EB-AD16-4B92-BB884B2D452D}"/>
              </a:ext>
            </a:extLst>
          </p:cNvPr>
          <p:cNvSpPr>
            <a:spLocks noGrp="1"/>
          </p:cNvSpPr>
          <p:nvPr>
            <p:ph type="body" sz="quarter" idx="13"/>
          </p:nvPr>
        </p:nvSpPr>
        <p:spPr/>
        <p:txBody>
          <a:bodyPr/>
          <a:lstStyle/>
          <a:p>
            <a:endParaRPr lang="en-GR"/>
          </a:p>
        </p:txBody>
      </p:sp>
      <p:sp>
        <p:nvSpPr>
          <p:cNvPr id="8" name="Text Placeholder 7">
            <a:extLst>
              <a:ext uri="{FF2B5EF4-FFF2-40B4-BE49-F238E27FC236}">
                <a16:creationId xmlns:a16="http://schemas.microsoft.com/office/drawing/2014/main" id="{01C4979F-9B20-16BD-56FE-4A8269214B87}"/>
              </a:ext>
            </a:extLst>
          </p:cNvPr>
          <p:cNvSpPr>
            <a:spLocks noGrp="1"/>
          </p:cNvSpPr>
          <p:nvPr>
            <p:ph type="body" sz="quarter" idx="18"/>
          </p:nvPr>
        </p:nvSpPr>
        <p:spPr/>
        <p:txBody>
          <a:bodyPr/>
          <a:lstStyle/>
          <a:p>
            <a:endParaRPr lang="en-GR"/>
          </a:p>
        </p:txBody>
      </p:sp>
      <p:sp>
        <p:nvSpPr>
          <p:cNvPr id="6" name="Content Placeholder 5">
            <a:extLst>
              <a:ext uri="{FF2B5EF4-FFF2-40B4-BE49-F238E27FC236}">
                <a16:creationId xmlns:a16="http://schemas.microsoft.com/office/drawing/2014/main" id="{261F5CCB-D644-E57E-3D38-836AA1B90559}"/>
              </a:ext>
            </a:extLst>
          </p:cNvPr>
          <p:cNvSpPr>
            <a:spLocks noGrp="1"/>
          </p:cNvSpPr>
          <p:nvPr>
            <p:ph idx="1"/>
          </p:nvPr>
        </p:nvSpPr>
        <p:spPr/>
        <p:txBody>
          <a:bodyPr/>
          <a:lstStyle/>
          <a:p>
            <a:endParaRPr lang="en-GR"/>
          </a:p>
        </p:txBody>
      </p:sp>
      <p:sp>
        <p:nvSpPr>
          <p:cNvPr id="9" name="Content Placeholder 8">
            <a:extLst>
              <a:ext uri="{FF2B5EF4-FFF2-40B4-BE49-F238E27FC236}">
                <a16:creationId xmlns:a16="http://schemas.microsoft.com/office/drawing/2014/main" id="{122037F4-BB5D-8AF4-79D9-BB6F38F66E26}"/>
              </a:ext>
            </a:extLst>
          </p:cNvPr>
          <p:cNvSpPr>
            <a:spLocks noGrp="1"/>
          </p:cNvSpPr>
          <p:nvPr>
            <p:ph idx="19"/>
          </p:nvPr>
        </p:nvSpPr>
        <p:spPr/>
        <p:txBody>
          <a:bodyPr/>
          <a:lstStyle/>
          <a:p>
            <a:endParaRPr lang="en-GR"/>
          </a:p>
        </p:txBody>
      </p:sp>
    </p:spTree>
    <p:extLst>
      <p:ext uri="{BB962C8B-B14F-4D97-AF65-F5344CB8AC3E}">
        <p14:creationId xmlns:p14="http://schemas.microsoft.com/office/powerpoint/2010/main" val="3013714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267086-C20B-4DF9-99A9-DED20341F566}"/>
              </a:ext>
            </a:extLst>
          </p:cNvPr>
          <p:cNvSpPr>
            <a:spLocks noGrp="1"/>
          </p:cNvSpPr>
          <p:nvPr>
            <p:ph type="body" sz="quarter" idx="13"/>
          </p:nvPr>
        </p:nvSpPr>
        <p:spPr/>
        <p:txBody>
          <a:bodyPr/>
          <a:lstStyle/>
          <a:p>
            <a:endParaRPr lang="en-US">
              <a:solidFill>
                <a:srgbClr val="FF0000"/>
              </a:solidFill>
            </a:endParaRPr>
          </a:p>
        </p:txBody>
      </p:sp>
      <p:sp>
        <p:nvSpPr>
          <p:cNvPr id="3" name="Text Placeholder 2">
            <a:extLst>
              <a:ext uri="{FF2B5EF4-FFF2-40B4-BE49-F238E27FC236}">
                <a16:creationId xmlns:a16="http://schemas.microsoft.com/office/drawing/2014/main" id="{CAEF1970-89D6-41E4-B85C-E91D273A580D}"/>
              </a:ext>
            </a:extLst>
          </p:cNvPr>
          <p:cNvSpPr>
            <a:spLocks noGrp="1"/>
          </p:cNvSpPr>
          <p:nvPr>
            <p:ph type="body" sz="quarter" idx="18"/>
          </p:nvPr>
        </p:nvSpPr>
        <p:spPr/>
        <p:txBody>
          <a:bodyPr/>
          <a:lstStyle/>
          <a:p>
            <a:endParaRPr lang="en-US"/>
          </a:p>
        </p:txBody>
      </p:sp>
      <p:pic>
        <p:nvPicPr>
          <p:cNvPr id="7" name="Picture 6">
            <a:extLst>
              <a:ext uri="{FF2B5EF4-FFF2-40B4-BE49-F238E27FC236}">
                <a16:creationId xmlns:a16="http://schemas.microsoft.com/office/drawing/2014/main" id="{7F8072CD-02E8-FB82-3AD5-0CA44E9A46A3}"/>
              </a:ext>
            </a:extLst>
          </p:cNvPr>
          <p:cNvPicPr>
            <a:picLocks noChangeAspect="1"/>
          </p:cNvPicPr>
          <p:nvPr/>
        </p:nvPicPr>
        <p:blipFill>
          <a:blip r:embed="rId2"/>
          <a:srcRect t="9428" b="13016"/>
          <a:stretch>
            <a:fillRect/>
          </a:stretch>
        </p:blipFill>
        <p:spPr>
          <a:xfrm>
            <a:off x="1065088" y="1705047"/>
            <a:ext cx="10061825" cy="4389503"/>
          </a:xfrm>
          <a:prstGeom prst="rect">
            <a:avLst/>
          </a:prstGeom>
        </p:spPr>
      </p:pic>
    </p:spTree>
    <p:extLst>
      <p:ext uri="{BB962C8B-B14F-4D97-AF65-F5344CB8AC3E}">
        <p14:creationId xmlns:p14="http://schemas.microsoft.com/office/powerpoint/2010/main" val="2498088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2E3005-F6CF-4E8F-8C9D-B37A1FF8B875}"/>
              </a:ext>
            </a:extLst>
          </p:cNvPr>
          <p:cNvSpPr>
            <a:spLocks noGrp="1"/>
          </p:cNvSpPr>
          <p:nvPr>
            <p:ph type="body" sz="quarter" idx="13"/>
          </p:nvPr>
        </p:nvSpPr>
        <p:spPr/>
        <p:txBody>
          <a:bodyPr/>
          <a:lstStyle/>
          <a:p>
            <a:endParaRPr lang="en-US">
              <a:solidFill>
                <a:srgbClr val="FF0000"/>
              </a:solidFill>
            </a:endParaRPr>
          </a:p>
        </p:txBody>
      </p:sp>
      <p:sp>
        <p:nvSpPr>
          <p:cNvPr id="3" name="Text Placeholder 2">
            <a:extLst>
              <a:ext uri="{FF2B5EF4-FFF2-40B4-BE49-F238E27FC236}">
                <a16:creationId xmlns:a16="http://schemas.microsoft.com/office/drawing/2014/main" id="{C26CC6C6-A45B-41C9-9153-F1E7221C8420}"/>
              </a:ext>
            </a:extLst>
          </p:cNvPr>
          <p:cNvSpPr>
            <a:spLocks noGrp="1"/>
          </p:cNvSpPr>
          <p:nvPr>
            <p:ph type="body" sz="quarter" idx="18"/>
          </p:nvPr>
        </p:nvSpPr>
        <p:spPr/>
        <p:txBody>
          <a:bodyPr/>
          <a:lstStyle/>
          <a:p>
            <a:endParaRPr lang="en-US"/>
          </a:p>
        </p:txBody>
      </p:sp>
      <p:pic>
        <p:nvPicPr>
          <p:cNvPr id="6" name="Picture 5" descr="A set of red and black icons&#10;&#10;AI-generated content may be incorrect.">
            <a:extLst>
              <a:ext uri="{FF2B5EF4-FFF2-40B4-BE49-F238E27FC236}">
                <a16:creationId xmlns:a16="http://schemas.microsoft.com/office/drawing/2014/main" id="{EE26154E-B322-E426-E732-50D774C17F4C}"/>
              </a:ext>
            </a:extLst>
          </p:cNvPr>
          <p:cNvPicPr>
            <a:picLocks noChangeAspect="1"/>
          </p:cNvPicPr>
          <p:nvPr/>
        </p:nvPicPr>
        <p:blipFill>
          <a:blip r:embed="rId2"/>
          <a:srcRect t="9087" b="10409"/>
          <a:stretch>
            <a:fillRect/>
          </a:stretch>
        </p:blipFill>
        <p:spPr>
          <a:xfrm>
            <a:off x="1821204" y="2027403"/>
            <a:ext cx="8549593" cy="3871509"/>
          </a:xfrm>
          <a:prstGeom prst="rect">
            <a:avLst/>
          </a:prstGeom>
        </p:spPr>
      </p:pic>
    </p:spTree>
    <p:extLst>
      <p:ext uri="{BB962C8B-B14F-4D97-AF65-F5344CB8AC3E}">
        <p14:creationId xmlns:p14="http://schemas.microsoft.com/office/powerpoint/2010/main" val="1712917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A3E8F-76D9-BC07-7AC8-C6ED884BB46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88D1708-98F6-770F-783D-BF9D6752DB4A}"/>
              </a:ext>
            </a:extLst>
          </p:cNvPr>
          <p:cNvSpPr>
            <a:spLocks noGrp="1"/>
          </p:cNvSpPr>
          <p:nvPr>
            <p:ph type="body" sz="quarter" idx="13"/>
          </p:nvPr>
        </p:nvSpPr>
        <p:spPr/>
        <p:txBody>
          <a:bodyPr/>
          <a:lstStyle/>
          <a:p>
            <a:endParaRPr lang="en-US">
              <a:solidFill>
                <a:srgbClr val="FF0000"/>
              </a:solidFill>
            </a:endParaRPr>
          </a:p>
        </p:txBody>
      </p:sp>
      <p:sp>
        <p:nvSpPr>
          <p:cNvPr id="3" name="Text Placeholder 2">
            <a:extLst>
              <a:ext uri="{FF2B5EF4-FFF2-40B4-BE49-F238E27FC236}">
                <a16:creationId xmlns:a16="http://schemas.microsoft.com/office/drawing/2014/main" id="{64C894C4-A5CE-5751-3FBB-1E1A5A8D5239}"/>
              </a:ext>
            </a:extLst>
          </p:cNvPr>
          <p:cNvSpPr>
            <a:spLocks noGrp="1"/>
          </p:cNvSpPr>
          <p:nvPr>
            <p:ph type="body" sz="quarter" idx="18"/>
          </p:nvPr>
        </p:nvSpPr>
        <p:spPr/>
        <p:txBody>
          <a:bodyPr/>
          <a:lstStyle/>
          <a:p>
            <a:endParaRPr lang="en-US"/>
          </a:p>
        </p:txBody>
      </p:sp>
      <p:grpSp>
        <p:nvGrpSpPr>
          <p:cNvPr id="6" name="Group 5">
            <a:extLst>
              <a:ext uri="{FF2B5EF4-FFF2-40B4-BE49-F238E27FC236}">
                <a16:creationId xmlns:a16="http://schemas.microsoft.com/office/drawing/2014/main" id="{55CA7527-F7D0-7771-621E-443F3BB883AD}"/>
              </a:ext>
            </a:extLst>
          </p:cNvPr>
          <p:cNvGrpSpPr/>
          <p:nvPr/>
        </p:nvGrpSpPr>
        <p:grpSpPr>
          <a:xfrm>
            <a:off x="4332288" y="5765801"/>
            <a:ext cx="515938" cy="330200"/>
            <a:chOff x="4332288" y="5765801"/>
            <a:chExt cx="515938" cy="330200"/>
          </a:xfrm>
          <a:solidFill>
            <a:srgbClr val="EC0000"/>
          </a:solidFill>
        </p:grpSpPr>
        <p:sp>
          <p:nvSpPr>
            <p:cNvPr id="33" name="Freeform 5">
              <a:extLst>
                <a:ext uri="{FF2B5EF4-FFF2-40B4-BE49-F238E27FC236}">
                  <a16:creationId xmlns:a16="http://schemas.microsoft.com/office/drawing/2014/main" id="{A57A418E-D28F-68FE-7B2F-B799ADECC906}"/>
                </a:ext>
              </a:extLst>
            </p:cNvPr>
            <p:cNvSpPr>
              <a:spLocks noEditPoints="1"/>
            </p:cNvSpPr>
            <p:nvPr userDrawn="1"/>
          </p:nvSpPr>
          <p:spPr bwMode="auto">
            <a:xfrm>
              <a:off x="4491038" y="5830889"/>
              <a:ext cx="200025" cy="200025"/>
            </a:xfrm>
            <a:custGeom>
              <a:avLst/>
              <a:gdLst>
                <a:gd name="T0" fmla="*/ 495 w 553"/>
                <a:gd name="T1" fmla="*/ 278 h 555"/>
                <a:gd name="T2" fmla="*/ 277 w 553"/>
                <a:gd name="T3" fmla="*/ 495 h 555"/>
                <a:gd name="T4" fmla="*/ 58 w 553"/>
                <a:gd name="T5" fmla="*/ 278 h 555"/>
                <a:gd name="T6" fmla="*/ 277 w 553"/>
                <a:gd name="T7" fmla="*/ 60 h 555"/>
                <a:gd name="T8" fmla="*/ 495 w 553"/>
                <a:gd name="T9" fmla="*/ 278 h 555"/>
                <a:gd name="T10" fmla="*/ 277 w 553"/>
                <a:gd name="T11" fmla="*/ 0 h 555"/>
                <a:gd name="T12" fmla="*/ 0 w 553"/>
                <a:gd name="T13" fmla="*/ 278 h 555"/>
                <a:gd name="T14" fmla="*/ 277 w 553"/>
                <a:gd name="T15" fmla="*/ 555 h 555"/>
                <a:gd name="T16" fmla="*/ 553 w 553"/>
                <a:gd name="T17" fmla="*/ 278 h 555"/>
                <a:gd name="T18" fmla="*/ 277 w 553"/>
                <a:gd name="T19"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3" h="555">
                  <a:moveTo>
                    <a:pt x="495" y="278"/>
                  </a:moveTo>
                  <a:cubicBezTo>
                    <a:pt x="495" y="398"/>
                    <a:pt x="397" y="495"/>
                    <a:pt x="277" y="495"/>
                  </a:cubicBezTo>
                  <a:cubicBezTo>
                    <a:pt x="156" y="495"/>
                    <a:pt x="58" y="398"/>
                    <a:pt x="58" y="278"/>
                  </a:cubicBezTo>
                  <a:cubicBezTo>
                    <a:pt x="58" y="157"/>
                    <a:pt x="156" y="60"/>
                    <a:pt x="277" y="60"/>
                  </a:cubicBezTo>
                  <a:cubicBezTo>
                    <a:pt x="397" y="60"/>
                    <a:pt x="495" y="157"/>
                    <a:pt x="495" y="278"/>
                  </a:cubicBezTo>
                  <a:close/>
                  <a:moveTo>
                    <a:pt x="277" y="0"/>
                  </a:moveTo>
                  <a:cubicBezTo>
                    <a:pt x="124" y="0"/>
                    <a:pt x="0" y="125"/>
                    <a:pt x="0" y="278"/>
                  </a:cubicBezTo>
                  <a:cubicBezTo>
                    <a:pt x="0" y="430"/>
                    <a:pt x="124" y="555"/>
                    <a:pt x="277" y="555"/>
                  </a:cubicBezTo>
                  <a:cubicBezTo>
                    <a:pt x="429" y="555"/>
                    <a:pt x="553" y="430"/>
                    <a:pt x="553" y="278"/>
                  </a:cubicBezTo>
                  <a:cubicBezTo>
                    <a:pt x="553" y="125"/>
                    <a:pt x="429" y="0"/>
                    <a:pt x="277" y="0"/>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4" name="Freeform 6">
              <a:extLst>
                <a:ext uri="{FF2B5EF4-FFF2-40B4-BE49-F238E27FC236}">
                  <a16:creationId xmlns:a16="http://schemas.microsoft.com/office/drawing/2014/main" id="{64428506-5F58-0474-DF25-063DD5C3BBFA}"/>
                </a:ext>
              </a:extLst>
            </p:cNvPr>
            <p:cNvSpPr>
              <a:spLocks noEditPoints="1"/>
            </p:cNvSpPr>
            <p:nvPr userDrawn="1"/>
          </p:nvSpPr>
          <p:spPr bwMode="auto">
            <a:xfrm>
              <a:off x="4332288" y="5765801"/>
              <a:ext cx="515938" cy="330200"/>
            </a:xfrm>
            <a:custGeom>
              <a:avLst/>
              <a:gdLst>
                <a:gd name="T0" fmla="*/ 744 w 1429"/>
                <a:gd name="T1" fmla="*/ 856 h 915"/>
                <a:gd name="T2" fmla="*/ 744 w 1429"/>
                <a:gd name="T3" fmla="*/ 59 h 915"/>
                <a:gd name="T4" fmla="*/ 1370 w 1429"/>
                <a:gd name="T5" fmla="*/ 59 h 915"/>
                <a:gd name="T6" fmla="*/ 1370 w 1429"/>
                <a:gd name="T7" fmla="*/ 271 h 915"/>
                <a:gd name="T8" fmla="*/ 1202 w 1429"/>
                <a:gd name="T9" fmla="*/ 271 h 915"/>
                <a:gd name="T10" fmla="*/ 1172 w 1429"/>
                <a:gd name="T11" fmla="*/ 301 h 915"/>
                <a:gd name="T12" fmla="*/ 1172 w 1429"/>
                <a:gd name="T13" fmla="*/ 617 h 915"/>
                <a:gd name="T14" fmla="*/ 1202 w 1429"/>
                <a:gd name="T15" fmla="*/ 646 h 915"/>
                <a:gd name="T16" fmla="*/ 1370 w 1429"/>
                <a:gd name="T17" fmla="*/ 646 h 915"/>
                <a:gd name="T18" fmla="*/ 1370 w 1429"/>
                <a:gd name="T19" fmla="*/ 856 h 915"/>
                <a:gd name="T20" fmla="*/ 744 w 1429"/>
                <a:gd name="T21" fmla="*/ 856 h 915"/>
                <a:gd name="T22" fmla="*/ 59 w 1429"/>
                <a:gd name="T23" fmla="*/ 646 h 915"/>
                <a:gd name="T24" fmla="*/ 214 w 1429"/>
                <a:gd name="T25" fmla="*/ 646 h 915"/>
                <a:gd name="T26" fmla="*/ 244 w 1429"/>
                <a:gd name="T27" fmla="*/ 617 h 915"/>
                <a:gd name="T28" fmla="*/ 244 w 1429"/>
                <a:gd name="T29" fmla="*/ 301 h 915"/>
                <a:gd name="T30" fmla="*/ 214 w 1429"/>
                <a:gd name="T31" fmla="*/ 271 h 915"/>
                <a:gd name="T32" fmla="*/ 59 w 1429"/>
                <a:gd name="T33" fmla="*/ 271 h 915"/>
                <a:gd name="T34" fmla="*/ 59 w 1429"/>
                <a:gd name="T35" fmla="*/ 59 h 915"/>
                <a:gd name="T36" fmla="*/ 685 w 1429"/>
                <a:gd name="T37" fmla="*/ 59 h 915"/>
                <a:gd name="T38" fmla="*/ 685 w 1429"/>
                <a:gd name="T39" fmla="*/ 856 h 915"/>
                <a:gd name="T40" fmla="*/ 59 w 1429"/>
                <a:gd name="T41" fmla="*/ 856 h 915"/>
                <a:gd name="T42" fmla="*/ 59 w 1429"/>
                <a:gd name="T43" fmla="*/ 646 h 915"/>
                <a:gd name="T44" fmla="*/ 184 w 1429"/>
                <a:gd name="T45" fmla="*/ 330 h 915"/>
                <a:gd name="T46" fmla="*/ 184 w 1429"/>
                <a:gd name="T47" fmla="*/ 587 h 915"/>
                <a:gd name="T48" fmla="*/ 59 w 1429"/>
                <a:gd name="T49" fmla="*/ 587 h 915"/>
                <a:gd name="T50" fmla="*/ 59 w 1429"/>
                <a:gd name="T51" fmla="*/ 330 h 915"/>
                <a:gd name="T52" fmla="*/ 184 w 1429"/>
                <a:gd name="T53" fmla="*/ 330 h 915"/>
                <a:gd name="T54" fmla="*/ 1232 w 1429"/>
                <a:gd name="T55" fmla="*/ 587 h 915"/>
                <a:gd name="T56" fmla="*/ 1232 w 1429"/>
                <a:gd name="T57" fmla="*/ 330 h 915"/>
                <a:gd name="T58" fmla="*/ 1370 w 1429"/>
                <a:gd name="T59" fmla="*/ 330 h 915"/>
                <a:gd name="T60" fmla="*/ 1370 w 1429"/>
                <a:gd name="T61" fmla="*/ 587 h 915"/>
                <a:gd name="T62" fmla="*/ 1232 w 1429"/>
                <a:gd name="T63" fmla="*/ 587 h 915"/>
                <a:gd name="T64" fmla="*/ 1400 w 1429"/>
                <a:gd name="T65" fmla="*/ 0 h 915"/>
                <a:gd name="T66" fmla="*/ 29 w 1429"/>
                <a:gd name="T67" fmla="*/ 0 h 915"/>
                <a:gd name="T68" fmla="*/ 0 w 1429"/>
                <a:gd name="T69" fmla="*/ 30 h 915"/>
                <a:gd name="T70" fmla="*/ 0 w 1429"/>
                <a:gd name="T71" fmla="*/ 885 h 915"/>
                <a:gd name="T72" fmla="*/ 29 w 1429"/>
                <a:gd name="T73" fmla="*/ 915 h 915"/>
                <a:gd name="T74" fmla="*/ 1400 w 1429"/>
                <a:gd name="T75" fmla="*/ 915 h 915"/>
                <a:gd name="T76" fmla="*/ 1429 w 1429"/>
                <a:gd name="T77" fmla="*/ 885 h 915"/>
                <a:gd name="T78" fmla="*/ 1429 w 1429"/>
                <a:gd name="T79" fmla="*/ 30 h 915"/>
                <a:gd name="T80" fmla="*/ 1400 w 1429"/>
                <a:gd name="T81"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9" h="915">
                  <a:moveTo>
                    <a:pt x="744" y="856"/>
                  </a:moveTo>
                  <a:lnTo>
                    <a:pt x="744" y="59"/>
                  </a:lnTo>
                  <a:lnTo>
                    <a:pt x="1370" y="59"/>
                  </a:lnTo>
                  <a:lnTo>
                    <a:pt x="1370" y="271"/>
                  </a:lnTo>
                  <a:lnTo>
                    <a:pt x="1202" y="271"/>
                  </a:lnTo>
                  <a:cubicBezTo>
                    <a:pt x="1186" y="271"/>
                    <a:pt x="1172" y="284"/>
                    <a:pt x="1172" y="301"/>
                  </a:cubicBezTo>
                  <a:lnTo>
                    <a:pt x="1172" y="617"/>
                  </a:lnTo>
                  <a:cubicBezTo>
                    <a:pt x="1172" y="633"/>
                    <a:pt x="1186" y="646"/>
                    <a:pt x="1202" y="646"/>
                  </a:cubicBezTo>
                  <a:lnTo>
                    <a:pt x="1370" y="646"/>
                  </a:lnTo>
                  <a:lnTo>
                    <a:pt x="1370" y="856"/>
                  </a:lnTo>
                  <a:lnTo>
                    <a:pt x="744" y="856"/>
                  </a:lnTo>
                  <a:close/>
                  <a:moveTo>
                    <a:pt x="59" y="646"/>
                  </a:moveTo>
                  <a:lnTo>
                    <a:pt x="214" y="646"/>
                  </a:lnTo>
                  <a:cubicBezTo>
                    <a:pt x="230" y="646"/>
                    <a:pt x="244" y="633"/>
                    <a:pt x="244" y="617"/>
                  </a:cubicBezTo>
                  <a:lnTo>
                    <a:pt x="244" y="301"/>
                  </a:lnTo>
                  <a:cubicBezTo>
                    <a:pt x="244" y="284"/>
                    <a:pt x="230" y="271"/>
                    <a:pt x="214" y="271"/>
                  </a:cubicBezTo>
                  <a:lnTo>
                    <a:pt x="59" y="271"/>
                  </a:lnTo>
                  <a:lnTo>
                    <a:pt x="59" y="59"/>
                  </a:lnTo>
                  <a:lnTo>
                    <a:pt x="685" y="59"/>
                  </a:lnTo>
                  <a:lnTo>
                    <a:pt x="685" y="856"/>
                  </a:lnTo>
                  <a:lnTo>
                    <a:pt x="59" y="856"/>
                  </a:lnTo>
                  <a:lnTo>
                    <a:pt x="59" y="646"/>
                  </a:lnTo>
                  <a:close/>
                  <a:moveTo>
                    <a:pt x="184" y="330"/>
                  </a:moveTo>
                  <a:lnTo>
                    <a:pt x="184" y="587"/>
                  </a:lnTo>
                  <a:lnTo>
                    <a:pt x="59" y="587"/>
                  </a:lnTo>
                  <a:lnTo>
                    <a:pt x="59" y="330"/>
                  </a:lnTo>
                  <a:lnTo>
                    <a:pt x="184" y="330"/>
                  </a:lnTo>
                  <a:close/>
                  <a:moveTo>
                    <a:pt x="1232" y="587"/>
                  </a:moveTo>
                  <a:lnTo>
                    <a:pt x="1232" y="330"/>
                  </a:lnTo>
                  <a:lnTo>
                    <a:pt x="1370" y="330"/>
                  </a:lnTo>
                  <a:lnTo>
                    <a:pt x="1370" y="587"/>
                  </a:lnTo>
                  <a:lnTo>
                    <a:pt x="1232" y="587"/>
                  </a:lnTo>
                  <a:close/>
                  <a:moveTo>
                    <a:pt x="1400" y="0"/>
                  </a:moveTo>
                  <a:lnTo>
                    <a:pt x="29" y="0"/>
                  </a:lnTo>
                  <a:cubicBezTo>
                    <a:pt x="13" y="0"/>
                    <a:pt x="0" y="14"/>
                    <a:pt x="0" y="30"/>
                  </a:cubicBezTo>
                  <a:lnTo>
                    <a:pt x="0" y="885"/>
                  </a:lnTo>
                  <a:cubicBezTo>
                    <a:pt x="0" y="902"/>
                    <a:pt x="13" y="915"/>
                    <a:pt x="29" y="915"/>
                  </a:cubicBezTo>
                  <a:lnTo>
                    <a:pt x="1400" y="915"/>
                  </a:lnTo>
                  <a:cubicBezTo>
                    <a:pt x="1416" y="915"/>
                    <a:pt x="1429" y="902"/>
                    <a:pt x="1429" y="885"/>
                  </a:cubicBezTo>
                  <a:lnTo>
                    <a:pt x="1429" y="30"/>
                  </a:lnTo>
                  <a:cubicBezTo>
                    <a:pt x="1429" y="14"/>
                    <a:pt x="1416" y="0"/>
                    <a:pt x="140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5" name="Group 34">
            <a:extLst>
              <a:ext uri="{FF2B5EF4-FFF2-40B4-BE49-F238E27FC236}">
                <a16:creationId xmlns:a16="http://schemas.microsoft.com/office/drawing/2014/main" id="{7A7CC6D0-321B-C44A-01F4-31DAA97630DB}"/>
              </a:ext>
            </a:extLst>
          </p:cNvPr>
          <p:cNvGrpSpPr/>
          <p:nvPr/>
        </p:nvGrpSpPr>
        <p:grpSpPr>
          <a:xfrm>
            <a:off x="4424363" y="4062414"/>
            <a:ext cx="331788" cy="330200"/>
            <a:chOff x="4424363" y="4062414"/>
            <a:chExt cx="331788" cy="330200"/>
          </a:xfrm>
        </p:grpSpPr>
        <p:sp>
          <p:nvSpPr>
            <p:cNvPr id="36" name="Freeform 35">
              <a:extLst>
                <a:ext uri="{FF2B5EF4-FFF2-40B4-BE49-F238E27FC236}">
                  <a16:creationId xmlns:a16="http://schemas.microsoft.com/office/drawing/2014/main" id="{A2F5C447-14C2-F136-A930-CE474E0417BA}"/>
                </a:ext>
              </a:extLst>
            </p:cNvPr>
            <p:cNvSpPr>
              <a:spLocks noEditPoints="1"/>
            </p:cNvSpPr>
            <p:nvPr userDrawn="1"/>
          </p:nvSpPr>
          <p:spPr bwMode="auto">
            <a:xfrm>
              <a:off x="4424363" y="4062414"/>
              <a:ext cx="331788" cy="330200"/>
            </a:xfrm>
            <a:custGeom>
              <a:avLst/>
              <a:gdLst>
                <a:gd name="T0" fmla="*/ 413 w 916"/>
                <a:gd name="T1" fmla="*/ 706 h 914"/>
                <a:gd name="T2" fmla="*/ 537 w 916"/>
                <a:gd name="T3" fmla="*/ 627 h 914"/>
                <a:gd name="T4" fmla="*/ 541 w 916"/>
                <a:gd name="T5" fmla="*/ 659 h 914"/>
                <a:gd name="T6" fmla="*/ 511 w 916"/>
                <a:gd name="T7" fmla="*/ 727 h 914"/>
                <a:gd name="T8" fmla="*/ 385 w 916"/>
                <a:gd name="T9" fmla="*/ 820 h 914"/>
                <a:gd name="T10" fmla="*/ 413 w 916"/>
                <a:gd name="T11" fmla="*/ 706 h 914"/>
                <a:gd name="T12" fmla="*/ 240 w 916"/>
                <a:gd name="T13" fmla="*/ 563 h 914"/>
                <a:gd name="T14" fmla="*/ 714 w 916"/>
                <a:gd name="T15" fmla="*/ 109 h 914"/>
                <a:gd name="T16" fmla="*/ 807 w 916"/>
                <a:gd name="T17" fmla="*/ 202 h 914"/>
                <a:gd name="T18" fmla="*/ 353 w 916"/>
                <a:gd name="T19" fmla="*/ 676 h 914"/>
                <a:gd name="T20" fmla="*/ 240 w 916"/>
                <a:gd name="T21" fmla="*/ 563 h 914"/>
                <a:gd name="T22" fmla="*/ 770 w 916"/>
                <a:gd name="T23" fmla="*/ 87 h 914"/>
                <a:gd name="T24" fmla="*/ 854 w 916"/>
                <a:gd name="T25" fmla="*/ 62 h 914"/>
                <a:gd name="T26" fmla="*/ 829 w 916"/>
                <a:gd name="T27" fmla="*/ 146 h 914"/>
                <a:gd name="T28" fmla="*/ 770 w 916"/>
                <a:gd name="T29" fmla="*/ 87 h 914"/>
                <a:gd name="T30" fmla="*/ 216 w 916"/>
                <a:gd name="T31" fmla="*/ 515 h 914"/>
                <a:gd name="T32" fmla="*/ 96 w 916"/>
                <a:gd name="T33" fmla="*/ 531 h 914"/>
                <a:gd name="T34" fmla="*/ 189 w 916"/>
                <a:gd name="T35" fmla="*/ 405 h 914"/>
                <a:gd name="T36" fmla="*/ 248 w 916"/>
                <a:gd name="T37" fmla="*/ 375 h 914"/>
                <a:gd name="T38" fmla="*/ 257 w 916"/>
                <a:gd name="T39" fmla="*/ 375 h 914"/>
                <a:gd name="T40" fmla="*/ 289 w 916"/>
                <a:gd name="T41" fmla="*/ 379 h 914"/>
                <a:gd name="T42" fmla="*/ 210 w 916"/>
                <a:gd name="T43" fmla="*/ 502 h 914"/>
                <a:gd name="T44" fmla="*/ 96 w 916"/>
                <a:gd name="T45" fmla="*/ 531 h 914"/>
                <a:gd name="T46" fmla="*/ 907 w 916"/>
                <a:gd name="T47" fmla="*/ 9 h 914"/>
                <a:gd name="T48" fmla="*/ 885 w 916"/>
                <a:gd name="T49" fmla="*/ 1 h 914"/>
                <a:gd name="T50" fmla="*/ 716 w 916"/>
                <a:gd name="T51" fmla="*/ 49 h 914"/>
                <a:gd name="T52" fmla="*/ 704 w 916"/>
                <a:gd name="T53" fmla="*/ 53 h 914"/>
                <a:gd name="T54" fmla="*/ 329 w 916"/>
                <a:gd name="T55" fmla="*/ 329 h 914"/>
                <a:gd name="T56" fmla="*/ 263 w 916"/>
                <a:gd name="T57" fmla="*/ 321 h 914"/>
                <a:gd name="T58" fmla="*/ 144 w 916"/>
                <a:gd name="T59" fmla="*/ 373 h 914"/>
                <a:gd name="T60" fmla="*/ 7 w 916"/>
                <a:gd name="T61" fmla="*/ 560 h 914"/>
                <a:gd name="T62" fmla="*/ 6 w 916"/>
                <a:gd name="T63" fmla="*/ 591 h 914"/>
                <a:gd name="T64" fmla="*/ 35 w 916"/>
                <a:gd name="T65" fmla="*/ 603 h 914"/>
                <a:gd name="T66" fmla="*/ 179 w 916"/>
                <a:gd name="T67" fmla="*/ 566 h 914"/>
                <a:gd name="T68" fmla="*/ 188 w 916"/>
                <a:gd name="T69" fmla="*/ 588 h 914"/>
                <a:gd name="T70" fmla="*/ 328 w 916"/>
                <a:gd name="T71" fmla="*/ 728 h 914"/>
                <a:gd name="T72" fmla="*/ 349 w 916"/>
                <a:gd name="T73" fmla="*/ 736 h 914"/>
                <a:gd name="T74" fmla="*/ 314 w 916"/>
                <a:gd name="T75" fmla="*/ 880 h 914"/>
                <a:gd name="T76" fmla="*/ 325 w 916"/>
                <a:gd name="T77" fmla="*/ 910 h 914"/>
                <a:gd name="T78" fmla="*/ 340 w 916"/>
                <a:gd name="T79" fmla="*/ 914 h 914"/>
                <a:gd name="T80" fmla="*/ 356 w 916"/>
                <a:gd name="T81" fmla="*/ 909 h 914"/>
                <a:gd name="T82" fmla="*/ 543 w 916"/>
                <a:gd name="T83" fmla="*/ 771 h 914"/>
                <a:gd name="T84" fmla="*/ 595 w 916"/>
                <a:gd name="T85" fmla="*/ 652 h 914"/>
                <a:gd name="T86" fmla="*/ 587 w 916"/>
                <a:gd name="T87" fmla="*/ 587 h 914"/>
                <a:gd name="T88" fmla="*/ 862 w 916"/>
                <a:gd name="T89" fmla="*/ 212 h 914"/>
                <a:gd name="T90" fmla="*/ 867 w 916"/>
                <a:gd name="T91" fmla="*/ 200 h 914"/>
                <a:gd name="T92" fmla="*/ 915 w 916"/>
                <a:gd name="T93" fmla="*/ 31 h 914"/>
                <a:gd name="T94" fmla="*/ 907 w 916"/>
                <a:gd name="T95" fmla="*/ 9 h 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6" h="914">
                  <a:moveTo>
                    <a:pt x="413" y="706"/>
                  </a:moveTo>
                  <a:cubicBezTo>
                    <a:pt x="457" y="682"/>
                    <a:pt x="498" y="656"/>
                    <a:pt x="537" y="627"/>
                  </a:cubicBezTo>
                  <a:lnTo>
                    <a:pt x="541" y="659"/>
                  </a:lnTo>
                  <a:cubicBezTo>
                    <a:pt x="543" y="685"/>
                    <a:pt x="532" y="711"/>
                    <a:pt x="511" y="727"/>
                  </a:cubicBezTo>
                  <a:lnTo>
                    <a:pt x="385" y="820"/>
                  </a:lnTo>
                  <a:lnTo>
                    <a:pt x="413" y="706"/>
                  </a:lnTo>
                  <a:close/>
                  <a:moveTo>
                    <a:pt x="240" y="563"/>
                  </a:moveTo>
                  <a:cubicBezTo>
                    <a:pt x="372" y="300"/>
                    <a:pt x="569" y="171"/>
                    <a:pt x="714" y="109"/>
                  </a:cubicBezTo>
                  <a:lnTo>
                    <a:pt x="807" y="202"/>
                  </a:lnTo>
                  <a:cubicBezTo>
                    <a:pt x="745" y="347"/>
                    <a:pt x="616" y="544"/>
                    <a:pt x="353" y="676"/>
                  </a:cubicBezTo>
                  <a:lnTo>
                    <a:pt x="240" y="563"/>
                  </a:lnTo>
                  <a:close/>
                  <a:moveTo>
                    <a:pt x="770" y="87"/>
                  </a:moveTo>
                  <a:cubicBezTo>
                    <a:pt x="804" y="75"/>
                    <a:pt x="833" y="67"/>
                    <a:pt x="854" y="62"/>
                  </a:cubicBezTo>
                  <a:cubicBezTo>
                    <a:pt x="849" y="83"/>
                    <a:pt x="841" y="112"/>
                    <a:pt x="829" y="146"/>
                  </a:cubicBezTo>
                  <a:lnTo>
                    <a:pt x="770" y="87"/>
                  </a:lnTo>
                  <a:close/>
                  <a:moveTo>
                    <a:pt x="216" y="515"/>
                  </a:moveTo>
                  <a:close/>
                  <a:moveTo>
                    <a:pt x="96" y="531"/>
                  </a:moveTo>
                  <a:lnTo>
                    <a:pt x="189" y="405"/>
                  </a:lnTo>
                  <a:cubicBezTo>
                    <a:pt x="203" y="386"/>
                    <a:pt x="225" y="375"/>
                    <a:pt x="248" y="375"/>
                  </a:cubicBezTo>
                  <a:cubicBezTo>
                    <a:pt x="252" y="375"/>
                    <a:pt x="254" y="375"/>
                    <a:pt x="257" y="375"/>
                  </a:cubicBezTo>
                  <a:lnTo>
                    <a:pt x="289" y="379"/>
                  </a:lnTo>
                  <a:cubicBezTo>
                    <a:pt x="260" y="418"/>
                    <a:pt x="234" y="459"/>
                    <a:pt x="210" y="502"/>
                  </a:cubicBezTo>
                  <a:lnTo>
                    <a:pt x="96" y="531"/>
                  </a:lnTo>
                  <a:close/>
                  <a:moveTo>
                    <a:pt x="907" y="9"/>
                  </a:moveTo>
                  <a:cubicBezTo>
                    <a:pt x="901" y="3"/>
                    <a:pt x="893" y="0"/>
                    <a:pt x="885" y="1"/>
                  </a:cubicBezTo>
                  <a:cubicBezTo>
                    <a:pt x="884" y="1"/>
                    <a:pt x="815" y="9"/>
                    <a:pt x="716" y="49"/>
                  </a:cubicBezTo>
                  <a:cubicBezTo>
                    <a:pt x="712" y="49"/>
                    <a:pt x="708" y="51"/>
                    <a:pt x="704" y="53"/>
                  </a:cubicBezTo>
                  <a:cubicBezTo>
                    <a:pt x="603" y="95"/>
                    <a:pt x="457" y="177"/>
                    <a:pt x="329" y="329"/>
                  </a:cubicBezTo>
                  <a:lnTo>
                    <a:pt x="263" y="321"/>
                  </a:lnTo>
                  <a:cubicBezTo>
                    <a:pt x="217" y="316"/>
                    <a:pt x="172" y="335"/>
                    <a:pt x="144" y="373"/>
                  </a:cubicBezTo>
                  <a:lnTo>
                    <a:pt x="7" y="560"/>
                  </a:lnTo>
                  <a:cubicBezTo>
                    <a:pt x="0" y="569"/>
                    <a:pt x="0" y="582"/>
                    <a:pt x="6" y="591"/>
                  </a:cubicBezTo>
                  <a:cubicBezTo>
                    <a:pt x="12" y="601"/>
                    <a:pt x="25" y="605"/>
                    <a:pt x="35" y="603"/>
                  </a:cubicBezTo>
                  <a:lnTo>
                    <a:pt x="179" y="566"/>
                  </a:lnTo>
                  <a:cubicBezTo>
                    <a:pt x="179" y="574"/>
                    <a:pt x="182" y="582"/>
                    <a:pt x="188" y="588"/>
                  </a:cubicBezTo>
                  <a:lnTo>
                    <a:pt x="328" y="728"/>
                  </a:lnTo>
                  <a:cubicBezTo>
                    <a:pt x="333" y="734"/>
                    <a:pt x="341" y="737"/>
                    <a:pt x="349" y="736"/>
                  </a:cubicBezTo>
                  <a:lnTo>
                    <a:pt x="314" y="880"/>
                  </a:lnTo>
                  <a:cubicBezTo>
                    <a:pt x="311" y="891"/>
                    <a:pt x="315" y="903"/>
                    <a:pt x="325" y="910"/>
                  </a:cubicBezTo>
                  <a:cubicBezTo>
                    <a:pt x="329" y="913"/>
                    <a:pt x="335" y="914"/>
                    <a:pt x="340" y="914"/>
                  </a:cubicBezTo>
                  <a:cubicBezTo>
                    <a:pt x="346" y="914"/>
                    <a:pt x="351" y="912"/>
                    <a:pt x="356" y="909"/>
                  </a:cubicBezTo>
                  <a:lnTo>
                    <a:pt x="543" y="771"/>
                  </a:lnTo>
                  <a:cubicBezTo>
                    <a:pt x="581" y="744"/>
                    <a:pt x="600" y="698"/>
                    <a:pt x="595" y="652"/>
                  </a:cubicBezTo>
                  <a:lnTo>
                    <a:pt x="587" y="587"/>
                  </a:lnTo>
                  <a:cubicBezTo>
                    <a:pt x="739" y="459"/>
                    <a:pt x="820" y="313"/>
                    <a:pt x="862" y="212"/>
                  </a:cubicBezTo>
                  <a:cubicBezTo>
                    <a:pt x="865" y="208"/>
                    <a:pt x="866" y="204"/>
                    <a:pt x="867" y="200"/>
                  </a:cubicBezTo>
                  <a:cubicBezTo>
                    <a:pt x="907" y="101"/>
                    <a:pt x="915" y="32"/>
                    <a:pt x="915" y="31"/>
                  </a:cubicBezTo>
                  <a:cubicBezTo>
                    <a:pt x="916" y="23"/>
                    <a:pt x="913" y="14"/>
                    <a:pt x="907" y="9"/>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 name="Freeform 36">
              <a:extLst>
                <a:ext uri="{FF2B5EF4-FFF2-40B4-BE49-F238E27FC236}">
                  <a16:creationId xmlns:a16="http://schemas.microsoft.com/office/drawing/2014/main" id="{095CA6A7-EA32-F673-4E33-E660990E0B29}"/>
                </a:ext>
              </a:extLst>
            </p:cNvPr>
            <p:cNvSpPr>
              <a:spLocks noEditPoints="1"/>
            </p:cNvSpPr>
            <p:nvPr userDrawn="1"/>
          </p:nvSpPr>
          <p:spPr bwMode="auto">
            <a:xfrm>
              <a:off x="4632326" y="4119564"/>
              <a:ext cx="65088" cy="66675"/>
            </a:xfrm>
            <a:custGeom>
              <a:avLst/>
              <a:gdLst>
                <a:gd name="T0" fmla="*/ 91 w 183"/>
                <a:gd name="T1" fmla="*/ 134 h 183"/>
                <a:gd name="T2" fmla="*/ 121 w 183"/>
                <a:gd name="T3" fmla="*/ 121 h 183"/>
                <a:gd name="T4" fmla="*/ 133 w 183"/>
                <a:gd name="T5" fmla="*/ 92 h 183"/>
                <a:gd name="T6" fmla="*/ 121 w 183"/>
                <a:gd name="T7" fmla="*/ 62 h 183"/>
                <a:gd name="T8" fmla="*/ 91 w 183"/>
                <a:gd name="T9" fmla="*/ 49 h 183"/>
                <a:gd name="T10" fmla="*/ 75 w 183"/>
                <a:gd name="T11" fmla="*/ 53 h 183"/>
                <a:gd name="T12" fmla="*/ 61 w 183"/>
                <a:gd name="T13" fmla="*/ 62 h 183"/>
                <a:gd name="T14" fmla="*/ 49 w 183"/>
                <a:gd name="T15" fmla="*/ 92 h 183"/>
                <a:gd name="T16" fmla="*/ 61 w 183"/>
                <a:gd name="T17" fmla="*/ 121 h 183"/>
                <a:gd name="T18" fmla="*/ 91 w 183"/>
                <a:gd name="T19" fmla="*/ 134 h 183"/>
                <a:gd name="T20" fmla="*/ 156 w 183"/>
                <a:gd name="T21" fmla="*/ 27 h 183"/>
                <a:gd name="T22" fmla="*/ 156 w 183"/>
                <a:gd name="T23" fmla="*/ 27 h 183"/>
                <a:gd name="T24" fmla="*/ 183 w 183"/>
                <a:gd name="T25" fmla="*/ 92 h 183"/>
                <a:gd name="T26" fmla="*/ 156 w 183"/>
                <a:gd name="T27" fmla="*/ 156 h 183"/>
                <a:gd name="T28" fmla="*/ 156 w 183"/>
                <a:gd name="T29" fmla="*/ 156 h 183"/>
                <a:gd name="T30" fmla="*/ 126 w 183"/>
                <a:gd name="T31" fmla="*/ 176 h 183"/>
                <a:gd name="T32" fmla="*/ 91 w 183"/>
                <a:gd name="T33" fmla="*/ 183 h 183"/>
                <a:gd name="T34" fmla="*/ 56 w 183"/>
                <a:gd name="T35" fmla="*/ 176 h 183"/>
                <a:gd name="T36" fmla="*/ 27 w 183"/>
                <a:gd name="T37" fmla="*/ 156 h 183"/>
                <a:gd name="T38" fmla="*/ 0 w 183"/>
                <a:gd name="T39" fmla="*/ 92 h 183"/>
                <a:gd name="T40" fmla="*/ 27 w 183"/>
                <a:gd name="T41" fmla="*/ 27 h 183"/>
                <a:gd name="T42" fmla="*/ 27 w 183"/>
                <a:gd name="T43" fmla="*/ 27 h 183"/>
                <a:gd name="T44" fmla="*/ 91 w 183"/>
                <a:gd name="T45" fmla="*/ 0 h 183"/>
                <a:gd name="T46" fmla="*/ 156 w 183"/>
                <a:gd name="T47"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 h="183">
                  <a:moveTo>
                    <a:pt x="91" y="134"/>
                  </a:moveTo>
                  <a:cubicBezTo>
                    <a:pt x="102" y="134"/>
                    <a:pt x="113" y="130"/>
                    <a:pt x="121" y="121"/>
                  </a:cubicBezTo>
                  <a:cubicBezTo>
                    <a:pt x="129" y="113"/>
                    <a:pt x="133" y="102"/>
                    <a:pt x="133" y="92"/>
                  </a:cubicBezTo>
                  <a:cubicBezTo>
                    <a:pt x="133" y="81"/>
                    <a:pt x="129" y="70"/>
                    <a:pt x="121" y="62"/>
                  </a:cubicBezTo>
                  <a:cubicBezTo>
                    <a:pt x="113" y="54"/>
                    <a:pt x="102" y="49"/>
                    <a:pt x="91" y="49"/>
                  </a:cubicBezTo>
                  <a:cubicBezTo>
                    <a:pt x="86" y="49"/>
                    <a:pt x="80" y="51"/>
                    <a:pt x="75" y="53"/>
                  </a:cubicBezTo>
                  <a:cubicBezTo>
                    <a:pt x="70" y="55"/>
                    <a:pt x="66" y="58"/>
                    <a:pt x="61" y="62"/>
                  </a:cubicBezTo>
                  <a:cubicBezTo>
                    <a:pt x="53" y="70"/>
                    <a:pt x="49" y="81"/>
                    <a:pt x="49" y="92"/>
                  </a:cubicBezTo>
                  <a:cubicBezTo>
                    <a:pt x="49" y="102"/>
                    <a:pt x="53" y="113"/>
                    <a:pt x="61" y="121"/>
                  </a:cubicBezTo>
                  <a:cubicBezTo>
                    <a:pt x="70" y="130"/>
                    <a:pt x="80" y="134"/>
                    <a:pt x="91" y="134"/>
                  </a:cubicBezTo>
                  <a:close/>
                  <a:moveTo>
                    <a:pt x="156" y="27"/>
                  </a:moveTo>
                  <a:lnTo>
                    <a:pt x="156" y="27"/>
                  </a:lnTo>
                  <a:cubicBezTo>
                    <a:pt x="174" y="45"/>
                    <a:pt x="183" y="68"/>
                    <a:pt x="183" y="92"/>
                  </a:cubicBezTo>
                  <a:cubicBezTo>
                    <a:pt x="183" y="115"/>
                    <a:pt x="174" y="138"/>
                    <a:pt x="156" y="156"/>
                  </a:cubicBezTo>
                  <a:lnTo>
                    <a:pt x="156" y="156"/>
                  </a:lnTo>
                  <a:cubicBezTo>
                    <a:pt x="147" y="165"/>
                    <a:pt x="137" y="172"/>
                    <a:pt x="126" y="176"/>
                  </a:cubicBezTo>
                  <a:cubicBezTo>
                    <a:pt x="115" y="181"/>
                    <a:pt x="103" y="183"/>
                    <a:pt x="91" y="183"/>
                  </a:cubicBezTo>
                  <a:cubicBezTo>
                    <a:pt x="79" y="183"/>
                    <a:pt x="67" y="181"/>
                    <a:pt x="56" y="176"/>
                  </a:cubicBezTo>
                  <a:cubicBezTo>
                    <a:pt x="45" y="172"/>
                    <a:pt x="35" y="165"/>
                    <a:pt x="27" y="156"/>
                  </a:cubicBezTo>
                  <a:cubicBezTo>
                    <a:pt x="9" y="138"/>
                    <a:pt x="0" y="115"/>
                    <a:pt x="0" y="92"/>
                  </a:cubicBezTo>
                  <a:cubicBezTo>
                    <a:pt x="0" y="68"/>
                    <a:pt x="9" y="45"/>
                    <a:pt x="27" y="27"/>
                  </a:cubicBezTo>
                  <a:lnTo>
                    <a:pt x="27" y="27"/>
                  </a:lnTo>
                  <a:cubicBezTo>
                    <a:pt x="44" y="9"/>
                    <a:pt x="68" y="0"/>
                    <a:pt x="91" y="0"/>
                  </a:cubicBezTo>
                  <a:cubicBezTo>
                    <a:pt x="115" y="0"/>
                    <a:pt x="138" y="9"/>
                    <a:pt x="156" y="2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 name="Freeform 37">
              <a:extLst>
                <a:ext uri="{FF2B5EF4-FFF2-40B4-BE49-F238E27FC236}">
                  <a16:creationId xmlns:a16="http://schemas.microsoft.com/office/drawing/2014/main" id="{643E36A9-7951-83BD-AB7B-124F6249B323}"/>
                </a:ext>
              </a:extLst>
            </p:cNvPr>
            <p:cNvSpPr>
              <a:spLocks noEditPoints="1"/>
            </p:cNvSpPr>
            <p:nvPr userDrawn="1"/>
          </p:nvSpPr>
          <p:spPr bwMode="auto">
            <a:xfrm>
              <a:off x="4443413" y="4300539"/>
              <a:ext cx="74613" cy="74613"/>
            </a:xfrm>
            <a:custGeom>
              <a:avLst/>
              <a:gdLst>
                <a:gd name="T0" fmla="*/ 112 w 207"/>
                <a:gd name="T1" fmla="*/ 137 h 206"/>
                <a:gd name="T2" fmla="*/ 145 w 207"/>
                <a:gd name="T3" fmla="*/ 121 h 206"/>
                <a:gd name="T4" fmla="*/ 157 w 207"/>
                <a:gd name="T5" fmla="*/ 92 h 206"/>
                <a:gd name="T6" fmla="*/ 145 w 207"/>
                <a:gd name="T7" fmla="*/ 62 h 206"/>
                <a:gd name="T8" fmla="*/ 131 w 207"/>
                <a:gd name="T9" fmla="*/ 53 h 206"/>
                <a:gd name="T10" fmla="*/ 115 w 207"/>
                <a:gd name="T11" fmla="*/ 50 h 206"/>
                <a:gd name="T12" fmla="*/ 99 w 207"/>
                <a:gd name="T13" fmla="*/ 53 h 206"/>
                <a:gd name="T14" fmla="*/ 85 w 207"/>
                <a:gd name="T15" fmla="*/ 62 h 206"/>
                <a:gd name="T16" fmla="*/ 70 w 207"/>
                <a:gd name="T17" fmla="*/ 95 h 206"/>
                <a:gd name="T18" fmla="*/ 56 w 207"/>
                <a:gd name="T19" fmla="*/ 151 h 206"/>
                <a:gd name="T20" fmla="*/ 112 w 207"/>
                <a:gd name="T21" fmla="*/ 137 h 206"/>
                <a:gd name="T22" fmla="*/ 80 w 207"/>
                <a:gd name="T23" fmla="*/ 7 h 206"/>
                <a:gd name="T24" fmla="*/ 115 w 207"/>
                <a:gd name="T25" fmla="*/ 0 h 206"/>
                <a:gd name="T26" fmla="*/ 150 w 207"/>
                <a:gd name="T27" fmla="*/ 7 h 206"/>
                <a:gd name="T28" fmla="*/ 180 w 207"/>
                <a:gd name="T29" fmla="*/ 27 h 206"/>
                <a:gd name="T30" fmla="*/ 180 w 207"/>
                <a:gd name="T31" fmla="*/ 27 h 206"/>
                <a:gd name="T32" fmla="*/ 207 w 207"/>
                <a:gd name="T33" fmla="*/ 92 h 206"/>
                <a:gd name="T34" fmla="*/ 180 w 207"/>
                <a:gd name="T35" fmla="*/ 156 h 206"/>
                <a:gd name="T36" fmla="*/ 96 w 207"/>
                <a:gd name="T37" fmla="*/ 192 h 206"/>
                <a:gd name="T38" fmla="*/ 29 w 207"/>
                <a:gd name="T39" fmla="*/ 206 h 206"/>
                <a:gd name="T40" fmla="*/ 25 w 207"/>
                <a:gd name="T41" fmla="*/ 206 h 206"/>
                <a:gd name="T42" fmla="*/ 16 w 207"/>
                <a:gd name="T43" fmla="*/ 204 h 206"/>
                <a:gd name="T44" fmla="*/ 8 w 207"/>
                <a:gd name="T45" fmla="*/ 199 h 206"/>
                <a:gd name="T46" fmla="*/ 8 w 207"/>
                <a:gd name="T47" fmla="*/ 199 h 206"/>
                <a:gd name="T48" fmla="*/ 2 w 207"/>
                <a:gd name="T49" fmla="*/ 190 h 206"/>
                <a:gd name="T50" fmla="*/ 1 w 207"/>
                <a:gd name="T51" fmla="*/ 179 h 206"/>
                <a:gd name="T52" fmla="*/ 1 w 207"/>
                <a:gd name="T53" fmla="*/ 178 h 206"/>
                <a:gd name="T54" fmla="*/ 14 w 207"/>
                <a:gd name="T55" fmla="*/ 111 h 206"/>
                <a:gd name="T56" fmla="*/ 51 w 207"/>
                <a:gd name="T57" fmla="*/ 27 h 206"/>
                <a:gd name="T58" fmla="*/ 80 w 207"/>
                <a:gd name="T59" fmla="*/ 7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07" h="206">
                  <a:moveTo>
                    <a:pt x="112" y="137"/>
                  </a:moveTo>
                  <a:cubicBezTo>
                    <a:pt x="128" y="132"/>
                    <a:pt x="140" y="126"/>
                    <a:pt x="145" y="121"/>
                  </a:cubicBezTo>
                  <a:cubicBezTo>
                    <a:pt x="153" y="113"/>
                    <a:pt x="157" y="102"/>
                    <a:pt x="157" y="92"/>
                  </a:cubicBezTo>
                  <a:cubicBezTo>
                    <a:pt x="157" y="81"/>
                    <a:pt x="153" y="70"/>
                    <a:pt x="145" y="62"/>
                  </a:cubicBezTo>
                  <a:cubicBezTo>
                    <a:pt x="141" y="58"/>
                    <a:pt x="136" y="55"/>
                    <a:pt x="131" y="53"/>
                  </a:cubicBezTo>
                  <a:cubicBezTo>
                    <a:pt x="126" y="51"/>
                    <a:pt x="121" y="50"/>
                    <a:pt x="115" y="50"/>
                  </a:cubicBezTo>
                  <a:cubicBezTo>
                    <a:pt x="110" y="50"/>
                    <a:pt x="104" y="51"/>
                    <a:pt x="99" y="53"/>
                  </a:cubicBezTo>
                  <a:cubicBezTo>
                    <a:pt x="94" y="55"/>
                    <a:pt x="89" y="58"/>
                    <a:pt x="85" y="62"/>
                  </a:cubicBezTo>
                  <a:cubicBezTo>
                    <a:pt x="80" y="67"/>
                    <a:pt x="75" y="80"/>
                    <a:pt x="70" y="95"/>
                  </a:cubicBezTo>
                  <a:cubicBezTo>
                    <a:pt x="64" y="112"/>
                    <a:pt x="60" y="132"/>
                    <a:pt x="56" y="151"/>
                  </a:cubicBezTo>
                  <a:cubicBezTo>
                    <a:pt x="75" y="147"/>
                    <a:pt x="95" y="142"/>
                    <a:pt x="112" y="137"/>
                  </a:cubicBezTo>
                  <a:close/>
                  <a:moveTo>
                    <a:pt x="80" y="7"/>
                  </a:moveTo>
                  <a:cubicBezTo>
                    <a:pt x="91" y="3"/>
                    <a:pt x="103" y="0"/>
                    <a:pt x="115" y="0"/>
                  </a:cubicBezTo>
                  <a:cubicBezTo>
                    <a:pt x="127" y="0"/>
                    <a:pt x="139" y="3"/>
                    <a:pt x="150" y="7"/>
                  </a:cubicBezTo>
                  <a:cubicBezTo>
                    <a:pt x="161" y="12"/>
                    <a:pt x="171" y="18"/>
                    <a:pt x="180" y="27"/>
                  </a:cubicBezTo>
                  <a:lnTo>
                    <a:pt x="180" y="27"/>
                  </a:lnTo>
                  <a:cubicBezTo>
                    <a:pt x="198" y="45"/>
                    <a:pt x="207" y="68"/>
                    <a:pt x="207" y="92"/>
                  </a:cubicBezTo>
                  <a:cubicBezTo>
                    <a:pt x="207" y="115"/>
                    <a:pt x="198" y="138"/>
                    <a:pt x="180" y="156"/>
                  </a:cubicBezTo>
                  <a:cubicBezTo>
                    <a:pt x="164" y="172"/>
                    <a:pt x="129" y="184"/>
                    <a:pt x="96" y="192"/>
                  </a:cubicBezTo>
                  <a:cubicBezTo>
                    <a:pt x="65" y="200"/>
                    <a:pt x="35" y="205"/>
                    <a:pt x="29" y="206"/>
                  </a:cubicBezTo>
                  <a:lnTo>
                    <a:pt x="25" y="206"/>
                  </a:lnTo>
                  <a:cubicBezTo>
                    <a:pt x="22" y="206"/>
                    <a:pt x="19" y="206"/>
                    <a:pt x="16" y="204"/>
                  </a:cubicBezTo>
                  <a:cubicBezTo>
                    <a:pt x="13" y="203"/>
                    <a:pt x="10" y="202"/>
                    <a:pt x="8" y="199"/>
                  </a:cubicBezTo>
                  <a:lnTo>
                    <a:pt x="8" y="199"/>
                  </a:lnTo>
                  <a:cubicBezTo>
                    <a:pt x="5" y="197"/>
                    <a:pt x="3" y="193"/>
                    <a:pt x="2" y="190"/>
                  </a:cubicBezTo>
                  <a:cubicBezTo>
                    <a:pt x="1" y="186"/>
                    <a:pt x="0" y="182"/>
                    <a:pt x="1" y="179"/>
                  </a:cubicBezTo>
                  <a:lnTo>
                    <a:pt x="1" y="178"/>
                  </a:lnTo>
                  <a:cubicBezTo>
                    <a:pt x="2" y="172"/>
                    <a:pt x="6" y="142"/>
                    <a:pt x="14" y="111"/>
                  </a:cubicBezTo>
                  <a:cubicBezTo>
                    <a:pt x="23" y="78"/>
                    <a:pt x="35" y="43"/>
                    <a:pt x="51" y="27"/>
                  </a:cubicBezTo>
                  <a:cubicBezTo>
                    <a:pt x="59" y="18"/>
                    <a:pt x="70" y="12"/>
                    <a:pt x="80" y="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9" name="Group 38">
            <a:extLst>
              <a:ext uri="{FF2B5EF4-FFF2-40B4-BE49-F238E27FC236}">
                <a16:creationId xmlns:a16="http://schemas.microsoft.com/office/drawing/2014/main" id="{1C7CAA47-1BD7-88B5-1373-708D02C915B7}"/>
              </a:ext>
            </a:extLst>
          </p:cNvPr>
          <p:cNvGrpSpPr/>
          <p:nvPr/>
        </p:nvGrpSpPr>
        <p:grpSpPr>
          <a:xfrm>
            <a:off x="2525713" y="2482851"/>
            <a:ext cx="363538" cy="334963"/>
            <a:chOff x="2525713" y="2482851"/>
            <a:chExt cx="363538" cy="334963"/>
          </a:xfrm>
        </p:grpSpPr>
        <p:sp>
          <p:nvSpPr>
            <p:cNvPr id="40" name="Freeform 10">
              <a:extLst>
                <a:ext uri="{FF2B5EF4-FFF2-40B4-BE49-F238E27FC236}">
                  <a16:creationId xmlns:a16="http://schemas.microsoft.com/office/drawing/2014/main" id="{D80F63B3-A9DB-09E1-9544-225435DD26C4}"/>
                </a:ext>
              </a:extLst>
            </p:cNvPr>
            <p:cNvSpPr>
              <a:spLocks/>
            </p:cNvSpPr>
            <p:nvPr userDrawn="1"/>
          </p:nvSpPr>
          <p:spPr bwMode="auto">
            <a:xfrm>
              <a:off x="2552701" y="2482851"/>
              <a:ext cx="333375" cy="217488"/>
            </a:xfrm>
            <a:custGeom>
              <a:avLst/>
              <a:gdLst>
                <a:gd name="T0" fmla="*/ 847 w 926"/>
                <a:gd name="T1" fmla="*/ 94 h 606"/>
                <a:gd name="T2" fmla="*/ 882 w 926"/>
                <a:gd name="T3" fmla="*/ 174 h 606"/>
                <a:gd name="T4" fmla="*/ 926 w 926"/>
                <a:gd name="T5" fmla="*/ 145 h 606"/>
                <a:gd name="T6" fmla="*/ 867 w 926"/>
                <a:gd name="T7" fmla="*/ 0 h 606"/>
                <a:gd name="T8" fmla="*/ 706 w 926"/>
                <a:gd name="T9" fmla="*/ 40 h 606"/>
                <a:gd name="T10" fmla="*/ 712 w 926"/>
                <a:gd name="T11" fmla="*/ 90 h 606"/>
                <a:gd name="T12" fmla="*/ 800 w 926"/>
                <a:gd name="T13" fmla="*/ 69 h 606"/>
                <a:gd name="T14" fmla="*/ 0 w 926"/>
                <a:gd name="T15" fmla="*/ 518 h 606"/>
                <a:gd name="T16" fmla="*/ 0 w 926"/>
                <a:gd name="T17" fmla="*/ 577 h 606"/>
                <a:gd name="T18" fmla="*/ 847 w 926"/>
                <a:gd name="T19" fmla="*/ 94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606">
                  <a:moveTo>
                    <a:pt x="847" y="94"/>
                  </a:moveTo>
                  <a:lnTo>
                    <a:pt x="882" y="174"/>
                  </a:lnTo>
                  <a:lnTo>
                    <a:pt x="926" y="145"/>
                  </a:lnTo>
                  <a:lnTo>
                    <a:pt x="867" y="0"/>
                  </a:lnTo>
                  <a:lnTo>
                    <a:pt x="706" y="40"/>
                  </a:lnTo>
                  <a:lnTo>
                    <a:pt x="712" y="90"/>
                  </a:lnTo>
                  <a:lnTo>
                    <a:pt x="800" y="69"/>
                  </a:lnTo>
                  <a:cubicBezTo>
                    <a:pt x="800" y="69"/>
                    <a:pt x="420" y="573"/>
                    <a:pt x="0" y="518"/>
                  </a:cubicBezTo>
                  <a:lnTo>
                    <a:pt x="0" y="577"/>
                  </a:lnTo>
                  <a:cubicBezTo>
                    <a:pt x="519" y="606"/>
                    <a:pt x="847" y="94"/>
                    <a:pt x="847" y="94"/>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1" name="Freeform 11">
              <a:extLst>
                <a:ext uri="{FF2B5EF4-FFF2-40B4-BE49-F238E27FC236}">
                  <a16:creationId xmlns:a16="http://schemas.microsoft.com/office/drawing/2014/main" id="{3C4FC1DC-0D90-2200-C34D-26AD78249ABF}"/>
                </a:ext>
              </a:extLst>
            </p:cNvPr>
            <p:cNvSpPr>
              <a:spLocks/>
            </p:cNvSpPr>
            <p:nvPr userDrawn="1"/>
          </p:nvSpPr>
          <p:spPr bwMode="auto">
            <a:xfrm>
              <a:off x="2525713" y="2581276"/>
              <a:ext cx="363538" cy="236538"/>
            </a:xfrm>
            <a:custGeom>
              <a:avLst/>
              <a:gdLst>
                <a:gd name="T0" fmla="*/ 909 w 1009"/>
                <a:gd name="T1" fmla="*/ 596 h 655"/>
                <a:gd name="T2" fmla="*/ 909 w 1009"/>
                <a:gd name="T3" fmla="*/ 0 h 655"/>
                <a:gd name="T4" fmla="*/ 812 w 1009"/>
                <a:gd name="T5" fmla="*/ 0 h 655"/>
                <a:gd name="T6" fmla="*/ 812 w 1009"/>
                <a:gd name="T7" fmla="*/ 596 h 655"/>
                <a:gd name="T8" fmla="*/ 732 w 1009"/>
                <a:gd name="T9" fmla="*/ 596 h 655"/>
                <a:gd name="T10" fmla="*/ 732 w 1009"/>
                <a:gd name="T11" fmla="*/ 175 h 655"/>
                <a:gd name="T12" fmla="*/ 634 w 1009"/>
                <a:gd name="T13" fmla="*/ 175 h 655"/>
                <a:gd name="T14" fmla="*/ 634 w 1009"/>
                <a:gd name="T15" fmla="*/ 596 h 655"/>
                <a:gd name="T16" fmla="*/ 554 w 1009"/>
                <a:gd name="T17" fmla="*/ 596 h 655"/>
                <a:gd name="T18" fmla="*/ 554 w 1009"/>
                <a:gd name="T19" fmla="*/ 289 h 655"/>
                <a:gd name="T20" fmla="*/ 456 w 1009"/>
                <a:gd name="T21" fmla="*/ 289 h 655"/>
                <a:gd name="T22" fmla="*/ 456 w 1009"/>
                <a:gd name="T23" fmla="*/ 596 h 655"/>
                <a:gd name="T24" fmla="*/ 372 w 1009"/>
                <a:gd name="T25" fmla="*/ 596 h 655"/>
                <a:gd name="T26" fmla="*/ 372 w 1009"/>
                <a:gd name="T27" fmla="*/ 389 h 655"/>
                <a:gd name="T28" fmla="*/ 274 w 1009"/>
                <a:gd name="T29" fmla="*/ 389 h 655"/>
                <a:gd name="T30" fmla="*/ 274 w 1009"/>
                <a:gd name="T31" fmla="*/ 596 h 655"/>
                <a:gd name="T32" fmla="*/ 190 w 1009"/>
                <a:gd name="T33" fmla="*/ 596 h 655"/>
                <a:gd name="T34" fmla="*/ 190 w 1009"/>
                <a:gd name="T35" fmla="*/ 467 h 655"/>
                <a:gd name="T36" fmla="*/ 92 w 1009"/>
                <a:gd name="T37" fmla="*/ 467 h 655"/>
                <a:gd name="T38" fmla="*/ 92 w 1009"/>
                <a:gd name="T39" fmla="*/ 596 h 655"/>
                <a:gd name="T40" fmla="*/ 0 w 1009"/>
                <a:gd name="T41" fmla="*/ 596 h 655"/>
                <a:gd name="T42" fmla="*/ 0 w 1009"/>
                <a:gd name="T43" fmla="*/ 655 h 655"/>
                <a:gd name="T44" fmla="*/ 1009 w 1009"/>
                <a:gd name="T45" fmla="*/ 655 h 655"/>
                <a:gd name="T46" fmla="*/ 1009 w 1009"/>
                <a:gd name="T47" fmla="*/ 596 h 655"/>
                <a:gd name="T48" fmla="*/ 909 w 1009"/>
                <a:gd name="T49" fmla="*/ 59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09" h="655">
                  <a:moveTo>
                    <a:pt x="909" y="596"/>
                  </a:moveTo>
                  <a:lnTo>
                    <a:pt x="909" y="0"/>
                  </a:lnTo>
                  <a:lnTo>
                    <a:pt x="812" y="0"/>
                  </a:lnTo>
                  <a:lnTo>
                    <a:pt x="812" y="596"/>
                  </a:lnTo>
                  <a:lnTo>
                    <a:pt x="732" y="596"/>
                  </a:lnTo>
                  <a:lnTo>
                    <a:pt x="732" y="175"/>
                  </a:lnTo>
                  <a:lnTo>
                    <a:pt x="634" y="175"/>
                  </a:lnTo>
                  <a:lnTo>
                    <a:pt x="634" y="596"/>
                  </a:lnTo>
                  <a:lnTo>
                    <a:pt x="554" y="596"/>
                  </a:lnTo>
                  <a:lnTo>
                    <a:pt x="554" y="289"/>
                  </a:lnTo>
                  <a:lnTo>
                    <a:pt x="456" y="289"/>
                  </a:lnTo>
                  <a:lnTo>
                    <a:pt x="456" y="596"/>
                  </a:lnTo>
                  <a:lnTo>
                    <a:pt x="372" y="596"/>
                  </a:lnTo>
                  <a:lnTo>
                    <a:pt x="372" y="389"/>
                  </a:lnTo>
                  <a:lnTo>
                    <a:pt x="274" y="389"/>
                  </a:lnTo>
                  <a:lnTo>
                    <a:pt x="274" y="596"/>
                  </a:lnTo>
                  <a:lnTo>
                    <a:pt x="190" y="596"/>
                  </a:lnTo>
                  <a:lnTo>
                    <a:pt x="190" y="467"/>
                  </a:lnTo>
                  <a:lnTo>
                    <a:pt x="92" y="467"/>
                  </a:lnTo>
                  <a:lnTo>
                    <a:pt x="92" y="596"/>
                  </a:lnTo>
                  <a:lnTo>
                    <a:pt x="0" y="596"/>
                  </a:lnTo>
                  <a:lnTo>
                    <a:pt x="0" y="655"/>
                  </a:lnTo>
                  <a:lnTo>
                    <a:pt x="1009" y="655"/>
                  </a:lnTo>
                  <a:lnTo>
                    <a:pt x="1009" y="596"/>
                  </a:lnTo>
                  <a:lnTo>
                    <a:pt x="909" y="596"/>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42" name="Group 41">
            <a:extLst>
              <a:ext uri="{FF2B5EF4-FFF2-40B4-BE49-F238E27FC236}">
                <a16:creationId xmlns:a16="http://schemas.microsoft.com/office/drawing/2014/main" id="{29527C35-F87F-556C-0BFE-24C1D823CCC4}"/>
              </a:ext>
            </a:extLst>
          </p:cNvPr>
          <p:cNvGrpSpPr/>
          <p:nvPr/>
        </p:nvGrpSpPr>
        <p:grpSpPr>
          <a:xfrm>
            <a:off x="3500438" y="2482851"/>
            <a:ext cx="334963" cy="334963"/>
            <a:chOff x="3500438" y="2482851"/>
            <a:chExt cx="334963" cy="334963"/>
          </a:xfrm>
        </p:grpSpPr>
        <p:sp>
          <p:nvSpPr>
            <p:cNvPr id="43" name="Freeform 12">
              <a:extLst>
                <a:ext uri="{FF2B5EF4-FFF2-40B4-BE49-F238E27FC236}">
                  <a16:creationId xmlns:a16="http://schemas.microsoft.com/office/drawing/2014/main" id="{B1D1CE71-0010-9DD6-B871-9061C421DADC}"/>
                </a:ext>
              </a:extLst>
            </p:cNvPr>
            <p:cNvSpPr>
              <a:spLocks/>
            </p:cNvSpPr>
            <p:nvPr userDrawn="1"/>
          </p:nvSpPr>
          <p:spPr bwMode="auto">
            <a:xfrm>
              <a:off x="3500438" y="2482851"/>
              <a:ext cx="334963" cy="334963"/>
            </a:xfrm>
            <a:custGeom>
              <a:avLst/>
              <a:gdLst>
                <a:gd name="T0" fmla="*/ 863 w 931"/>
                <a:gd name="T1" fmla="*/ 223 h 931"/>
                <a:gd name="T2" fmla="*/ 810 w 931"/>
                <a:gd name="T3" fmla="*/ 280 h 931"/>
                <a:gd name="T4" fmla="*/ 857 w 931"/>
                <a:gd name="T5" fmla="*/ 465 h 931"/>
                <a:gd name="T6" fmla="*/ 466 w 931"/>
                <a:gd name="T7" fmla="*/ 857 h 931"/>
                <a:gd name="T8" fmla="*/ 74 w 931"/>
                <a:gd name="T9" fmla="*/ 465 h 931"/>
                <a:gd name="T10" fmla="*/ 466 w 931"/>
                <a:gd name="T11" fmla="*/ 74 h 931"/>
                <a:gd name="T12" fmla="*/ 650 w 931"/>
                <a:gd name="T13" fmla="*/ 121 h 931"/>
                <a:gd name="T14" fmla="*/ 708 w 931"/>
                <a:gd name="T15" fmla="*/ 68 h 931"/>
                <a:gd name="T16" fmla="*/ 466 w 931"/>
                <a:gd name="T17" fmla="*/ 0 h 931"/>
                <a:gd name="T18" fmla="*/ 0 w 931"/>
                <a:gd name="T19" fmla="*/ 465 h 931"/>
                <a:gd name="T20" fmla="*/ 466 w 931"/>
                <a:gd name="T21" fmla="*/ 931 h 931"/>
                <a:gd name="T22" fmla="*/ 931 w 931"/>
                <a:gd name="T23" fmla="*/ 465 h 931"/>
                <a:gd name="T24" fmla="*/ 863 w 931"/>
                <a:gd name="T25" fmla="*/ 223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1" h="931">
                  <a:moveTo>
                    <a:pt x="863" y="223"/>
                  </a:moveTo>
                  <a:lnTo>
                    <a:pt x="810" y="280"/>
                  </a:lnTo>
                  <a:cubicBezTo>
                    <a:pt x="840" y="335"/>
                    <a:pt x="857" y="398"/>
                    <a:pt x="857" y="465"/>
                  </a:cubicBezTo>
                  <a:cubicBezTo>
                    <a:pt x="857" y="681"/>
                    <a:pt x="682" y="857"/>
                    <a:pt x="466" y="857"/>
                  </a:cubicBezTo>
                  <a:cubicBezTo>
                    <a:pt x="249" y="857"/>
                    <a:pt x="74" y="681"/>
                    <a:pt x="74" y="465"/>
                  </a:cubicBezTo>
                  <a:cubicBezTo>
                    <a:pt x="74" y="249"/>
                    <a:pt x="249" y="74"/>
                    <a:pt x="466" y="74"/>
                  </a:cubicBezTo>
                  <a:cubicBezTo>
                    <a:pt x="532" y="74"/>
                    <a:pt x="596" y="91"/>
                    <a:pt x="650" y="121"/>
                  </a:cubicBezTo>
                  <a:lnTo>
                    <a:pt x="708" y="68"/>
                  </a:lnTo>
                  <a:cubicBezTo>
                    <a:pt x="637" y="25"/>
                    <a:pt x="554" y="0"/>
                    <a:pt x="466" y="0"/>
                  </a:cubicBezTo>
                  <a:cubicBezTo>
                    <a:pt x="209" y="0"/>
                    <a:pt x="0" y="208"/>
                    <a:pt x="0" y="465"/>
                  </a:cubicBezTo>
                  <a:cubicBezTo>
                    <a:pt x="0" y="722"/>
                    <a:pt x="209" y="931"/>
                    <a:pt x="466" y="931"/>
                  </a:cubicBezTo>
                  <a:cubicBezTo>
                    <a:pt x="723" y="931"/>
                    <a:pt x="931" y="722"/>
                    <a:pt x="931" y="465"/>
                  </a:cubicBezTo>
                  <a:cubicBezTo>
                    <a:pt x="931" y="377"/>
                    <a:pt x="906" y="294"/>
                    <a:pt x="863" y="22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4" name="Freeform 13">
              <a:extLst>
                <a:ext uri="{FF2B5EF4-FFF2-40B4-BE49-F238E27FC236}">
                  <a16:creationId xmlns:a16="http://schemas.microsoft.com/office/drawing/2014/main" id="{F50E47CE-6585-35C9-06FA-8B1263233E24}"/>
                </a:ext>
              </a:extLst>
            </p:cNvPr>
            <p:cNvSpPr>
              <a:spLocks/>
            </p:cNvSpPr>
            <p:nvPr userDrawn="1"/>
          </p:nvSpPr>
          <p:spPr bwMode="auto">
            <a:xfrm>
              <a:off x="3563938" y="2546351"/>
              <a:ext cx="207963" cy="207963"/>
            </a:xfrm>
            <a:custGeom>
              <a:avLst/>
              <a:gdLst>
                <a:gd name="T0" fmla="*/ 443 w 578"/>
                <a:gd name="T1" fmla="*/ 51 h 578"/>
                <a:gd name="T2" fmla="*/ 442 w 578"/>
                <a:gd name="T3" fmla="*/ 45 h 578"/>
                <a:gd name="T4" fmla="*/ 289 w 578"/>
                <a:gd name="T5" fmla="*/ 0 h 578"/>
                <a:gd name="T6" fmla="*/ 0 w 578"/>
                <a:gd name="T7" fmla="*/ 289 h 578"/>
                <a:gd name="T8" fmla="*/ 289 w 578"/>
                <a:gd name="T9" fmla="*/ 578 h 578"/>
                <a:gd name="T10" fmla="*/ 578 w 578"/>
                <a:gd name="T11" fmla="*/ 289 h 578"/>
                <a:gd name="T12" fmla="*/ 533 w 578"/>
                <a:gd name="T13" fmla="*/ 135 h 578"/>
                <a:gd name="T14" fmla="*/ 485 w 578"/>
                <a:gd name="T15" fmla="*/ 188 h 578"/>
                <a:gd name="T16" fmla="*/ 510 w 578"/>
                <a:gd name="T17" fmla="*/ 289 h 578"/>
                <a:gd name="T18" fmla="*/ 289 w 578"/>
                <a:gd name="T19" fmla="*/ 510 h 578"/>
                <a:gd name="T20" fmla="*/ 68 w 578"/>
                <a:gd name="T21" fmla="*/ 289 h 578"/>
                <a:gd name="T22" fmla="*/ 289 w 578"/>
                <a:gd name="T23" fmla="*/ 68 h 578"/>
                <a:gd name="T24" fmla="*/ 393 w 578"/>
                <a:gd name="T25" fmla="*/ 94 h 578"/>
                <a:gd name="T26" fmla="*/ 443 w 578"/>
                <a:gd name="T27" fmla="*/ 5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8" h="578">
                  <a:moveTo>
                    <a:pt x="443" y="51"/>
                  </a:moveTo>
                  <a:lnTo>
                    <a:pt x="442" y="45"/>
                  </a:lnTo>
                  <a:cubicBezTo>
                    <a:pt x="398" y="17"/>
                    <a:pt x="345" y="0"/>
                    <a:pt x="289" y="0"/>
                  </a:cubicBezTo>
                  <a:cubicBezTo>
                    <a:pt x="129" y="0"/>
                    <a:pt x="0" y="130"/>
                    <a:pt x="0" y="289"/>
                  </a:cubicBezTo>
                  <a:cubicBezTo>
                    <a:pt x="0" y="449"/>
                    <a:pt x="129" y="578"/>
                    <a:pt x="289" y="578"/>
                  </a:cubicBezTo>
                  <a:cubicBezTo>
                    <a:pt x="448" y="578"/>
                    <a:pt x="578" y="449"/>
                    <a:pt x="578" y="289"/>
                  </a:cubicBezTo>
                  <a:cubicBezTo>
                    <a:pt x="578" y="232"/>
                    <a:pt x="561" y="179"/>
                    <a:pt x="533" y="135"/>
                  </a:cubicBezTo>
                  <a:lnTo>
                    <a:pt x="485" y="188"/>
                  </a:lnTo>
                  <a:cubicBezTo>
                    <a:pt x="501" y="218"/>
                    <a:pt x="510" y="253"/>
                    <a:pt x="510" y="289"/>
                  </a:cubicBezTo>
                  <a:cubicBezTo>
                    <a:pt x="510" y="411"/>
                    <a:pt x="411" y="510"/>
                    <a:pt x="289" y="510"/>
                  </a:cubicBezTo>
                  <a:cubicBezTo>
                    <a:pt x="167" y="510"/>
                    <a:pt x="68" y="411"/>
                    <a:pt x="68" y="289"/>
                  </a:cubicBezTo>
                  <a:cubicBezTo>
                    <a:pt x="68" y="167"/>
                    <a:pt x="167" y="68"/>
                    <a:pt x="289" y="68"/>
                  </a:cubicBezTo>
                  <a:cubicBezTo>
                    <a:pt x="326" y="68"/>
                    <a:pt x="362" y="78"/>
                    <a:pt x="393" y="94"/>
                  </a:cubicBezTo>
                  <a:lnTo>
                    <a:pt x="443" y="51"/>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5" name="Freeform 14">
              <a:extLst>
                <a:ext uri="{FF2B5EF4-FFF2-40B4-BE49-F238E27FC236}">
                  <a16:creationId xmlns:a16="http://schemas.microsoft.com/office/drawing/2014/main" id="{68BB4572-C0D2-35FE-49EA-D1CA339A2467}"/>
                </a:ext>
              </a:extLst>
            </p:cNvPr>
            <p:cNvSpPr>
              <a:spLocks/>
            </p:cNvSpPr>
            <p:nvPr userDrawn="1"/>
          </p:nvSpPr>
          <p:spPr bwMode="auto">
            <a:xfrm>
              <a:off x="3624263" y="2606676"/>
              <a:ext cx="87313" cy="87313"/>
            </a:xfrm>
            <a:custGeom>
              <a:avLst/>
              <a:gdLst>
                <a:gd name="T0" fmla="*/ 75 w 245"/>
                <a:gd name="T1" fmla="*/ 80 h 245"/>
                <a:gd name="T2" fmla="*/ 78 w 245"/>
                <a:gd name="T3" fmla="*/ 78 h 245"/>
                <a:gd name="T4" fmla="*/ 79 w 245"/>
                <a:gd name="T5" fmla="*/ 77 h 245"/>
                <a:gd name="T6" fmla="*/ 153 w 245"/>
                <a:gd name="T7" fmla="*/ 4 h 245"/>
                <a:gd name="T8" fmla="*/ 123 w 245"/>
                <a:gd name="T9" fmla="*/ 0 h 245"/>
                <a:gd name="T10" fmla="*/ 0 w 245"/>
                <a:gd name="T11" fmla="*/ 122 h 245"/>
                <a:gd name="T12" fmla="*/ 123 w 245"/>
                <a:gd name="T13" fmla="*/ 245 h 245"/>
                <a:gd name="T14" fmla="*/ 245 w 245"/>
                <a:gd name="T15" fmla="*/ 122 h 245"/>
                <a:gd name="T16" fmla="*/ 241 w 245"/>
                <a:gd name="T17" fmla="*/ 93 h 245"/>
                <a:gd name="T18" fmla="*/ 171 w 245"/>
                <a:gd name="T19" fmla="*/ 163 h 245"/>
                <a:gd name="T20" fmla="*/ 123 w 245"/>
                <a:gd name="T21" fmla="*/ 186 h 245"/>
                <a:gd name="T22" fmla="*/ 83 w 245"/>
                <a:gd name="T23" fmla="*/ 172 h 245"/>
                <a:gd name="T24" fmla="*/ 59 w 245"/>
                <a:gd name="T25" fmla="*/ 130 h 245"/>
                <a:gd name="T26" fmla="*/ 73 w 245"/>
                <a:gd name="T27" fmla="*/ 83 h 245"/>
                <a:gd name="T28" fmla="*/ 75 w 245"/>
                <a:gd name="T29" fmla="*/ 8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5" h="245">
                  <a:moveTo>
                    <a:pt x="75" y="80"/>
                  </a:moveTo>
                  <a:lnTo>
                    <a:pt x="78" y="78"/>
                  </a:lnTo>
                  <a:cubicBezTo>
                    <a:pt x="78" y="78"/>
                    <a:pt x="78" y="77"/>
                    <a:pt x="79" y="77"/>
                  </a:cubicBezTo>
                  <a:lnTo>
                    <a:pt x="153" y="4"/>
                  </a:lnTo>
                  <a:cubicBezTo>
                    <a:pt x="143" y="2"/>
                    <a:pt x="133" y="0"/>
                    <a:pt x="123" y="0"/>
                  </a:cubicBezTo>
                  <a:cubicBezTo>
                    <a:pt x="55" y="0"/>
                    <a:pt x="0" y="55"/>
                    <a:pt x="0" y="122"/>
                  </a:cubicBezTo>
                  <a:cubicBezTo>
                    <a:pt x="0" y="190"/>
                    <a:pt x="55" y="245"/>
                    <a:pt x="123" y="245"/>
                  </a:cubicBezTo>
                  <a:cubicBezTo>
                    <a:pt x="190" y="245"/>
                    <a:pt x="245" y="190"/>
                    <a:pt x="245" y="122"/>
                  </a:cubicBezTo>
                  <a:cubicBezTo>
                    <a:pt x="245" y="112"/>
                    <a:pt x="243" y="103"/>
                    <a:pt x="241" y="93"/>
                  </a:cubicBezTo>
                  <a:lnTo>
                    <a:pt x="171" y="163"/>
                  </a:lnTo>
                  <a:cubicBezTo>
                    <a:pt x="159" y="178"/>
                    <a:pt x="141" y="186"/>
                    <a:pt x="123" y="186"/>
                  </a:cubicBezTo>
                  <a:cubicBezTo>
                    <a:pt x="109" y="186"/>
                    <a:pt x="95" y="182"/>
                    <a:pt x="83" y="172"/>
                  </a:cubicBezTo>
                  <a:cubicBezTo>
                    <a:pt x="70" y="162"/>
                    <a:pt x="61" y="147"/>
                    <a:pt x="59" y="130"/>
                  </a:cubicBezTo>
                  <a:cubicBezTo>
                    <a:pt x="57" y="113"/>
                    <a:pt x="62" y="96"/>
                    <a:pt x="73" y="83"/>
                  </a:cubicBezTo>
                  <a:lnTo>
                    <a:pt x="75" y="80"/>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6" name="Freeform 15">
              <a:extLst>
                <a:ext uri="{FF2B5EF4-FFF2-40B4-BE49-F238E27FC236}">
                  <a16:creationId xmlns:a16="http://schemas.microsoft.com/office/drawing/2014/main" id="{C4D80A6C-D073-A940-AFAE-530FF64724FC}"/>
                </a:ext>
              </a:extLst>
            </p:cNvPr>
            <p:cNvSpPr>
              <a:spLocks/>
            </p:cNvSpPr>
            <p:nvPr userDrawn="1"/>
          </p:nvSpPr>
          <p:spPr bwMode="auto">
            <a:xfrm>
              <a:off x="3654426" y="2495551"/>
              <a:ext cx="171450" cy="169863"/>
            </a:xfrm>
            <a:custGeom>
              <a:avLst/>
              <a:gdLst>
                <a:gd name="T0" fmla="*/ 223 w 477"/>
                <a:gd name="T1" fmla="*/ 202 h 470"/>
                <a:gd name="T2" fmla="*/ 12 w 477"/>
                <a:gd name="T3" fmla="*/ 408 h 470"/>
                <a:gd name="T4" fmla="*/ 17 w 477"/>
                <a:gd name="T5" fmla="*/ 458 h 470"/>
                <a:gd name="T6" fmla="*/ 68 w 477"/>
                <a:gd name="T7" fmla="*/ 452 h 470"/>
                <a:gd name="T8" fmla="*/ 274 w 477"/>
                <a:gd name="T9" fmla="*/ 245 h 470"/>
                <a:gd name="T10" fmla="*/ 335 w 477"/>
                <a:gd name="T11" fmla="*/ 250 h 470"/>
                <a:gd name="T12" fmla="*/ 477 w 477"/>
                <a:gd name="T13" fmla="*/ 108 h 470"/>
                <a:gd name="T14" fmla="*/ 372 w 477"/>
                <a:gd name="T15" fmla="*/ 101 h 470"/>
                <a:gd name="T16" fmla="*/ 355 w 477"/>
                <a:gd name="T17" fmla="*/ 0 h 470"/>
                <a:gd name="T18" fmla="*/ 216 w 477"/>
                <a:gd name="T19" fmla="*/ 137 h 470"/>
                <a:gd name="T20" fmla="*/ 223 w 477"/>
                <a:gd name="T21" fmla="*/ 202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7" h="470">
                  <a:moveTo>
                    <a:pt x="223" y="202"/>
                  </a:moveTo>
                  <a:lnTo>
                    <a:pt x="12" y="408"/>
                  </a:lnTo>
                  <a:cubicBezTo>
                    <a:pt x="0" y="424"/>
                    <a:pt x="2" y="446"/>
                    <a:pt x="17" y="458"/>
                  </a:cubicBezTo>
                  <a:cubicBezTo>
                    <a:pt x="33" y="470"/>
                    <a:pt x="55" y="468"/>
                    <a:pt x="68" y="452"/>
                  </a:cubicBezTo>
                  <a:lnTo>
                    <a:pt x="274" y="245"/>
                  </a:lnTo>
                  <a:lnTo>
                    <a:pt x="335" y="250"/>
                  </a:lnTo>
                  <a:lnTo>
                    <a:pt x="477" y="108"/>
                  </a:lnTo>
                  <a:lnTo>
                    <a:pt x="372" y="101"/>
                  </a:lnTo>
                  <a:lnTo>
                    <a:pt x="355" y="0"/>
                  </a:lnTo>
                  <a:lnTo>
                    <a:pt x="216" y="137"/>
                  </a:lnTo>
                  <a:lnTo>
                    <a:pt x="223" y="202"/>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47" name="Group 46">
            <a:extLst>
              <a:ext uri="{FF2B5EF4-FFF2-40B4-BE49-F238E27FC236}">
                <a16:creationId xmlns:a16="http://schemas.microsoft.com/office/drawing/2014/main" id="{208C2E06-B98E-695C-8133-9AE8C78F14D7}"/>
              </a:ext>
            </a:extLst>
          </p:cNvPr>
          <p:cNvGrpSpPr/>
          <p:nvPr/>
        </p:nvGrpSpPr>
        <p:grpSpPr>
          <a:xfrm>
            <a:off x="5359401" y="2481264"/>
            <a:ext cx="363538" cy="338137"/>
            <a:chOff x="5359401" y="2481264"/>
            <a:chExt cx="363538" cy="338137"/>
          </a:xfrm>
        </p:grpSpPr>
        <p:sp>
          <p:nvSpPr>
            <p:cNvPr id="48" name="Freeform 16">
              <a:extLst>
                <a:ext uri="{FF2B5EF4-FFF2-40B4-BE49-F238E27FC236}">
                  <a16:creationId xmlns:a16="http://schemas.microsoft.com/office/drawing/2014/main" id="{E0C3989A-60B8-E919-91A7-A7080FEF5979}"/>
                </a:ext>
              </a:extLst>
            </p:cNvPr>
            <p:cNvSpPr>
              <a:spLocks noEditPoints="1"/>
            </p:cNvSpPr>
            <p:nvPr userDrawn="1"/>
          </p:nvSpPr>
          <p:spPr bwMode="auto">
            <a:xfrm>
              <a:off x="5465763" y="2481264"/>
              <a:ext cx="152400" cy="152400"/>
            </a:xfrm>
            <a:custGeom>
              <a:avLst/>
              <a:gdLst>
                <a:gd name="T0" fmla="*/ 211 w 421"/>
                <a:gd name="T1" fmla="*/ 65 h 420"/>
                <a:gd name="T2" fmla="*/ 356 w 421"/>
                <a:gd name="T3" fmla="*/ 210 h 420"/>
                <a:gd name="T4" fmla="*/ 211 w 421"/>
                <a:gd name="T5" fmla="*/ 356 h 420"/>
                <a:gd name="T6" fmla="*/ 65 w 421"/>
                <a:gd name="T7" fmla="*/ 210 h 420"/>
                <a:gd name="T8" fmla="*/ 211 w 421"/>
                <a:gd name="T9" fmla="*/ 65 h 420"/>
                <a:gd name="T10" fmla="*/ 211 w 421"/>
                <a:gd name="T11" fmla="*/ 420 h 420"/>
                <a:gd name="T12" fmla="*/ 421 w 421"/>
                <a:gd name="T13" fmla="*/ 210 h 420"/>
                <a:gd name="T14" fmla="*/ 211 w 421"/>
                <a:gd name="T15" fmla="*/ 0 h 420"/>
                <a:gd name="T16" fmla="*/ 0 w 421"/>
                <a:gd name="T17" fmla="*/ 210 h 420"/>
                <a:gd name="T18" fmla="*/ 211 w 421"/>
                <a:gd name="T19" fmla="*/ 42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1" h="420">
                  <a:moveTo>
                    <a:pt x="211" y="65"/>
                  </a:moveTo>
                  <a:cubicBezTo>
                    <a:pt x="291" y="65"/>
                    <a:pt x="356" y="130"/>
                    <a:pt x="356" y="210"/>
                  </a:cubicBezTo>
                  <a:cubicBezTo>
                    <a:pt x="356" y="290"/>
                    <a:pt x="291" y="356"/>
                    <a:pt x="211" y="356"/>
                  </a:cubicBezTo>
                  <a:cubicBezTo>
                    <a:pt x="131" y="356"/>
                    <a:pt x="65" y="290"/>
                    <a:pt x="65" y="210"/>
                  </a:cubicBezTo>
                  <a:cubicBezTo>
                    <a:pt x="65" y="130"/>
                    <a:pt x="131" y="65"/>
                    <a:pt x="211" y="65"/>
                  </a:cubicBezTo>
                  <a:close/>
                  <a:moveTo>
                    <a:pt x="211" y="420"/>
                  </a:moveTo>
                  <a:cubicBezTo>
                    <a:pt x="327" y="420"/>
                    <a:pt x="421" y="326"/>
                    <a:pt x="421" y="210"/>
                  </a:cubicBezTo>
                  <a:cubicBezTo>
                    <a:pt x="421" y="94"/>
                    <a:pt x="327" y="0"/>
                    <a:pt x="211" y="0"/>
                  </a:cubicBezTo>
                  <a:cubicBezTo>
                    <a:pt x="95" y="0"/>
                    <a:pt x="0" y="94"/>
                    <a:pt x="0" y="210"/>
                  </a:cubicBezTo>
                  <a:cubicBezTo>
                    <a:pt x="0" y="326"/>
                    <a:pt x="95" y="420"/>
                    <a:pt x="211" y="42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9" name="Freeform 17">
              <a:extLst>
                <a:ext uri="{FF2B5EF4-FFF2-40B4-BE49-F238E27FC236}">
                  <a16:creationId xmlns:a16="http://schemas.microsoft.com/office/drawing/2014/main" id="{3233EBD2-FEBB-AED4-29FC-4D48BDBCAD9B}"/>
                </a:ext>
              </a:extLst>
            </p:cNvPr>
            <p:cNvSpPr>
              <a:spLocks noEditPoints="1"/>
            </p:cNvSpPr>
            <p:nvPr userDrawn="1"/>
          </p:nvSpPr>
          <p:spPr bwMode="auto">
            <a:xfrm>
              <a:off x="5429251" y="2636839"/>
              <a:ext cx="230188" cy="147638"/>
            </a:xfrm>
            <a:custGeom>
              <a:avLst/>
              <a:gdLst>
                <a:gd name="T0" fmla="*/ 93 w 636"/>
                <a:gd name="T1" fmla="*/ 115 h 407"/>
                <a:gd name="T2" fmla="*/ 282 w 636"/>
                <a:gd name="T3" fmla="*/ 62 h 407"/>
                <a:gd name="T4" fmla="*/ 321 w 636"/>
                <a:gd name="T5" fmla="*/ 67 h 407"/>
                <a:gd name="T6" fmla="*/ 324 w 636"/>
                <a:gd name="T7" fmla="*/ 67 h 407"/>
                <a:gd name="T8" fmla="*/ 363 w 636"/>
                <a:gd name="T9" fmla="*/ 62 h 407"/>
                <a:gd name="T10" fmla="*/ 551 w 636"/>
                <a:gd name="T11" fmla="*/ 115 h 407"/>
                <a:gd name="T12" fmla="*/ 561 w 636"/>
                <a:gd name="T13" fmla="*/ 275 h 407"/>
                <a:gd name="T14" fmla="*/ 561 w 636"/>
                <a:gd name="T15" fmla="*/ 275 h 407"/>
                <a:gd name="T16" fmla="*/ 326 w 636"/>
                <a:gd name="T17" fmla="*/ 339 h 407"/>
                <a:gd name="T18" fmla="*/ 319 w 636"/>
                <a:gd name="T19" fmla="*/ 339 h 407"/>
                <a:gd name="T20" fmla="*/ 84 w 636"/>
                <a:gd name="T21" fmla="*/ 275 h 407"/>
                <a:gd name="T22" fmla="*/ 93 w 636"/>
                <a:gd name="T23" fmla="*/ 115 h 407"/>
                <a:gd name="T24" fmla="*/ 281 w 636"/>
                <a:gd name="T25" fmla="*/ 396 h 407"/>
                <a:gd name="T26" fmla="*/ 313 w 636"/>
                <a:gd name="T27" fmla="*/ 395 h 407"/>
                <a:gd name="T28" fmla="*/ 322 w 636"/>
                <a:gd name="T29" fmla="*/ 395 h 407"/>
                <a:gd name="T30" fmla="*/ 627 w 636"/>
                <a:gd name="T31" fmla="*/ 299 h 407"/>
                <a:gd name="T32" fmla="*/ 614 w 636"/>
                <a:gd name="T33" fmla="*/ 78 h 407"/>
                <a:gd name="T34" fmla="*/ 614 w 636"/>
                <a:gd name="T35" fmla="*/ 76 h 407"/>
                <a:gd name="T36" fmla="*/ 612 w 636"/>
                <a:gd name="T37" fmla="*/ 75 h 407"/>
                <a:gd name="T38" fmla="*/ 368 w 636"/>
                <a:gd name="T39" fmla="*/ 0 h 407"/>
                <a:gd name="T40" fmla="*/ 366 w 636"/>
                <a:gd name="T41" fmla="*/ 0 h 407"/>
                <a:gd name="T42" fmla="*/ 365 w 636"/>
                <a:gd name="T43" fmla="*/ 0 h 407"/>
                <a:gd name="T44" fmla="*/ 320 w 636"/>
                <a:gd name="T45" fmla="*/ 7 h 407"/>
                <a:gd name="T46" fmla="*/ 316 w 636"/>
                <a:gd name="T47" fmla="*/ 7 h 407"/>
                <a:gd name="T48" fmla="*/ 271 w 636"/>
                <a:gd name="T49" fmla="*/ 0 h 407"/>
                <a:gd name="T50" fmla="*/ 270 w 636"/>
                <a:gd name="T51" fmla="*/ 0 h 407"/>
                <a:gd name="T52" fmla="*/ 268 w 636"/>
                <a:gd name="T53" fmla="*/ 0 h 407"/>
                <a:gd name="T54" fmla="*/ 24 w 636"/>
                <a:gd name="T55" fmla="*/ 75 h 407"/>
                <a:gd name="T56" fmla="*/ 22 w 636"/>
                <a:gd name="T57" fmla="*/ 76 h 407"/>
                <a:gd name="T58" fmla="*/ 22 w 636"/>
                <a:gd name="T59" fmla="*/ 78 h 407"/>
                <a:gd name="T60" fmla="*/ 9 w 636"/>
                <a:gd name="T61" fmla="*/ 299 h 407"/>
                <a:gd name="T62" fmla="*/ 281 w 636"/>
                <a:gd name="T63" fmla="*/ 396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6" h="407">
                  <a:moveTo>
                    <a:pt x="93" y="115"/>
                  </a:moveTo>
                  <a:cubicBezTo>
                    <a:pt x="146" y="81"/>
                    <a:pt x="268" y="64"/>
                    <a:pt x="282" y="62"/>
                  </a:cubicBezTo>
                  <a:cubicBezTo>
                    <a:pt x="286" y="64"/>
                    <a:pt x="298" y="67"/>
                    <a:pt x="321" y="67"/>
                  </a:cubicBezTo>
                  <a:lnTo>
                    <a:pt x="324" y="67"/>
                  </a:lnTo>
                  <a:cubicBezTo>
                    <a:pt x="347" y="67"/>
                    <a:pt x="358" y="64"/>
                    <a:pt x="363" y="62"/>
                  </a:cubicBezTo>
                  <a:cubicBezTo>
                    <a:pt x="377" y="64"/>
                    <a:pt x="499" y="81"/>
                    <a:pt x="551" y="115"/>
                  </a:cubicBezTo>
                  <a:cubicBezTo>
                    <a:pt x="554" y="129"/>
                    <a:pt x="567" y="206"/>
                    <a:pt x="561" y="275"/>
                  </a:cubicBezTo>
                  <a:lnTo>
                    <a:pt x="561" y="275"/>
                  </a:lnTo>
                  <a:cubicBezTo>
                    <a:pt x="556" y="335"/>
                    <a:pt x="390" y="341"/>
                    <a:pt x="326" y="339"/>
                  </a:cubicBezTo>
                  <a:lnTo>
                    <a:pt x="319" y="339"/>
                  </a:lnTo>
                  <a:cubicBezTo>
                    <a:pt x="255" y="341"/>
                    <a:pt x="89" y="335"/>
                    <a:pt x="84" y="275"/>
                  </a:cubicBezTo>
                  <a:cubicBezTo>
                    <a:pt x="77" y="206"/>
                    <a:pt x="91" y="129"/>
                    <a:pt x="93" y="115"/>
                  </a:cubicBezTo>
                  <a:close/>
                  <a:moveTo>
                    <a:pt x="281" y="396"/>
                  </a:moveTo>
                  <a:cubicBezTo>
                    <a:pt x="299" y="396"/>
                    <a:pt x="311" y="395"/>
                    <a:pt x="313" y="395"/>
                  </a:cubicBezTo>
                  <a:lnTo>
                    <a:pt x="322" y="395"/>
                  </a:lnTo>
                  <a:cubicBezTo>
                    <a:pt x="334" y="396"/>
                    <a:pt x="618" y="407"/>
                    <a:pt x="627" y="299"/>
                  </a:cubicBezTo>
                  <a:cubicBezTo>
                    <a:pt x="636" y="195"/>
                    <a:pt x="614" y="79"/>
                    <a:pt x="614" y="78"/>
                  </a:cubicBezTo>
                  <a:lnTo>
                    <a:pt x="614" y="76"/>
                  </a:lnTo>
                  <a:lnTo>
                    <a:pt x="612" y="75"/>
                  </a:lnTo>
                  <a:cubicBezTo>
                    <a:pt x="542" y="24"/>
                    <a:pt x="375" y="1"/>
                    <a:pt x="368" y="0"/>
                  </a:cubicBezTo>
                  <a:lnTo>
                    <a:pt x="366" y="0"/>
                  </a:lnTo>
                  <a:lnTo>
                    <a:pt x="365" y="0"/>
                  </a:lnTo>
                  <a:cubicBezTo>
                    <a:pt x="365" y="0"/>
                    <a:pt x="352" y="7"/>
                    <a:pt x="320" y="7"/>
                  </a:cubicBezTo>
                  <a:lnTo>
                    <a:pt x="316" y="7"/>
                  </a:lnTo>
                  <a:cubicBezTo>
                    <a:pt x="284" y="7"/>
                    <a:pt x="271" y="0"/>
                    <a:pt x="271" y="0"/>
                  </a:cubicBezTo>
                  <a:lnTo>
                    <a:pt x="270" y="0"/>
                  </a:lnTo>
                  <a:lnTo>
                    <a:pt x="268" y="0"/>
                  </a:lnTo>
                  <a:cubicBezTo>
                    <a:pt x="261" y="1"/>
                    <a:pt x="94" y="24"/>
                    <a:pt x="24" y="75"/>
                  </a:cubicBezTo>
                  <a:lnTo>
                    <a:pt x="22" y="76"/>
                  </a:lnTo>
                  <a:lnTo>
                    <a:pt x="22" y="78"/>
                  </a:lnTo>
                  <a:cubicBezTo>
                    <a:pt x="22" y="79"/>
                    <a:pt x="0" y="195"/>
                    <a:pt x="9" y="299"/>
                  </a:cubicBezTo>
                  <a:cubicBezTo>
                    <a:pt x="17" y="387"/>
                    <a:pt x="205" y="396"/>
                    <a:pt x="281" y="396"/>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50" name="Freeform 18">
              <a:extLst>
                <a:ext uri="{FF2B5EF4-FFF2-40B4-BE49-F238E27FC236}">
                  <a16:creationId xmlns:a16="http://schemas.microsoft.com/office/drawing/2014/main" id="{67DA19EE-7D56-E55E-559E-57CC3D84CDCE}"/>
                </a:ext>
              </a:extLst>
            </p:cNvPr>
            <p:cNvSpPr>
              <a:spLocks/>
            </p:cNvSpPr>
            <p:nvPr userDrawn="1"/>
          </p:nvSpPr>
          <p:spPr bwMode="auto">
            <a:xfrm>
              <a:off x="5359401" y="2689226"/>
              <a:ext cx="363538" cy="130175"/>
            </a:xfrm>
            <a:custGeom>
              <a:avLst/>
              <a:gdLst>
                <a:gd name="T0" fmla="*/ 859 w 1005"/>
                <a:gd name="T1" fmla="*/ 5 h 361"/>
                <a:gd name="T2" fmla="*/ 859 w 1005"/>
                <a:gd name="T3" fmla="*/ 62 h 361"/>
                <a:gd name="T4" fmla="*/ 943 w 1005"/>
                <a:gd name="T5" fmla="*/ 153 h 361"/>
                <a:gd name="T6" fmla="*/ 503 w 1005"/>
                <a:gd name="T7" fmla="*/ 307 h 361"/>
                <a:gd name="T8" fmla="*/ 62 w 1005"/>
                <a:gd name="T9" fmla="*/ 153 h 361"/>
                <a:gd name="T10" fmla="*/ 158 w 1005"/>
                <a:gd name="T11" fmla="*/ 58 h 361"/>
                <a:gd name="T12" fmla="*/ 158 w 1005"/>
                <a:gd name="T13" fmla="*/ 0 h 361"/>
                <a:gd name="T14" fmla="*/ 0 w 1005"/>
                <a:gd name="T15" fmla="*/ 153 h 361"/>
                <a:gd name="T16" fmla="*/ 503 w 1005"/>
                <a:gd name="T17" fmla="*/ 361 h 361"/>
                <a:gd name="T18" fmla="*/ 1005 w 1005"/>
                <a:gd name="T19" fmla="*/ 153 h 361"/>
                <a:gd name="T20" fmla="*/ 859 w 1005"/>
                <a:gd name="T21" fmla="*/ 5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05" h="361">
                  <a:moveTo>
                    <a:pt x="859" y="5"/>
                  </a:moveTo>
                  <a:lnTo>
                    <a:pt x="859" y="62"/>
                  </a:lnTo>
                  <a:cubicBezTo>
                    <a:pt x="919" y="90"/>
                    <a:pt x="943" y="121"/>
                    <a:pt x="943" y="153"/>
                  </a:cubicBezTo>
                  <a:cubicBezTo>
                    <a:pt x="943" y="226"/>
                    <a:pt x="762" y="307"/>
                    <a:pt x="503" y="307"/>
                  </a:cubicBezTo>
                  <a:cubicBezTo>
                    <a:pt x="243" y="307"/>
                    <a:pt x="62" y="226"/>
                    <a:pt x="62" y="153"/>
                  </a:cubicBezTo>
                  <a:cubicBezTo>
                    <a:pt x="62" y="119"/>
                    <a:pt x="89" y="87"/>
                    <a:pt x="158" y="58"/>
                  </a:cubicBezTo>
                  <a:lnTo>
                    <a:pt x="158" y="0"/>
                  </a:lnTo>
                  <a:cubicBezTo>
                    <a:pt x="65" y="38"/>
                    <a:pt x="0" y="96"/>
                    <a:pt x="0" y="153"/>
                  </a:cubicBezTo>
                  <a:cubicBezTo>
                    <a:pt x="0" y="270"/>
                    <a:pt x="221" y="361"/>
                    <a:pt x="503" y="361"/>
                  </a:cubicBezTo>
                  <a:cubicBezTo>
                    <a:pt x="785" y="361"/>
                    <a:pt x="1005" y="270"/>
                    <a:pt x="1005" y="153"/>
                  </a:cubicBezTo>
                  <a:cubicBezTo>
                    <a:pt x="1005" y="100"/>
                    <a:pt x="941" y="43"/>
                    <a:pt x="859" y="5"/>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51" name="Group 50">
            <a:extLst>
              <a:ext uri="{FF2B5EF4-FFF2-40B4-BE49-F238E27FC236}">
                <a16:creationId xmlns:a16="http://schemas.microsoft.com/office/drawing/2014/main" id="{FE25F32A-E491-C78C-3F5C-15D72A1D7E40}"/>
              </a:ext>
            </a:extLst>
          </p:cNvPr>
          <p:cNvGrpSpPr/>
          <p:nvPr/>
        </p:nvGrpSpPr>
        <p:grpSpPr>
          <a:xfrm>
            <a:off x="4430713" y="2479676"/>
            <a:ext cx="319088" cy="341313"/>
            <a:chOff x="4430713" y="2479676"/>
            <a:chExt cx="319088" cy="341313"/>
          </a:xfrm>
        </p:grpSpPr>
        <p:sp>
          <p:nvSpPr>
            <p:cNvPr id="52" name="Freeform 19">
              <a:extLst>
                <a:ext uri="{FF2B5EF4-FFF2-40B4-BE49-F238E27FC236}">
                  <a16:creationId xmlns:a16="http://schemas.microsoft.com/office/drawing/2014/main" id="{3CED8DF6-CEDC-8242-9FE2-1D97A74286A0}"/>
                </a:ext>
              </a:extLst>
            </p:cNvPr>
            <p:cNvSpPr>
              <a:spLocks/>
            </p:cNvSpPr>
            <p:nvPr userDrawn="1"/>
          </p:nvSpPr>
          <p:spPr bwMode="auto">
            <a:xfrm>
              <a:off x="4430713" y="2479676"/>
              <a:ext cx="319088" cy="341313"/>
            </a:xfrm>
            <a:custGeom>
              <a:avLst/>
              <a:gdLst>
                <a:gd name="T0" fmla="*/ 268 w 883"/>
                <a:gd name="T1" fmla="*/ 834 h 945"/>
                <a:gd name="T2" fmla="*/ 70 w 883"/>
                <a:gd name="T3" fmla="*/ 758 h 945"/>
                <a:gd name="T4" fmla="*/ 76 w 883"/>
                <a:gd name="T5" fmla="*/ 755 h 945"/>
                <a:gd name="T6" fmla="*/ 341 w 883"/>
                <a:gd name="T7" fmla="*/ 763 h 945"/>
                <a:gd name="T8" fmla="*/ 130 w 883"/>
                <a:gd name="T9" fmla="*/ 602 h 945"/>
                <a:gd name="T10" fmla="*/ 135 w 883"/>
                <a:gd name="T11" fmla="*/ 595 h 945"/>
                <a:gd name="T12" fmla="*/ 369 w 883"/>
                <a:gd name="T13" fmla="*/ 674 h 945"/>
                <a:gd name="T14" fmla="*/ 381 w 883"/>
                <a:gd name="T15" fmla="*/ 591 h 945"/>
                <a:gd name="T16" fmla="*/ 213 w 883"/>
                <a:gd name="T17" fmla="*/ 451 h 945"/>
                <a:gd name="T18" fmla="*/ 220 w 883"/>
                <a:gd name="T19" fmla="*/ 447 h 945"/>
                <a:gd name="T20" fmla="*/ 437 w 883"/>
                <a:gd name="T21" fmla="*/ 566 h 945"/>
                <a:gd name="T22" fmla="*/ 463 w 883"/>
                <a:gd name="T23" fmla="*/ 487 h 945"/>
                <a:gd name="T24" fmla="*/ 322 w 883"/>
                <a:gd name="T25" fmla="*/ 321 h 945"/>
                <a:gd name="T26" fmla="*/ 330 w 883"/>
                <a:gd name="T27" fmla="*/ 319 h 945"/>
                <a:gd name="T28" fmla="*/ 555 w 883"/>
                <a:gd name="T29" fmla="*/ 458 h 945"/>
                <a:gd name="T30" fmla="*/ 453 w 883"/>
                <a:gd name="T31" fmla="*/ 213 h 945"/>
                <a:gd name="T32" fmla="*/ 454 w 883"/>
                <a:gd name="T33" fmla="*/ 207 h 945"/>
                <a:gd name="T34" fmla="*/ 460 w 883"/>
                <a:gd name="T35" fmla="*/ 209 h 945"/>
                <a:gd name="T36" fmla="*/ 653 w 883"/>
                <a:gd name="T37" fmla="*/ 379 h 945"/>
                <a:gd name="T38" fmla="*/ 592 w 883"/>
                <a:gd name="T39" fmla="*/ 100 h 945"/>
                <a:gd name="T40" fmla="*/ 601 w 883"/>
                <a:gd name="T41" fmla="*/ 97 h 945"/>
                <a:gd name="T42" fmla="*/ 757 w 883"/>
                <a:gd name="T43" fmla="*/ 301 h 945"/>
                <a:gd name="T44" fmla="*/ 760 w 883"/>
                <a:gd name="T45" fmla="*/ 83 h 945"/>
                <a:gd name="T46" fmla="*/ 753 w 883"/>
                <a:gd name="T47" fmla="*/ 6 h 945"/>
                <a:gd name="T48" fmla="*/ 692 w 883"/>
                <a:gd name="T49" fmla="*/ 62 h 945"/>
                <a:gd name="T50" fmla="*/ 746 w 883"/>
                <a:gd name="T51" fmla="*/ 256 h 945"/>
                <a:gd name="T52" fmla="*/ 738 w 883"/>
                <a:gd name="T53" fmla="*/ 259 h 945"/>
                <a:gd name="T54" fmla="*/ 613 w 883"/>
                <a:gd name="T55" fmla="*/ 56 h 945"/>
                <a:gd name="T56" fmla="*/ 555 w 883"/>
                <a:gd name="T57" fmla="*/ 115 h 945"/>
                <a:gd name="T58" fmla="*/ 633 w 883"/>
                <a:gd name="T59" fmla="*/ 344 h 945"/>
                <a:gd name="T60" fmla="*/ 494 w 883"/>
                <a:gd name="T61" fmla="*/ 186 h 945"/>
                <a:gd name="T62" fmla="*/ 431 w 883"/>
                <a:gd name="T63" fmla="*/ 173 h 945"/>
                <a:gd name="T64" fmla="*/ 419 w 883"/>
                <a:gd name="T65" fmla="*/ 236 h 945"/>
                <a:gd name="T66" fmla="*/ 528 w 883"/>
                <a:gd name="T67" fmla="*/ 427 h 945"/>
                <a:gd name="T68" fmla="*/ 359 w 883"/>
                <a:gd name="T69" fmla="*/ 290 h 945"/>
                <a:gd name="T70" fmla="*/ 295 w 883"/>
                <a:gd name="T71" fmla="*/ 288 h 945"/>
                <a:gd name="T72" fmla="*/ 436 w 883"/>
                <a:gd name="T73" fmla="*/ 518 h 945"/>
                <a:gd name="T74" fmla="*/ 433 w 883"/>
                <a:gd name="T75" fmla="*/ 525 h 945"/>
                <a:gd name="T76" fmla="*/ 243 w 883"/>
                <a:gd name="T77" fmla="*/ 413 h 945"/>
                <a:gd name="T78" fmla="*/ 180 w 883"/>
                <a:gd name="T79" fmla="*/ 425 h 945"/>
                <a:gd name="T80" fmla="*/ 192 w 883"/>
                <a:gd name="T81" fmla="*/ 488 h 945"/>
                <a:gd name="T82" fmla="*/ 361 w 883"/>
                <a:gd name="T83" fmla="*/ 632 h 945"/>
                <a:gd name="T84" fmla="*/ 152 w 883"/>
                <a:gd name="T85" fmla="*/ 558 h 945"/>
                <a:gd name="T86" fmla="*/ 91 w 883"/>
                <a:gd name="T87" fmla="*/ 579 h 945"/>
                <a:gd name="T88" fmla="*/ 112 w 883"/>
                <a:gd name="T89" fmla="*/ 639 h 945"/>
                <a:gd name="T90" fmla="*/ 302 w 883"/>
                <a:gd name="T91" fmla="*/ 750 h 945"/>
                <a:gd name="T92" fmla="*/ 86 w 883"/>
                <a:gd name="T93" fmla="*/ 715 h 945"/>
                <a:gd name="T94" fmla="*/ 62 w 883"/>
                <a:gd name="T95" fmla="*/ 803 h 945"/>
                <a:gd name="T96" fmla="*/ 258 w 883"/>
                <a:gd name="T97" fmla="*/ 878 h 945"/>
                <a:gd name="T98" fmla="*/ 79 w 883"/>
                <a:gd name="T99" fmla="*/ 881 h 945"/>
                <a:gd name="T100" fmla="*/ 0 w 883"/>
                <a:gd name="T101" fmla="*/ 903 h 945"/>
                <a:gd name="T102" fmla="*/ 80 w 883"/>
                <a:gd name="T103" fmla="*/ 923 h 945"/>
                <a:gd name="T104" fmla="*/ 883 w 883"/>
                <a:gd name="T105" fmla="*/ 881 h 9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83" h="945">
                  <a:moveTo>
                    <a:pt x="299" y="881"/>
                  </a:moveTo>
                  <a:cubicBezTo>
                    <a:pt x="301" y="860"/>
                    <a:pt x="288" y="840"/>
                    <a:pt x="268" y="834"/>
                  </a:cubicBezTo>
                  <a:cubicBezTo>
                    <a:pt x="260" y="831"/>
                    <a:pt x="87" y="768"/>
                    <a:pt x="74" y="763"/>
                  </a:cubicBezTo>
                  <a:cubicBezTo>
                    <a:pt x="71" y="763"/>
                    <a:pt x="69" y="760"/>
                    <a:pt x="70" y="758"/>
                  </a:cubicBezTo>
                  <a:cubicBezTo>
                    <a:pt x="70" y="757"/>
                    <a:pt x="71" y="756"/>
                    <a:pt x="72" y="755"/>
                  </a:cubicBezTo>
                  <a:cubicBezTo>
                    <a:pt x="73" y="755"/>
                    <a:pt x="74" y="755"/>
                    <a:pt x="76" y="755"/>
                  </a:cubicBezTo>
                  <a:lnTo>
                    <a:pt x="284" y="791"/>
                  </a:lnTo>
                  <a:cubicBezTo>
                    <a:pt x="307" y="799"/>
                    <a:pt x="333" y="786"/>
                    <a:pt x="341" y="763"/>
                  </a:cubicBezTo>
                  <a:cubicBezTo>
                    <a:pt x="348" y="741"/>
                    <a:pt x="338" y="719"/>
                    <a:pt x="314" y="706"/>
                  </a:cubicBezTo>
                  <a:lnTo>
                    <a:pt x="130" y="602"/>
                  </a:lnTo>
                  <a:cubicBezTo>
                    <a:pt x="128" y="601"/>
                    <a:pt x="127" y="599"/>
                    <a:pt x="128" y="596"/>
                  </a:cubicBezTo>
                  <a:cubicBezTo>
                    <a:pt x="129" y="594"/>
                    <a:pt x="132" y="593"/>
                    <a:pt x="135" y="595"/>
                  </a:cubicBezTo>
                  <a:lnTo>
                    <a:pt x="335" y="669"/>
                  </a:lnTo>
                  <a:cubicBezTo>
                    <a:pt x="345" y="675"/>
                    <a:pt x="358" y="677"/>
                    <a:pt x="369" y="674"/>
                  </a:cubicBezTo>
                  <a:cubicBezTo>
                    <a:pt x="381" y="670"/>
                    <a:pt x="390" y="663"/>
                    <a:pt x="396" y="652"/>
                  </a:cubicBezTo>
                  <a:cubicBezTo>
                    <a:pt x="409" y="631"/>
                    <a:pt x="401" y="603"/>
                    <a:pt x="381" y="591"/>
                  </a:cubicBezTo>
                  <a:lnTo>
                    <a:pt x="215" y="454"/>
                  </a:lnTo>
                  <a:cubicBezTo>
                    <a:pt x="214" y="454"/>
                    <a:pt x="214" y="453"/>
                    <a:pt x="213" y="451"/>
                  </a:cubicBezTo>
                  <a:cubicBezTo>
                    <a:pt x="213" y="450"/>
                    <a:pt x="213" y="449"/>
                    <a:pt x="214" y="448"/>
                  </a:cubicBezTo>
                  <a:cubicBezTo>
                    <a:pt x="216" y="446"/>
                    <a:pt x="218" y="446"/>
                    <a:pt x="220" y="447"/>
                  </a:cubicBezTo>
                  <a:lnTo>
                    <a:pt x="404" y="555"/>
                  </a:lnTo>
                  <a:cubicBezTo>
                    <a:pt x="413" y="563"/>
                    <a:pt x="425" y="567"/>
                    <a:pt x="437" y="566"/>
                  </a:cubicBezTo>
                  <a:cubicBezTo>
                    <a:pt x="449" y="565"/>
                    <a:pt x="460" y="559"/>
                    <a:pt x="468" y="550"/>
                  </a:cubicBezTo>
                  <a:cubicBezTo>
                    <a:pt x="483" y="532"/>
                    <a:pt x="481" y="506"/>
                    <a:pt x="463" y="487"/>
                  </a:cubicBezTo>
                  <a:lnTo>
                    <a:pt x="323" y="324"/>
                  </a:lnTo>
                  <a:cubicBezTo>
                    <a:pt x="322" y="323"/>
                    <a:pt x="322" y="322"/>
                    <a:pt x="322" y="321"/>
                  </a:cubicBezTo>
                  <a:cubicBezTo>
                    <a:pt x="322" y="320"/>
                    <a:pt x="322" y="319"/>
                    <a:pt x="323" y="318"/>
                  </a:cubicBezTo>
                  <a:cubicBezTo>
                    <a:pt x="325" y="316"/>
                    <a:pt x="328" y="316"/>
                    <a:pt x="330" y="319"/>
                  </a:cubicBezTo>
                  <a:lnTo>
                    <a:pt x="491" y="453"/>
                  </a:lnTo>
                  <a:cubicBezTo>
                    <a:pt x="507" y="472"/>
                    <a:pt x="536" y="474"/>
                    <a:pt x="555" y="458"/>
                  </a:cubicBezTo>
                  <a:cubicBezTo>
                    <a:pt x="572" y="443"/>
                    <a:pt x="575" y="417"/>
                    <a:pt x="560" y="395"/>
                  </a:cubicBezTo>
                  <a:lnTo>
                    <a:pt x="453" y="213"/>
                  </a:lnTo>
                  <a:cubicBezTo>
                    <a:pt x="452" y="212"/>
                    <a:pt x="452" y="211"/>
                    <a:pt x="452" y="210"/>
                  </a:cubicBezTo>
                  <a:cubicBezTo>
                    <a:pt x="453" y="209"/>
                    <a:pt x="453" y="208"/>
                    <a:pt x="454" y="207"/>
                  </a:cubicBezTo>
                  <a:cubicBezTo>
                    <a:pt x="455" y="206"/>
                    <a:pt x="456" y="206"/>
                    <a:pt x="458" y="206"/>
                  </a:cubicBezTo>
                  <a:cubicBezTo>
                    <a:pt x="459" y="207"/>
                    <a:pt x="460" y="207"/>
                    <a:pt x="460" y="209"/>
                  </a:cubicBezTo>
                  <a:lnTo>
                    <a:pt x="592" y="366"/>
                  </a:lnTo>
                  <a:cubicBezTo>
                    <a:pt x="609" y="386"/>
                    <a:pt x="633" y="391"/>
                    <a:pt x="653" y="379"/>
                  </a:cubicBezTo>
                  <a:cubicBezTo>
                    <a:pt x="673" y="368"/>
                    <a:pt x="680" y="344"/>
                    <a:pt x="670" y="319"/>
                  </a:cubicBezTo>
                  <a:cubicBezTo>
                    <a:pt x="661" y="294"/>
                    <a:pt x="593" y="102"/>
                    <a:pt x="592" y="100"/>
                  </a:cubicBezTo>
                  <a:cubicBezTo>
                    <a:pt x="591" y="97"/>
                    <a:pt x="592" y="95"/>
                    <a:pt x="595" y="94"/>
                  </a:cubicBezTo>
                  <a:cubicBezTo>
                    <a:pt x="597" y="93"/>
                    <a:pt x="599" y="94"/>
                    <a:pt x="601" y="97"/>
                  </a:cubicBezTo>
                  <a:lnTo>
                    <a:pt x="700" y="277"/>
                  </a:lnTo>
                  <a:cubicBezTo>
                    <a:pt x="713" y="299"/>
                    <a:pt x="735" y="309"/>
                    <a:pt x="757" y="301"/>
                  </a:cubicBezTo>
                  <a:cubicBezTo>
                    <a:pt x="779" y="293"/>
                    <a:pt x="790" y="271"/>
                    <a:pt x="785" y="244"/>
                  </a:cubicBezTo>
                  <a:cubicBezTo>
                    <a:pt x="781" y="219"/>
                    <a:pt x="767" y="129"/>
                    <a:pt x="760" y="83"/>
                  </a:cubicBezTo>
                  <a:cubicBezTo>
                    <a:pt x="776" y="71"/>
                    <a:pt x="784" y="51"/>
                    <a:pt x="777" y="31"/>
                  </a:cubicBezTo>
                  <a:cubicBezTo>
                    <a:pt x="773" y="20"/>
                    <a:pt x="765" y="11"/>
                    <a:pt x="753" y="6"/>
                  </a:cubicBezTo>
                  <a:cubicBezTo>
                    <a:pt x="743" y="1"/>
                    <a:pt x="731" y="0"/>
                    <a:pt x="719" y="4"/>
                  </a:cubicBezTo>
                  <a:cubicBezTo>
                    <a:pt x="696" y="13"/>
                    <a:pt x="684" y="39"/>
                    <a:pt x="692" y="62"/>
                  </a:cubicBezTo>
                  <a:cubicBezTo>
                    <a:pt x="697" y="75"/>
                    <a:pt x="707" y="85"/>
                    <a:pt x="721" y="89"/>
                  </a:cubicBezTo>
                  <a:cubicBezTo>
                    <a:pt x="725" y="117"/>
                    <a:pt x="744" y="239"/>
                    <a:pt x="746" y="256"/>
                  </a:cubicBezTo>
                  <a:cubicBezTo>
                    <a:pt x="746" y="257"/>
                    <a:pt x="747" y="261"/>
                    <a:pt x="744" y="262"/>
                  </a:cubicBezTo>
                  <a:cubicBezTo>
                    <a:pt x="741" y="263"/>
                    <a:pt x="739" y="260"/>
                    <a:pt x="738" y="259"/>
                  </a:cubicBezTo>
                  <a:lnTo>
                    <a:pt x="638" y="80"/>
                  </a:lnTo>
                  <a:cubicBezTo>
                    <a:pt x="633" y="69"/>
                    <a:pt x="624" y="61"/>
                    <a:pt x="613" y="56"/>
                  </a:cubicBezTo>
                  <a:cubicBezTo>
                    <a:pt x="602" y="52"/>
                    <a:pt x="590" y="52"/>
                    <a:pt x="578" y="56"/>
                  </a:cubicBezTo>
                  <a:cubicBezTo>
                    <a:pt x="556" y="66"/>
                    <a:pt x="545" y="93"/>
                    <a:pt x="555" y="115"/>
                  </a:cubicBezTo>
                  <a:cubicBezTo>
                    <a:pt x="557" y="124"/>
                    <a:pt x="629" y="323"/>
                    <a:pt x="634" y="337"/>
                  </a:cubicBezTo>
                  <a:cubicBezTo>
                    <a:pt x="635" y="338"/>
                    <a:pt x="636" y="342"/>
                    <a:pt x="633" y="344"/>
                  </a:cubicBezTo>
                  <a:cubicBezTo>
                    <a:pt x="631" y="346"/>
                    <a:pt x="627" y="343"/>
                    <a:pt x="626" y="342"/>
                  </a:cubicBezTo>
                  <a:lnTo>
                    <a:pt x="494" y="186"/>
                  </a:lnTo>
                  <a:cubicBezTo>
                    <a:pt x="487" y="175"/>
                    <a:pt x="477" y="169"/>
                    <a:pt x="465" y="166"/>
                  </a:cubicBezTo>
                  <a:cubicBezTo>
                    <a:pt x="454" y="164"/>
                    <a:pt x="442" y="167"/>
                    <a:pt x="431" y="173"/>
                  </a:cubicBezTo>
                  <a:cubicBezTo>
                    <a:pt x="421" y="180"/>
                    <a:pt x="415" y="190"/>
                    <a:pt x="412" y="202"/>
                  </a:cubicBezTo>
                  <a:cubicBezTo>
                    <a:pt x="410" y="214"/>
                    <a:pt x="412" y="226"/>
                    <a:pt x="419" y="236"/>
                  </a:cubicBezTo>
                  <a:cubicBezTo>
                    <a:pt x="423" y="242"/>
                    <a:pt x="517" y="404"/>
                    <a:pt x="528" y="420"/>
                  </a:cubicBezTo>
                  <a:cubicBezTo>
                    <a:pt x="530" y="422"/>
                    <a:pt x="530" y="425"/>
                    <a:pt x="528" y="427"/>
                  </a:cubicBezTo>
                  <a:cubicBezTo>
                    <a:pt x="526" y="428"/>
                    <a:pt x="524" y="427"/>
                    <a:pt x="521" y="425"/>
                  </a:cubicBezTo>
                  <a:lnTo>
                    <a:pt x="359" y="290"/>
                  </a:lnTo>
                  <a:cubicBezTo>
                    <a:pt x="350" y="281"/>
                    <a:pt x="339" y="276"/>
                    <a:pt x="327" y="276"/>
                  </a:cubicBezTo>
                  <a:cubicBezTo>
                    <a:pt x="315" y="276"/>
                    <a:pt x="304" y="280"/>
                    <a:pt x="295" y="288"/>
                  </a:cubicBezTo>
                  <a:cubicBezTo>
                    <a:pt x="277" y="305"/>
                    <a:pt x="276" y="334"/>
                    <a:pt x="293" y="352"/>
                  </a:cubicBezTo>
                  <a:lnTo>
                    <a:pt x="436" y="518"/>
                  </a:lnTo>
                  <a:cubicBezTo>
                    <a:pt x="438" y="519"/>
                    <a:pt x="438" y="522"/>
                    <a:pt x="437" y="524"/>
                  </a:cubicBezTo>
                  <a:cubicBezTo>
                    <a:pt x="436" y="525"/>
                    <a:pt x="435" y="525"/>
                    <a:pt x="433" y="525"/>
                  </a:cubicBezTo>
                  <a:cubicBezTo>
                    <a:pt x="433" y="525"/>
                    <a:pt x="431" y="525"/>
                    <a:pt x="429" y="524"/>
                  </a:cubicBezTo>
                  <a:lnTo>
                    <a:pt x="243" y="413"/>
                  </a:lnTo>
                  <a:cubicBezTo>
                    <a:pt x="233" y="407"/>
                    <a:pt x="221" y="404"/>
                    <a:pt x="209" y="406"/>
                  </a:cubicBezTo>
                  <a:cubicBezTo>
                    <a:pt x="197" y="409"/>
                    <a:pt x="187" y="415"/>
                    <a:pt x="180" y="425"/>
                  </a:cubicBezTo>
                  <a:cubicBezTo>
                    <a:pt x="173" y="435"/>
                    <a:pt x="171" y="447"/>
                    <a:pt x="173" y="459"/>
                  </a:cubicBezTo>
                  <a:cubicBezTo>
                    <a:pt x="175" y="471"/>
                    <a:pt x="182" y="481"/>
                    <a:pt x="192" y="488"/>
                  </a:cubicBezTo>
                  <a:lnTo>
                    <a:pt x="360" y="626"/>
                  </a:lnTo>
                  <a:cubicBezTo>
                    <a:pt x="362" y="627"/>
                    <a:pt x="362" y="630"/>
                    <a:pt x="361" y="632"/>
                  </a:cubicBezTo>
                  <a:cubicBezTo>
                    <a:pt x="360" y="634"/>
                    <a:pt x="357" y="635"/>
                    <a:pt x="354" y="633"/>
                  </a:cubicBezTo>
                  <a:lnTo>
                    <a:pt x="152" y="558"/>
                  </a:lnTo>
                  <a:cubicBezTo>
                    <a:pt x="141" y="552"/>
                    <a:pt x="129" y="552"/>
                    <a:pt x="117" y="556"/>
                  </a:cubicBezTo>
                  <a:cubicBezTo>
                    <a:pt x="106" y="560"/>
                    <a:pt x="97" y="568"/>
                    <a:pt x="91" y="579"/>
                  </a:cubicBezTo>
                  <a:cubicBezTo>
                    <a:pt x="86" y="590"/>
                    <a:pt x="86" y="602"/>
                    <a:pt x="90" y="613"/>
                  </a:cubicBezTo>
                  <a:cubicBezTo>
                    <a:pt x="94" y="625"/>
                    <a:pt x="102" y="634"/>
                    <a:pt x="112" y="639"/>
                  </a:cubicBezTo>
                  <a:lnTo>
                    <a:pt x="300" y="744"/>
                  </a:lnTo>
                  <a:cubicBezTo>
                    <a:pt x="302" y="745"/>
                    <a:pt x="303" y="747"/>
                    <a:pt x="302" y="750"/>
                  </a:cubicBezTo>
                  <a:cubicBezTo>
                    <a:pt x="301" y="752"/>
                    <a:pt x="299" y="753"/>
                    <a:pt x="296" y="752"/>
                  </a:cubicBezTo>
                  <a:lnTo>
                    <a:pt x="86" y="715"/>
                  </a:lnTo>
                  <a:cubicBezTo>
                    <a:pt x="62" y="709"/>
                    <a:pt x="37" y="724"/>
                    <a:pt x="30" y="748"/>
                  </a:cubicBezTo>
                  <a:cubicBezTo>
                    <a:pt x="25" y="772"/>
                    <a:pt x="39" y="797"/>
                    <a:pt x="62" y="803"/>
                  </a:cubicBezTo>
                  <a:lnTo>
                    <a:pt x="256" y="873"/>
                  </a:lnTo>
                  <a:cubicBezTo>
                    <a:pt x="258" y="873"/>
                    <a:pt x="259" y="876"/>
                    <a:pt x="258" y="878"/>
                  </a:cubicBezTo>
                  <a:cubicBezTo>
                    <a:pt x="258" y="880"/>
                    <a:pt x="256" y="881"/>
                    <a:pt x="252" y="881"/>
                  </a:cubicBezTo>
                  <a:lnTo>
                    <a:pt x="79" y="881"/>
                  </a:lnTo>
                  <a:cubicBezTo>
                    <a:pt x="71" y="868"/>
                    <a:pt x="58" y="860"/>
                    <a:pt x="42" y="860"/>
                  </a:cubicBezTo>
                  <a:cubicBezTo>
                    <a:pt x="19" y="860"/>
                    <a:pt x="0" y="879"/>
                    <a:pt x="0" y="903"/>
                  </a:cubicBezTo>
                  <a:cubicBezTo>
                    <a:pt x="0" y="926"/>
                    <a:pt x="19" y="945"/>
                    <a:pt x="42" y="945"/>
                  </a:cubicBezTo>
                  <a:cubicBezTo>
                    <a:pt x="59" y="945"/>
                    <a:pt x="73" y="936"/>
                    <a:pt x="80" y="923"/>
                  </a:cubicBezTo>
                  <a:lnTo>
                    <a:pt x="883" y="923"/>
                  </a:lnTo>
                  <a:lnTo>
                    <a:pt x="883" y="881"/>
                  </a:lnTo>
                  <a:lnTo>
                    <a:pt x="299" y="881"/>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53" name="Freeform 20">
              <a:extLst>
                <a:ext uri="{FF2B5EF4-FFF2-40B4-BE49-F238E27FC236}">
                  <a16:creationId xmlns:a16="http://schemas.microsoft.com/office/drawing/2014/main" id="{4E68EB97-8465-53F8-AB9B-B7D40AE6AE1B}"/>
                </a:ext>
              </a:extLst>
            </p:cNvPr>
            <p:cNvSpPr>
              <a:spLocks/>
            </p:cNvSpPr>
            <p:nvPr userDrawn="1"/>
          </p:nvSpPr>
          <p:spPr bwMode="auto">
            <a:xfrm>
              <a:off x="4613276" y="2643189"/>
              <a:ext cx="112713" cy="142875"/>
            </a:xfrm>
            <a:custGeom>
              <a:avLst/>
              <a:gdLst>
                <a:gd name="T0" fmla="*/ 284 w 314"/>
                <a:gd name="T1" fmla="*/ 156 h 394"/>
                <a:gd name="T2" fmla="*/ 314 w 314"/>
                <a:gd name="T3" fmla="*/ 71 h 394"/>
                <a:gd name="T4" fmla="*/ 256 w 314"/>
                <a:gd name="T5" fmla="*/ 0 h 394"/>
                <a:gd name="T6" fmla="*/ 224 w 314"/>
                <a:gd name="T7" fmla="*/ 28 h 394"/>
                <a:gd name="T8" fmla="*/ 254 w 314"/>
                <a:gd name="T9" fmla="*/ 61 h 394"/>
                <a:gd name="T10" fmla="*/ 59 w 314"/>
                <a:gd name="T11" fmla="*/ 338 h 394"/>
                <a:gd name="T12" fmla="*/ 16 w 314"/>
                <a:gd name="T13" fmla="*/ 320 h 394"/>
                <a:gd name="T14" fmla="*/ 0 w 314"/>
                <a:gd name="T15" fmla="*/ 359 h 394"/>
                <a:gd name="T16" fmla="*/ 87 w 314"/>
                <a:gd name="T17" fmla="*/ 394 h 394"/>
                <a:gd name="T18" fmla="*/ 156 w 314"/>
                <a:gd name="T19" fmla="*/ 334 h 394"/>
                <a:gd name="T20" fmla="*/ 131 w 314"/>
                <a:gd name="T21" fmla="*/ 304 h 394"/>
                <a:gd name="T22" fmla="*/ 100 w 314"/>
                <a:gd name="T23" fmla="*/ 327 h 394"/>
                <a:gd name="T24" fmla="*/ 155 w 314"/>
                <a:gd name="T25" fmla="*/ 175 h 394"/>
                <a:gd name="T26" fmla="*/ 258 w 314"/>
                <a:gd name="T27" fmla="*/ 106 h 394"/>
                <a:gd name="T28" fmla="*/ 244 w 314"/>
                <a:gd name="T29" fmla="*/ 142 h 394"/>
                <a:gd name="T30" fmla="*/ 284 w 314"/>
                <a:gd name="T31" fmla="*/ 156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4" h="394">
                  <a:moveTo>
                    <a:pt x="284" y="156"/>
                  </a:moveTo>
                  <a:lnTo>
                    <a:pt x="314" y="71"/>
                  </a:lnTo>
                  <a:lnTo>
                    <a:pt x="256" y="0"/>
                  </a:lnTo>
                  <a:lnTo>
                    <a:pt x="224" y="28"/>
                  </a:lnTo>
                  <a:lnTo>
                    <a:pt x="254" y="61"/>
                  </a:lnTo>
                  <a:cubicBezTo>
                    <a:pt x="210" y="75"/>
                    <a:pt x="54" y="138"/>
                    <a:pt x="59" y="338"/>
                  </a:cubicBezTo>
                  <a:lnTo>
                    <a:pt x="16" y="320"/>
                  </a:lnTo>
                  <a:lnTo>
                    <a:pt x="0" y="359"/>
                  </a:lnTo>
                  <a:lnTo>
                    <a:pt x="87" y="394"/>
                  </a:lnTo>
                  <a:lnTo>
                    <a:pt x="156" y="334"/>
                  </a:lnTo>
                  <a:lnTo>
                    <a:pt x="131" y="304"/>
                  </a:lnTo>
                  <a:lnTo>
                    <a:pt x="100" y="327"/>
                  </a:lnTo>
                  <a:cubicBezTo>
                    <a:pt x="102" y="296"/>
                    <a:pt x="111" y="222"/>
                    <a:pt x="155" y="175"/>
                  </a:cubicBezTo>
                  <a:cubicBezTo>
                    <a:pt x="196" y="132"/>
                    <a:pt x="237" y="113"/>
                    <a:pt x="258" y="106"/>
                  </a:cubicBezTo>
                  <a:lnTo>
                    <a:pt x="244" y="142"/>
                  </a:lnTo>
                  <a:lnTo>
                    <a:pt x="284" y="156"/>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54" name="Group 53">
            <a:extLst>
              <a:ext uri="{FF2B5EF4-FFF2-40B4-BE49-F238E27FC236}">
                <a16:creationId xmlns:a16="http://schemas.microsoft.com/office/drawing/2014/main" id="{50005EFB-5706-E018-DFFD-1257B8414835}"/>
              </a:ext>
            </a:extLst>
          </p:cNvPr>
          <p:cNvGrpSpPr/>
          <p:nvPr/>
        </p:nvGrpSpPr>
        <p:grpSpPr>
          <a:xfrm>
            <a:off x="3460751" y="1681164"/>
            <a:ext cx="396875" cy="346075"/>
            <a:chOff x="3460751" y="1681164"/>
            <a:chExt cx="396875" cy="346075"/>
          </a:xfrm>
        </p:grpSpPr>
        <p:sp>
          <p:nvSpPr>
            <p:cNvPr id="55" name="Freeform 21">
              <a:extLst>
                <a:ext uri="{FF2B5EF4-FFF2-40B4-BE49-F238E27FC236}">
                  <a16:creationId xmlns:a16="http://schemas.microsoft.com/office/drawing/2014/main" id="{DC6CD9FF-2C50-DD21-E6A6-20BFA2C56238}"/>
                </a:ext>
              </a:extLst>
            </p:cNvPr>
            <p:cNvSpPr>
              <a:spLocks/>
            </p:cNvSpPr>
            <p:nvPr userDrawn="1"/>
          </p:nvSpPr>
          <p:spPr bwMode="auto">
            <a:xfrm>
              <a:off x="3460751" y="1681164"/>
              <a:ext cx="396875" cy="346075"/>
            </a:xfrm>
            <a:custGeom>
              <a:avLst/>
              <a:gdLst>
                <a:gd name="T0" fmla="*/ 1073 w 1102"/>
                <a:gd name="T1" fmla="*/ 503 h 957"/>
                <a:gd name="T2" fmla="*/ 973 w 1102"/>
                <a:gd name="T3" fmla="*/ 555 h 957"/>
                <a:gd name="T4" fmla="*/ 948 w 1102"/>
                <a:gd name="T5" fmla="*/ 315 h 957"/>
                <a:gd name="T6" fmla="*/ 700 w 1102"/>
                <a:gd name="T7" fmla="*/ 51 h 957"/>
                <a:gd name="T8" fmla="*/ 389 w 1102"/>
                <a:gd name="T9" fmla="*/ 30 h 957"/>
                <a:gd name="T10" fmla="*/ 219 w 1102"/>
                <a:gd name="T11" fmla="*/ 11 h 957"/>
                <a:gd name="T12" fmla="*/ 212 w 1102"/>
                <a:gd name="T13" fmla="*/ 75 h 957"/>
                <a:gd name="T14" fmla="*/ 273 w 1102"/>
                <a:gd name="T15" fmla="*/ 81 h 957"/>
                <a:gd name="T16" fmla="*/ 82 w 1102"/>
                <a:gd name="T17" fmla="*/ 654 h 957"/>
                <a:gd name="T18" fmla="*/ 84 w 1102"/>
                <a:gd name="T19" fmla="*/ 661 h 957"/>
                <a:gd name="T20" fmla="*/ 146 w 1102"/>
                <a:gd name="T21" fmla="*/ 638 h 957"/>
                <a:gd name="T22" fmla="*/ 144 w 1102"/>
                <a:gd name="T23" fmla="*/ 631 h 957"/>
                <a:gd name="T24" fmla="*/ 359 w 1102"/>
                <a:gd name="T25" fmla="*/ 111 h 957"/>
                <a:gd name="T26" fmla="*/ 345 w 1102"/>
                <a:gd name="T27" fmla="*/ 239 h 957"/>
                <a:gd name="T28" fmla="*/ 410 w 1102"/>
                <a:gd name="T29" fmla="*/ 246 h 957"/>
                <a:gd name="T30" fmla="*/ 428 w 1102"/>
                <a:gd name="T31" fmla="*/ 88 h 957"/>
                <a:gd name="T32" fmla="*/ 674 w 1102"/>
                <a:gd name="T33" fmla="*/ 112 h 957"/>
                <a:gd name="T34" fmla="*/ 886 w 1102"/>
                <a:gd name="T35" fmla="*/ 338 h 957"/>
                <a:gd name="T36" fmla="*/ 911 w 1102"/>
                <a:gd name="T37" fmla="*/ 518 h 957"/>
                <a:gd name="T38" fmla="*/ 870 w 1102"/>
                <a:gd name="T39" fmla="*/ 441 h 957"/>
                <a:gd name="T40" fmla="*/ 812 w 1102"/>
                <a:gd name="T41" fmla="*/ 472 h 957"/>
                <a:gd name="T42" fmla="*/ 890 w 1102"/>
                <a:gd name="T43" fmla="*/ 619 h 957"/>
                <a:gd name="T44" fmla="*/ 658 w 1102"/>
                <a:gd name="T45" fmla="*/ 864 h 957"/>
                <a:gd name="T46" fmla="*/ 268 w 1102"/>
                <a:gd name="T47" fmla="*/ 803 h 957"/>
                <a:gd name="T48" fmla="*/ 367 w 1102"/>
                <a:gd name="T49" fmla="*/ 803 h 957"/>
                <a:gd name="T50" fmla="*/ 367 w 1102"/>
                <a:gd name="T51" fmla="*/ 737 h 957"/>
                <a:gd name="T52" fmla="*/ 154 w 1102"/>
                <a:gd name="T53" fmla="*/ 737 h 957"/>
                <a:gd name="T54" fmla="*/ 154 w 1102"/>
                <a:gd name="T55" fmla="*/ 953 h 957"/>
                <a:gd name="T56" fmla="*/ 220 w 1102"/>
                <a:gd name="T57" fmla="*/ 953 h 957"/>
                <a:gd name="T58" fmla="*/ 220 w 1102"/>
                <a:gd name="T59" fmla="*/ 849 h 957"/>
                <a:gd name="T60" fmla="*/ 515 w 1102"/>
                <a:gd name="T61" fmla="*/ 957 h 957"/>
                <a:gd name="T62" fmla="*/ 681 w 1102"/>
                <a:gd name="T63" fmla="*/ 926 h 957"/>
                <a:gd name="T64" fmla="*/ 953 w 1102"/>
                <a:gd name="T65" fmla="*/ 638 h 957"/>
                <a:gd name="T66" fmla="*/ 1102 w 1102"/>
                <a:gd name="T67" fmla="*/ 559 h 957"/>
                <a:gd name="T68" fmla="*/ 1073 w 1102"/>
                <a:gd name="T69" fmla="*/ 503 h 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02" h="957">
                  <a:moveTo>
                    <a:pt x="1073" y="503"/>
                  </a:moveTo>
                  <a:lnTo>
                    <a:pt x="973" y="555"/>
                  </a:lnTo>
                  <a:cubicBezTo>
                    <a:pt x="985" y="477"/>
                    <a:pt x="978" y="394"/>
                    <a:pt x="948" y="315"/>
                  </a:cubicBezTo>
                  <a:cubicBezTo>
                    <a:pt x="903" y="196"/>
                    <a:pt x="815" y="102"/>
                    <a:pt x="700" y="51"/>
                  </a:cubicBezTo>
                  <a:cubicBezTo>
                    <a:pt x="601" y="7"/>
                    <a:pt x="492" y="0"/>
                    <a:pt x="389" y="30"/>
                  </a:cubicBezTo>
                  <a:lnTo>
                    <a:pt x="219" y="11"/>
                  </a:lnTo>
                  <a:lnTo>
                    <a:pt x="212" y="75"/>
                  </a:lnTo>
                  <a:lnTo>
                    <a:pt x="273" y="81"/>
                  </a:lnTo>
                  <a:cubicBezTo>
                    <a:pt x="86" y="198"/>
                    <a:pt x="0" y="438"/>
                    <a:pt x="82" y="654"/>
                  </a:cubicBezTo>
                  <a:lnTo>
                    <a:pt x="84" y="661"/>
                  </a:lnTo>
                  <a:lnTo>
                    <a:pt x="146" y="638"/>
                  </a:lnTo>
                  <a:lnTo>
                    <a:pt x="144" y="631"/>
                  </a:lnTo>
                  <a:cubicBezTo>
                    <a:pt x="66" y="426"/>
                    <a:pt x="163" y="196"/>
                    <a:pt x="359" y="111"/>
                  </a:cubicBezTo>
                  <a:lnTo>
                    <a:pt x="345" y="239"/>
                  </a:lnTo>
                  <a:lnTo>
                    <a:pt x="410" y="246"/>
                  </a:lnTo>
                  <a:lnTo>
                    <a:pt x="428" y="88"/>
                  </a:lnTo>
                  <a:cubicBezTo>
                    <a:pt x="510" y="69"/>
                    <a:pt x="595" y="77"/>
                    <a:pt x="674" y="112"/>
                  </a:cubicBezTo>
                  <a:cubicBezTo>
                    <a:pt x="772" y="155"/>
                    <a:pt x="847" y="236"/>
                    <a:pt x="886" y="338"/>
                  </a:cubicBezTo>
                  <a:cubicBezTo>
                    <a:pt x="908" y="397"/>
                    <a:pt x="916" y="459"/>
                    <a:pt x="911" y="518"/>
                  </a:cubicBezTo>
                  <a:lnTo>
                    <a:pt x="870" y="441"/>
                  </a:lnTo>
                  <a:lnTo>
                    <a:pt x="812" y="472"/>
                  </a:lnTo>
                  <a:lnTo>
                    <a:pt x="890" y="619"/>
                  </a:lnTo>
                  <a:cubicBezTo>
                    <a:pt x="852" y="728"/>
                    <a:pt x="771" y="820"/>
                    <a:pt x="658" y="864"/>
                  </a:cubicBezTo>
                  <a:cubicBezTo>
                    <a:pt x="526" y="916"/>
                    <a:pt x="378" y="892"/>
                    <a:pt x="268" y="803"/>
                  </a:cubicBezTo>
                  <a:lnTo>
                    <a:pt x="367" y="803"/>
                  </a:lnTo>
                  <a:lnTo>
                    <a:pt x="367" y="737"/>
                  </a:lnTo>
                  <a:lnTo>
                    <a:pt x="154" y="737"/>
                  </a:lnTo>
                  <a:lnTo>
                    <a:pt x="154" y="953"/>
                  </a:lnTo>
                  <a:lnTo>
                    <a:pt x="220" y="953"/>
                  </a:lnTo>
                  <a:lnTo>
                    <a:pt x="220" y="849"/>
                  </a:lnTo>
                  <a:cubicBezTo>
                    <a:pt x="303" y="919"/>
                    <a:pt x="408" y="957"/>
                    <a:pt x="515" y="957"/>
                  </a:cubicBezTo>
                  <a:cubicBezTo>
                    <a:pt x="572" y="957"/>
                    <a:pt x="628" y="947"/>
                    <a:pt x="681" y="926"/>
                  </a:cubicBezTo>
                  <a:cubicBezTo>
                    <a:pt x="814" y="873"/>
                    <a:pt x="910" y="766"/>
                    <a:pt x="953" y="638"/>
                  </a:cubicBezTo>
                  <a:lnTo>
                    <a:pt x="1102" y="559"/>
                  </a:lnTo>
                  <a:lnTo>
                    <a:pt x="1073" y="503"/>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56" name="Freeform 22">
              <a:extLst>
                <a:ext uri="{FF2B5EF4-FFF2-40B4-BE49-F238E27FC236}">
                  <a16:creationId xmlns:a16="http://schemas.microsoft.com/office/drawing/2014/main" id="{73287898-2FC5-4618-82E3-C66DDA03B9E3}"/>
                </a:ext>
              </a:extLst>
            </p:cNvPr>
            <p:cNvSpPr>
              <a:spLocks noEditPoints="1"/>
            </p:cNvSpPr>
            <p:nvPr userDrawn="1"/>
          </p:nvSpPr>
          <p:spPr bwMode="auto">
            <a:xfrm>
              <a:off x="3548063" y="1755776"/>
              <a:ext cx="196850" cy="185738"/>
            </a:xfrm>
            <a:custGeom>
              <a:avLst/>
              <a:gdLst>
                <a:gd name="T0" fmla="*/ 57 w 544"/>
                <a:gd name="T1" fmla="*/ 214 h 514"/>
                <a:gd name="T2" fmla="*/ 49 w 544"/>
                <a:gd name="T3" fmla="*/ 221 h 514"/>
                <a:gd name="T4" fmla="*/ 53 w 544"/>
                <a:gd name="T5" fmla="*/ 228 h 514"/>
                <a:gd name="T6" fmla="*/ 178 w 544"/>
                <a:gd name="T7" fmla="*/ 303 h 514"/>
                <a:gd name="T8" fmla="*/ 130 w 544"/>
                <a:gd name="T9" fmla="*/ 446 h 514"/>
                <a:gd name="T10" fmla="*/ 135 w 544"/>
                <a:gd name="T11" fmla="*/ 456 h 514"/>
                <a:gd name="T12" fmla="*/ 142 w 544"/>
                <a:gd name="T13" fmla="*/ 455 h 514"/>
                <a:gd name="T14" fmla="*/ 268 w 544"/>
                <a:gd name="T15" fmla="*/ 366 h 514"/>
                <a:gd name="T16" fmla="*/ 394 w 544"/>
                <a:gd name="T17" fmla="*/ 455 h 514"/>
                <a:gd name="T18" fmla="*/ 405 w 544"/>
                <a:gd name="T19" fmla="*/ 453 h 514"/>
                <a:gd name="T20" fmla="*/ 406 w 544"/>
                <a:gd name="T21" fmla="*/ 446 h 514"/>
                <a:gd name="T22" fmla="*/ 358 w 544"/>
                <a:gd name="T23" fmla="*/ 303 h 514"/>
                <a:gd name="T24" fmla="*/ 483 w 544"/>
                <a:gd name="T25" fmla="*/ 228 h 514"/>
                <a:gd name="T26" fmla="*/ 485 w 544"/>
                <a:gd name="T27" fmla="*/ 217 h 514"/>
                <a:gd name="T28" fmla="*/ 479 w 544"/>
                <a:gd name="T29" fmla="*/ 214 h 514"/>
                <a:gd name="T30" fmla="*/ 324 w 544"/>
                <a:gd name="T31" fmla="*/ 214 h 514"/>
                <a:gd name="T32" fmla="*/ 275 w 544"/>
                <a:gd name="T33" fmla="*/ 57 h 514"/>
                <a:gd name="T34" fmla="*/ 272 w 544"/>
                <a:gd name="T35" fmla="*/ 52 h 514"/>
                <a:gd name="T36" fmla="*/ 266 w 544"/>
                <a:gd name="T37" fmla="*/ 52 h 514"/>
                <a:gd name="T38" fmla="*/ 261 w 544"/>
                <a:gd name="T39" fmla="*/ 57 h 514"/>
                <a:gd name="T40" fmla="*/ 213 w 544"/>
                <a:gd name="T41" fmla="*/ 214 h 514"/>
                <a:gd name="T42" fmla="*/ 57 w 544"/>
                <a:gd name="T43" fmla="*/ 214 h 514"/>
                <a:gd name="T44" fmla="*/ 137 w 544"/>
                <a:gd name="T45" fmla="*/ 506 h 514"/>
                <a:gd name="T46" fmla="*/ 119 w 544"/>
                <a:gd name="T47" fmla="*/ 503 h 514"/>
                <a:gd name="T48" fmla="*/ 84 w 544"/>
                <a:gd name="T49" fmla="*/ 431 h 514"/>
                <a:gd name="T50" fmla="*/ 119 w 544"/>
                <a:gd name="T51" fmla="*/ 325 h 514"/>
                <a:gd name="T52" fmla="*/ 28 w 544"/>
                <a:gd name="T53" fmla="*/ 270 h 514"/>
                <a:gd name="T54" fmla="*/ 0 w 544"/>
                <a:gd name="T55" fmla="*/ 221 h 514"/>
                <a:gd name="T56" fmla="*/ 57 w 544"/>
                <a:gd name="T57" fmla="*/ 164 h 514"/>
                <a:gd name="T58" fmla="*/ 176 w 544"/>
                <a:gd name="T59" fmla="*/ 164 h 514"/>
                <a:gd name="T60" fmla="*/ 213 w 544"/>
                <a:gd name="T61" fmla="*/ 42 h 514"/>
                <a:gd name="T62" fmla="*/ 251 w 544"/>
                <a:gd name="T63" fmla="*/ 4 h 514"/>
                <a:gd name="T64" fmla="*/ 295 w 544"/>
                <a:gd name="T65" fmla="*/ 9 h 514"/>
                <a:gd name="T66" fmla="*/ 323 w 544"/>
                <a:gd name="T67" fmla="*/ 42 h 514"/>
                <a:gd name="T68" fmla="*/ 360 w 544"/>
                <a:gd name="T69" fmla="*/ 164 h 514"/>
                <a:gd name="T70" fmla="*/ 479 w 544"/>
                <a:gd name="T71" fmla="*/ 164 h 514"/>
                <a:gd name="T72" fmla="*/ 528 w 544"/>
                <a:gd name="T73" fmla="*/ 192 h 514"/>
                <a:gd name="T74" fmla="*/ 528 w 544"/>
                <a:gd name="T75" fmla="*/ 192 h 514"/>
                <a:gd name="T76" fmla="*/ 508 w 544"/>
                <a:gd name="T77" fmla="*/ 270 h 514"/>
                <a:gd name="T78" fmla="*/ 418 w 544"/>
                <a:gd name="T79" fmla="*/ 325 h 514"/>
                <a:gd name="T80" fmla="*/ 453 w 544"/>
                <a:gd name="T81" fmla="*/ 431 h 514"/>
                <a:gd name="T82" fmla="*/ 445 w 544"/>
                <a:gd name="T83" fmla="*/ 482 h 514"/>
                <a:gd name="T84" fmla="*/ 366 w 544"/>
                <a:gd name="T85" fmla="*/ 495 h 514"/>
                <a:gd name="T86" fmla="*/ 268 w 544"/>
                <a:gd name="T87" fmla="*/ 427 h 514"/>
                <a:gd name="T88" fmla="*/ 171 w 544"/>
                <a:gd name="T89" fmla="*/ 495 h 514"/>
                <a:gd name="T90" fmla="*/ 137 w 544"/>
                <a:gd name="T91" fmla="*/ 506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44" h="514">
                  <a:moveTo>
                    <a:pt x="57" y="214"/>
                  </a:moveTo>
                  <a:cubicBezTo>
                    <a:pt x="53" y="214"/>
                    <a:pt x="49" y="217"/>
                    <a:pt x="49" y="221"/>
                  </a:cubicBezTo>
                  <a:cubicBezTo>
                    <a:pt x="49" y="224"/>
                    <a:pt x="51" y="227"/>
                    <a:pt x="53" y="228"/>
                  </a:cubicBezTo>
                  <a:lnTo>
                    <a:pt x="178" y="303"/>
                  </a:lnTo>
                  <a:lnTo>
                    <a:pt x="130" y="446"/>
                  </a:lnTo>
                  <a:cubicBezTo>
                    <a:pt x="129" y="450"/>
                    <a:pt x="131" y="455"/>
                    <a:pt x="135" y="456"/>
                  </a:cubicBezTo>
                  <a:cubicBezTo>
                    <a:pt x="137" y="457"/>
                    <a:pt x="140" y="456"/>
                    <a:pt x="142" y="455"/>
                  </a:cubicBezTo>
                  <a:lnTo>
                    <a:pt x="268" y="366"/>
                  </a:lnTo>
                  <a:lnTo>
                    <a:pt x="394" y="455"/>
                  </a:lnTo>
                  <a:cubicBezTo>
                    <a:pt x="397" y="458"/>
                    <a:pt x="402" y="457"/>
                    <a:pt x="405" y="453"/>
                  </a:cubicBezTo>
                  <a:cubicBezTo>
                    <a:pt x="406" y="451"/>
                    <a:pt x="406" y="449"/>
                    <a:pt x="406" y="446"/>
                  </a:cubicBezTo>
                  <a:lnTo>
                    <a:pt x="358" y="303"/>
                  </a:lnTo>
                  <a:lnTo>
                    <a:pt x="483" y="228"/>
                  </a:lnTo>
                  <a:cubicBezTo>
                    <a:pt x="486" y="226"/>
                    <a:pt x="488" y="221"/>
                    <a:pt x="485" y="217"/>
                  </a:cubicBezTo>
                  <a:cubicBezTo>
                    <a:pt x="484" y="215"/>
                    <a:pt x="482" y="214"/>
                    <a:pt x="479" y="214"/>
                  </a:cubicBezTo>
                  <a:lnTo>
                    <a:pt x="324" y="214"/>
                  </a:lnTo>
                  <a:lnTo>
                    <a:pt x="275" y="57"/>
                  </a:lnTo>
                  <a:cubicBezTo>
                    <a:pt x="275" y="54"/>
                    <a:pt x="273" y="53"/>
                    <a:pt x="272" y="52"/>
                  </a:cubicBezTo>
                  <a:cubicBezTo>
                    <a:pt x="271" y="52"/>
                    <a:pt x="268" y="51"/>
                    <a:pt x="266" y="52"/>
                  </a:cubicBezTo>
                  <a:cubicBezTo>
                    <a:pt x="263" y="52"/>
                    <a:pt x="261" y="54"/>
                    <a:pt x="261" y="57"/>
                  </a:cubicBezTo>
                  <a:lnTo>
                    <a:pt x="213" y="214"/>
                  </a:lnTo>
                  <a:lnTo>
                    <a:pt x="57" y="214"/>
                  </a:lnTo>
                  <a:close/>
                  <a:moveTo>
                    <a:pt x="137" y="506"/>
                  </a:moveTo>
                  <a:cubicBezTo>
                    <a:pt x="132" y="506"/>
                    <a:pt x="125" y="505"/>
                    <a:pt x="119" y="503"/>
                  </a:cubicBezTo>
                  <a:cubicBezTo>
                    <a:pt x="89" y="493"/>
                    <a:pt x="73" y="460"/>
                    <a:pt x="84" y="431"/>
                  </a:cubicBezTo>
                  <a:lnTo>
                    <a:pt x="119" y="325"/>
                  </a:lnTo>
                  <a:lnTo>
                    <a:pt x="28" y="270"/>
                  </a:lnTo>
                  <a:cubicBezTo>
                    <a:pt x="10" y="260"/>
                    <a:pt x="0" y="241"/>
                    <a:pt x="0" y="221"/>
                  </a:cubicBezTo>
                  <a:cubicBezTo>
                    <a:pt x="0" y="190"/>
                    <a:pt x="26" y="164"/>
                    <a:pt x="57" y="164"/>
                  </a:cubicBezTo>
                  <a:lnTo>
                    <a:pt x="176" y="164"/>
                  </a:lnTo>
                  <a:lnTo>
                    <a:pt x="213" y="42"/>
                  </a:lnTo>
                  <a:cubicBezTo>
                    <a:pt x="219" y="24"/>
                    <a:pt x="233" y="10"/>
                    <a:pt x="251" y="4"/>
                  </a:cubicBezTo>
                  <a:cubicBezTo>
                    <a:pt x="266" y="0"/>
                    <a:pt x="281" y="1"/>
                    <a:pt x="295" y="9"/>
                  </a:cubicBezTo>
                  <a:cubicBezTo>
                    <a:pt x="309" y="16"/>
                    <a:pt x="318" y="28"/>
                    <a:pt x="323" y="42"/>
                  </a:cubicBezTo>
                  <a:lnTo>
                    <a:pt x="360" y="164"/>
                  </a:lnTo>
                  <a:lnTo>
                    <a:pt x="479" y="164"/>
                  </a:lnTo>
                  <a:cubicBezTo>
                    <a:pt x="499" y="164"/>
                    <a:pt x="518" y="175"/>
                    <a:pt x="528" y="192"/>
                  </a:cubicBezTo>
                  <a:lnTo>
                    <a:pt x="528" y="192"/>
                  </a:lnTo>
                  <a:cubicBezTo>
                    <a:pt x="544" y="219"/>
                    <a:pt x="536" y="254"/>
                    <a:pt x="508" y="270"/>
                  </a:cubicBezTo>
                  <a:lnTo>
                    <a:pt x="418" y="325"/>
                  </a:lnTo>
                  <a:lnTo>
                    <a:pt x="453" y="431"/>
                  </a:lnTo>
                  <a:cubicBezTo>
                    <a:pt x="458" y="448"/>
                    <a:pt x="455" y="467"/>
                    <a:pt x="445" y="482"/>
                  </a:cubicBezTo>
                  <a:cubicBezTo>
                    <a:pt x="427" y="507"/>
                    <a:pt x="391" y="514"/>
                    <a:pt x="366" y="495"/>
                  </a:cubicBezTo>
                  <a:lnTo>
                    <a:pt x="268" y="427"/>
                  </a:lnTo>
                  <a:lnTo>
                    <a:pt x="171" y="495"/>
                  </a:lnTo>
                  <a:cubicBezTo>
                    <a:pt x="161" y="502"/>
                    <a:pt x="149" y="506"/>
                    <a:pt x="137" y="506"/>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57" name="Group 56">
            <a:extLst>
              <a:ext uri="{FF2B5EF4-FFF2-40B4-BE49-F238E27FC236}">
                <a16:creationId xmlns:a16="http://schemas.microsoft.com/office/drawing/2014/main" id="{CBCD567F-E64B-C48E-F8B3-125FEE4328D2}"/>
              </a:ext>
            </a:extLst>
          </p:cNvPr>
          <p:cNvGrpSpPr/>
          <p:nvPr/>
        </p:nvGrpSpPr>
        <p:grpSpPr>
          <a:xfrm>
            <a:off x="2528888" y="1676401"/>
            <a:ext cx="357188" cy="358775"/>
            <a:chOff x="2528888" y="1676401"/>
            <a:chExt cx="357188" cy="358775"/>
          </a:xfrm>
        </p:grpSpPr>
        <p:sp>
          <p:nvSpPr>
            <p:cNvPr id="58" name="Freeform 23">
              <a:extLst>
                <a:ext uri="{FF2B5EF4-FFF2-40B4-BE49-F238E27FC236}">
                  <a16:creationId xmlns:a16="http://schemas.microsoft.com/office/drawing/2014/main" id="{440A2D3C-9E91-EA61-CCF6-7B41E24EE44D}"/>
                </a:ext>
              </a:extLst>
            </p:cNvPr>
            <p:cNvSpPr>
              <a:spLocks/>
            </p:cNvSpPr>
            <p:nvPr userDrawn="1"/>
          </p:nvSpPr>
          <p:spPr bwMode="auto">
            <a:xfrm>
              <a:off x="2673351" y="1811339"/>
              <a:ext cx="82550" cy="82550"/>
            </a:xfrm>
            <a:custGeom>
              <a:avLst/>
              <a:gdLst>
                <a:gd name="T0" fmla="*/ 113 w 229"/>
                <a:gd name="T1" fmla="*/ 48 h 229"/>
                <a:gd name="T2" fmla="*/ 116 w 229"/>
                <a:gd name="T3" fmla="*/ 48 h 229"/>
                <a:gd name="T4" fmla="*/ 156 w 229"/>
                <a:gd name="T5" fmla="*/ 8 h 229"/>
                <a:gd name="T6" fmla="*/ 144 w 229"/>
                <a:gd name="T7" fmla="*/ 4 h 229"/>
                <a:gd name="T8" fmla="*/ 115 w 229"/>
                <a:gd name="T9" fmla="*/ 0 h 229"/>
                <a:gd name="T10" fmla="*/ 0 w 229"/>
                <a:gd name="T11" fmla="*/ 115 h 229"/>
                <a:gd name="T12" fmla="*/ 115 w 229"/>
                <a:gd name="T13" fmla="*/ 229 h 229"/>
                <a:gd name="T14" fmla="*/ 229 w 229"/>
                <a:gd name="T15" fmla="*/ 115 h 229"/>
                <a:gd name="T16" fmla="*/ 225 w 229"/>
                <a:gd name="T17" fmla="*/ 85 h 229"/>
                <a:gd name="T18" fmla="*/ 222 w 229"/>
                <a:gd name="T19" fmla="*/ 73 h 229"/>
                <a:gd name="T20" fmla="*/ 181 w 229"/>
                <a:gd name="T21" fmla="*/ 113 h 229"/>
                <a:gd name="T22" fmla="*/ 181 w 229"/>
                <a:gd name="T23" fmla="*/ 116 h 229"/>
                <a:gd name="T24" fmla="*/ 115 w 229"/>
                <a:gd name="T25" fmla="*/ 182 h 229"/>
                <a:gd name="T26" fmla="*/ 48 w 229"/>
                <a:gd name="T27" fmla="*/ 115 h 229"/>
                <a:gd name="T28" fmla="*/ 113 w 229"/>
                <a:gd name="T29" fmla="*/ 4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9" h="229">
                  <a:moveTo>
                    <a:pt x="113" y="48"/>
                  </a:moveTo>
                  <a:lnTo>
                    <a:pt x="116" y="48"/>
                  </a:lnTo>
                  <a:lnTo>
                    <a:pt x="156" y="8"/>
                  </a:lnTo>
                  <a:lnTo>
                    <a:pt x="144" y="4"/>
                  </a:lnTo>
                  <a:cubicBezTo>
                    <a:pt x="134" y="2"/>
                    <a:pt x="124" y="0"/>
                    <a:pt x="115" y="0"/>
                  </a:cubicBezTo>
                  <a:cubicBezTo>
                    <a:pt x="52" y="0"/>
                    <a:pt x="0" y="52"/>
                    <a:pt x="0" y="115"/>
                  </a:cubicBezTo>
                  <a:cubicBezTo>
                    <a:pt x="0" y="178"/>
                    <a:pt x="52" y="229"/>
                    <a:pt x="115" y="229"/>
                  </a:cubicBezTo>
                  <a:cubicBezTo>
                    <a:pt x="178" y="229"/>
                    <a:pt x="229" y="178"/>
                    <a:pt x="229" y="115"/>
                  </a:cubicBezTo>
                  <a:cubicBezTo>
                    <a:pt x="229" y="105"/>
                    <a:pt x="228" y="95"/>
                    <a:pt x="225" y="85"/>
                  </a:cubicBezTo>
                  <a:lnTo>
                    <a:pt x="222" y="73"/>
                  </a:lnTo>
                  <a:lnTo>
                    <a:pt x="181" y="113"/>
                  </a:lnTo>
                  <a:lnTo>
                    <a:pt x="181" y="116"/>
                  </a:lnTo>
                  <a:cubicBezTo>
                    <a:pt x="180" y="152"/>
                    <a:pt x="151" y="182"/>
                    <a:pt x="115" y="182"/>
                  </a:cubicBezTo>
                  <a:cubicBezTo>
                    <a:pt x="78" y="182"/>
                    <a:pt x="48" y="152"/>
                    <a:pt x="48" y="115"/>
                  </a:cubicBezTo>
                  <a:cubicBezTo>
                    <a:pt x="48" y="79"/>
                    <a:pt x="77" y="49"/>
                    <a:pt x="113" y="4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59" name="Freeform 24">
              <a:extLst>
                <a:ext uri="{FF2B5EF4-FFF2-40B4-BE49-F238E27FC236}">
                  <a16:creationId xmlns:a16="http://schemas.microsoft.com/office/drawing/2014/main" id="{31C20249-480B-876E-C738-A6009B1424E9}"/>
                </a:ext>
              </a:extLst>
            </p:cNvPr>
            <p:cNvSpPr>
              <a:spLocks/>
            </p:cNvSpPr>
            <p:nvPr userDrawn="1"/>
          </p:nvSpPr>
          <p:spPr bwMode="auto">
            <a:xfrm>
              <a:off x="2617788" y="1757364"/>
              <a:ext cx="192088" cy="192088"/>
            </a:xfrm>
            <a:custGeom>
              <a:avLst/>
              <a:gdLst>
                <a:gd name="T0" fmla="*/ 0 w 530"/>
                <a:gd name="T1" fmla="*/ 265 h 530"/>
                <a:gd name="T2" fmla="*/ 265 w 530"/>
                <a:gd name="T3" fmla="*/ 530 h 530"/>
                <a:gd name="T4" fmla="*/ 530 w 530"/>
                <a:gd name="T5" fmla="*/ 265 h 530"/>
                <a:gd name="T6" fmla="*/ 506 w 530"/>
                <a:gd name="T7" fmla="*/ 155 h 530"/>
                <a:gd name="T8" fmla="*/ 503 w 530"/>
                <a:gd name="T9" fmla="*/ 148 h 530"/>
                <a:gd name="T10" fmla="*/ 496 w 530"/>
                <a:gd name="T11" fmla="*/ 152 h 530"/>
                <a:gd name="T12" fmla="*/ 466 w 530"/>
                <a:gd name="T13" fmla="*/ 161 h 530"/>
                <a:gd name="T14" fmla="*/ 456 w 530"/>
                <a:gd name="T15" fmla="*/ 162 h 530"/>
                <a:gd name="T16" fmla="*/ 461 w 530"/>
                <a:gd name="T17" fmla="*/ 171 h 530"/>
                <a:gd name="T18" fmla="*/ 482 w 530"/>
                <a:gd name="T19" fmla="*/ 265 h 530"/>
                <a:gd name="T20" fmla="*/ 265 w 530"/>
                <a:gd name="T21" fmla="*/ 482 h 530"/>
                <a:gd name="T22" fmla="*/ 47 w 530"/>
                <a:gd name="T23" fmla="*/ 265 h 530"/>
                <a:gd name="T24" fmla="*/ 265 w 530"/>
                <a:gd name="T25" fmla="*/ 48 h 530"/>
                <a:gd name="T26" fmla="*/ 358 w 530"/>
                <a:gd name="T27" fmla="*/ 69 h 530"/>
                <a:gd name="T28" fmla="*/ 367 w 530"/>
                <a:gd name="T29" fmla="*/ 74 h 530"/>
                <a:gd name="T30" fmla="*/ 369 w 530"/>
                <a:gd name="T31" fmla="*/ 63 h 530"/>
                <a:gd name="T32" fmla="*/ 378 w 530"/>
                <a:gd name="T33" fmla="*/ 34 h 530"/>
                <a:gd name="T34" fmla="*/ 382 w 530"/>
                <a:gd name="T35" fmla="*/ 27 h 530"/>
                <a:gd name="T36" fmla="*/ 374 w 530"/>
                <a:gd name="T37" fmla="*/ 24 h 530"/>
                <a:gd name="T38" fmla="*/ 265 w 530"/>
                <a:gd name="T39" fmla="*/ 0 h 530"/>
                <a:gd name="T40" fmla="*/ 0 w 530"/>
                <a:gd name="T41"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0" h="530">
                  <a:moveTo>
                    <a:pt x="0" y="265"/>
                  </a:moveTo>
                  <a:cubicBezTo>
                    <a:pt x="0" y="411"/>
                    <a:pt x="119" y="530"/>
                    <a:pt x="265" y="530"/>
                  </a:cubicBezTo>
                  <a:cubicBezTo>
                    <a:pt x="411" y="530"/>
                    <a:pt x="530" y="411"/>
                    <a:pt x="530" y="265"/>
                  </a:cubicBezTo>
                  <a:cubicBezTo>
                    <a:pt x="530" y="227"/>
                    <a:pt x="522" y="190"/>
                    <a:pt x="506" y="155"/>
                  </a:cubicBezTo>
                  <a:lnTo>
                    <a:pt x="503" y="148"/>
                  </a:lnTo>
                  <a:lnTo>
                    <a:pt x="496" y="152"/>
                  </a:lnTo>
                  <a:cubicBezTo>
                    <a:pt x="486" y="156"/>
                    <a:pt x="477" y="159"/>
                    <a:pt x="466" y="161"/>
                  </a:cubicBezTo>
                  <a:lnTo>
                    <a:pt x="456" y="162"/>
                  </a:lnTo>
                  <a:lnTo>
                    <a:pt x="461" y="171"/>
                  </a:lnTo>
                  <a:cubicBezTo>
                    <a:pt x="475" y="201"/>
                    <a:pt x="482" y="232"/>
                    <a:pt x="482" y="265"/>
                  </a:cubicBezTo>
                  <a:cubicBezTo>
                    <a:pt x="482" y="385"/>
                    <a:pt x="384" y="482"/>
                    <a:pt x="265" y="482"/>
                  </a:cubicBezTo>
                  <a:cubicBezTo>
                    <a:pt x="145" y="482"/>
                    <a:pt x="47" y="385"/>
                    <a:pt x="47" y="265"/>
                  </a:cubicBezTo>
                  <a:cubicBezTo>
                    <a:pt x="47" y="145"/>
                    <a:pt x="145" y="48"/>
                    <a:pt x="265" y="48"/>
                  </a:cubicBezTo>
                  <a:cubicBezTo>
                    <a:pt x="297" y="48"/>
                    <a:pt x="329" y="55"/>
                    <a:pt x="358" y="69"/>
                  </a:cubicBezTo>
                  <a:lnTo>
                    <a:pt x="367" y="74"/>
                  </a:lnTo>
                  <a:lnTo>
                    <a:pt x="369" y="63"/>
                  </a:lnTo>
                  <a:cubicBezTo>
                    <a:pt x="370" y="53"/>
                    <a:pt x="373" y="43"/>
                    <a:pt x="378" y="34"/>
                  </a:cubicBezTo>
                  <a:lnTo>
                    <a:pt x="382" y="27"/>
                  </a:lnTo>
                  <a:lnTo>
                    <a:pt x="374" y="24"/>
                  </a:lnTo>
                  <a:cubicBezTo>
                    <a:pt x="340" y="8"/>
                    <a:pt x="303" y="0"/>
                    <a:pt x="265" y="0"/>
                  </a:cubicBezTo>
                  <a:cubicBezTo>
                    <a:pt x="119" y="0"/>
                    <a:pt x="0" y="119"/>
                    <a:pt x="0" y="265"/>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60" name="Freeform 25">
              <a:extLst>
                <a:ext uri="{FF2B5EF4-FFF2-40B4-BE49-F238E27FC236}">
                  <a16:creationId xmlns:a16="http://schemas.microsoft.com/office/drawing/2014/main" id="{6B0F3B9B-0F4A-651A-B2C7-4F3B3CA7EE62}"/>
                </a:ext>
              </a:extLst>
            </p:cNvPr>
            <p:cNvSpPr>
              <a:spLocks noEditPoints="1"/>
            </p:cNvSpPr>
            <p:nvPr userDrawn="1"/>
          </p:nvSpPr>
          <p:spPr bwMode="auto">
            <a:xfrm>
              <a:off x="2708276" y="1711326"/>
              <a:ext cx="149225" cy="147638"/>
            </a:xfrm>
            <a:custGeom>
              <a:avLst/>
              <a:gdLst>
                <a:gd name="T0" fmla="*/ 215 w 412"/>
                <a:gd name="T1" fmla="*/ 132 h 409"/>
                <a:gd name="T2" fmla="*/ 298 w 412"/>
                <a:gd name="T3" fmla="*/ 49 h 409"/>
                <a:gd name="T4" fmla="*/ 304 w 412"/>
                <a:gd name="T5" fmla="*/ 73 h 409"/>
                <a:gd name="T6" fmla="*/ 306 w 412"/>
                <a:gd name="T7" fmla="*/ 78 h 409"/>
                <a:gd name="T8" fmla="*/ 236 w 412"/>
                <a:gd name="T9" fmla="*/ 148 h 409"/>
                <a:gd name="T10" fmla="*/ 236 w 412"/>
                <a:gd name="T11" fmla="*/ 175 h 409"/>
                <a:gd name="T12" fmla="*/ 249 w 412"/>
                <a:gd name="T13" fmla="*/ 181 h 409"/>
                <a:gd name="T14" fmla="*/ 263 w 412"/>
                <a:gd name="T15" fmla="*/ 175 h 409"/>
                <a:gd name="T16" fmla="*/ 333 w 412"/>
                <a:gd name="T17" fmla="*/ 105 h 409"/>
                <a:gd name="T18" fmla="*/ 337 w 412"/>
                <a:gd name="T19" fmla="*/ 106 h 409"/>
                <a:gd name="T20" fmla="*/ 361 w 412"/>
                <a:gd name="T21" fmla="*/ 112 h 409"/>
                <a:gd name="T22" fmla="*/ 279 w 412"/>
                <a:gd name="T23" fmla="*/ 196 h 409"/>
                <a:gd name="T24" fmla="*/ 237 w 412"/>
                <a:gd name="T25" fmla="*/ 214 h 409"/>
                <a:gd name="T26" fmla="*/ 215 w 412"/>
                <a:gd name="T27" fmla="*/ 210 h 409"/>
                <a:gd name="T28" fmla="*/ 201 w 412"/>
                <a:gd name="T29" fmla="*/ 196 h 409"/>
                <a:gd name="T30" fmla="*/ 215 w 412"/>
                <a:gd name="T31" fmla="*/ 132 h 409"/>
                <a:gd name="T32" fmla="*/ 168 w 412"/>
                <a:gd name="T33" fmla="*/ 215 h 409"/>
                <a:gd name="T34" fmla="*/ 7 w 412"/>
                <a:gd name="T35" fmla="*/ 376 h 409"/>
                <a:gd name="T36" fmla="*/ 7 w 412"/>
                <a:gd name="T37" fmla="*/ 403 h 409"/>
                <a:gd name="T38" fmla="*/ 21 w 412"/>
                <a:gd name="T39" fmla="*/ 409 h 409"/>
                <a:gd name="T40" fmla="*/ 34 w 412"/>
                <a:gd name="T41" fmla="*/ 403 h 409"/>
                <a:gd name="T42" fmla="*/ 196 w 412"/>
                <a:gd name="T43" fmla="*/ 242 h 409"/>
                <a:gd name="T44" fmla="*/ 196 w 412"/>
                <a:gd name="T45" fmla="*/ 243 h 409"/>
                <a:gd name="T46" fmla="*/ 237 w 412"/>
                <a:gd name="T47" fmla="*/ 252 h 409"/>
                <a:gd name="T48" fmla="*/ 306 w 412"/>
                <a:gd name="T49" fmla="*/ 223 h 409"/>
                <a:gd name="T50" fmla="*/ 401 w 412"/>
                <a:gd name="T51" fmla="*/ 127 h 409"/>
                <a:gd name="T52" fmla="*/ 409 w 412"/>
                <a:gd name="T53" fmla="*/ 99 h 409"/>
                <a:gd name="T54" fmla="*/ 389 w 412"/>
                <a:gd name="T55" fmla="*/ 80 h 409"/>
                <a:gd name="T56" fmla="*/ 347 w 412"/>
                <a:gd name="T57" fmla="*/ 69 h 409"/>
                <a:gd name="T58" fmla="*/ 342 w 412"/>
                <a:gd name="T59" fmla="*/ 64 h 409"/>
                <a:gd name="T60" fmla="*/ 330 w 412"/>
                <a:gd name="T61" fmla="*/ 22 h 409"/>
                <a:gd name="T62" fmla="*/ 304 w 412"/>
                <a:gd name="T63" fmla="*/ 0 h 409"/>
                <a:gd name="T64" fmla="*/ 284 w 412"/>
                <a:gd name="T65" fmla="*/ 9 h 409"/>
                <a:gd name="T66" fmla="*/ 188 w 412"/>
                <a:gd name="T67" fmla="*/ 105 h 409"/>
                <a:gd name="T68" fmla="*/ 168 w 412"/>
                <a:gd name="T69" fmla="*/ 214 h 409"/>
                <a:gd name="T70" fmla="*/ 168 w 412"/>
                <a:gd name="T71" fmla="*/ 21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12" h="409">
                  <a:moveTo>
                    <a:pt x="215" y="132"/>
                  </a:moveTo>
                  <a:lnTo>
                    <a:pt x="298" y="49"/>
                  </a:lnTo>
                  <a:lnTo>
                    <a:pt x="304" y="73"/>
                  </a:lnTo>
                  <a:cubicBezTo>
                    <a:pt x="305" y="75"/>
                    <a:pt x="306" y="76"/>
                    <a:pt x="306" y="78"/>
                  </a:cubicBezTo>
                  <a:lnTo>
                    <a:pt x="236" y="148"/>
                  </a:lnTo>
                  <a:cubicBezTo>
                    <a:pt x="228" y="156"/>
                    <a:pt x="228" y="168"/>
                    <a:pt x="236" y="175"/>
                  </a:cubicBezTo>
                  <a:cubicBezTo>
                    <a:pt x="239" y="179"/>
                    <a:pt x="244" y="181"/>
                    <a:pt x="249" y="181"/>
                  </a:cubicBezTo>
                  <a:cubicBezTo>
                    <a:pt x="254" y="181"/>
                    <a:pt x="259" y="179"/>
                    <a:pt x="263" y="175"/>
                  </a:cubicBezTo>
                  <a:lnTo>
                    <a:pt x="333" y="105"/>
                  </a:lnTo>
                  <a:cubicBezTo>
                    <a:pt x="334" y="105"/>
                    <a:pt x="336" y="106"/>
                    <a:pt x="337" y="106"/>
                  </a:cubicBezTo>
                  <a:lnTo>
                    <a:pt x="361" y="112"/>
                  </a:lnTo>
                  <a:lnTo>
                    <a:pt x="279" y="196"/>
                  </a:lnTo>
                  <a:cubicBezTo>
                    <a:pt x="266" y="208"/>
                    <a:pt x="252" y="214"/>
                    <a:pt x="237" y="214"/>
                  </a:cubicBezTo>
                  <a:cubicBezTo>
                    <a:pt x="224" y="214"/>
                    <a:pt x="215" y="210"/>
                    <a:pt x="215" y="210"/>
                  </a:cubicBezTo>
                  <a:cubicBezTo>
                    <a:pt x="211" y="207"/>
                    <a:pt x="203" y="200"/>
                    <a:pt x="201" y="196"/>
                  </a:cubicBezTo>
                  <a:cubicBezTo>
                    <a:pt x="199" y="193"/>
                    <a:pt x="185" y="162"/>
                    <a:pt x="215" y="132"/>
                  </a:cubicBezTo>
                  <a:close/>
                  <a:moveTo>
                    <a:pt x="168" y="215"/>
                  </a:moveTo>
                  <a:lnTo>
                    <a:pt x="7" y="376"/>
                  </a:lnTo>
                  <a:cubicBezTo>
                    <a:pt x="0" y="384"/>
                    <a:pt x="0" y="396"/>
                    <a:pt x="7" y="403"/>
                  </a:cubicBezTo>
                  <a:cubicBezTo>
                    <a:pt x="11" y="407"/>
                    <a:pt x="16" y="409"/>
                    <a:pt x="21" y="409"/>
                  </a:cubicBezTo>
                  <a:cubicBezTo>
                    <a:pt x="26" y="409"/>
                    <a:pt x="30" y="407"/>
                    <a:pt x="34" y="403"/>
                  </a:cubicBezTo>
                  <a:lnTo>
                    <a:pt x="196" y="242"/>
                  </a:lnTo>
                  <a:cubicBezTo>
                    <a:pt x="196" y="242"/>
                    <a:pt x="196" y="243"/>
                    <a:pt x="196" y="243"/>
                  </a:cubicBezTo>
                  <a:cubicBezTo>
                    <a:pt x="198" y="244"/>
                    <a:pt x="214" y="252"/>
                    <a:pt x="237" y="252"/>
                  </a:cubicBezTo>
                  <a:cubicBezTo>
                    <a:pt x="263" y="252"/>
                    <a:pt x="286" y="242"/>
                    <a:pt x="306" y="223"/>
                  </a:cubicBezTo>
                  <a:lnTo>
                    <a:pt x="401" y="127"/>
                  </a:lnTo>
                  <a:cubicBezTo>
                    <a:pt x="409" y="119"/>
                    <a:pt x="412" y="109"/>
                    <a:pt x="409" y="99"/>
                  </a:cubicBezTo>
                  <a:cubicBezTo>
                    <a:pt x="407" y="90"/>
                    <a:pt x="399" y="83"/>
                    <a:pt x="389" y="80"/>
                  </a:cubicBezTo>
                  <a:lnTo>
                    <a:pt x="347" y="69"/>
                  </a:lnTo>
                  <a:cubicBezTo>
                    <a:pt x="345" y="69"/>
                    <a:pt x="342" y="66"/>
                    <a:pt x="342" y="64"/>
                  </a:cubicBezTo>
                  <a:lnTo>
                    <a:pt x="330" y="22"/>
                  </a:lnTo>
                  <a:cubicBezTo>
                    <a:pt x="327" y="9"/>
                    <a:pt x="317" y="0"/>
                    <a:pt x="304" y="0"/>
                  </a:cubicBezTo>
                  <a:cubicBezTo>
                    <a:pt x="297" y="0"/>
                    <a:pt x="290" y="4"/>
                    <a:pt x="284" y="9"/>
                  </a:cubicBezTo>
                  <a:lnTo>
                    <a:pt x="188" y="105"/>
                  </a:lnTo>
                  <a:cubicBezTo>
                    <a:pt x="147" y="146"/>
                    <a:pt x="157" y="194"/>
                    <a:pt x="168" y="214"/>
                  </a:cubicBezTo>
                  <a:cubicBezTo>
                    <a:pt x="168" y="214"/>
                    <a:pt x="168" y="215"/>
                    <a:pt x="168" y="215"/>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61" name="Freeform 26">
              <a:extLst>
                <a:ext uri="{FF2B5EF4-FFF2-40B4-BE49-F238E27FC236}">
                  <a16:creationId xmlns:a16="http://schemas.microsoft.com/office/drawing/2014/main" id="{1E030AF5-80BD-03ED-062E-92B3D0FC3F1B}"/>
                </a:ext>
              </a:extLst>
            </p:cNvPr>
            <p:cNvSpPr>
              <a:spLocks/>
            </p:cNvSpPr>
            <p:nvPr userDrawn="1"/>
          </p:nvSpPr>
          <p:spPr bwMode="auto">
            <a:xfrm>
              <a:off x="2528888" y="1676401"/>
              <a:ext cx="357188" cy="358775"/>
            </a:xfrm>
            <a:custGeom>
              <a:avLst/>
              <a:gdLst>
                <a:gd name="T0" fmla="*/ 928 w 991"/>
                <a:gd name="T1" fmla="*/ 444 h 992"/>
                <a:gd name="T2" fmla="*/ 930 w 991"/>
                <a:gd name="T3" fmla="*/ 527 h 992"/>
                <a:gd name="T4" fmla="*/ 802 w 991"/>
                <a:gd name="T5" fmla="*/ 565 h 992"/>
                <a:gd name="T6" fmla="*/ 749 w 991"/>
                <a:gd name="T7" fmla="*/ 683 h 992"/>
                <a:gd name="T8" fmla="*/ 781 w 991"/>
                <a:gd name="T9" fmla="*/ 825 h 992"/>
                <a:gd name="T10" fmla="*/ 664 w 991"/>
                <a:gd name="T11" fmla="*/ 762 h 992"/>
                <a:gd name="T12" fmla="*/ 543 w 991"/>
                <a:gd name="T13" fmla="*/ 808 h 992"/>
                <a:gd name="T14" fmla="*/ 466 w 991"/>
                <a:gd name="T15" fmla="*/ 931 h 992"/>
                <a:gd name="T16" fmla="*/ 428 w 991"/>
                <a:gd name="T17" fmla="*/ 804 h 992"/>
                <a:gd name="T18" fmla="*/ 310 w 991"/>
                <a:gd name="T19" fmla="*/ 750 h 992"/>
                <a:gd name="T20" fmla="*/ 167 w 991"/>
                <a:gd name="T21" fmla="*/ 783 h 992"/>
                <a:gd name="T22" fmla="*/ 231 w 991"/>
                <a:gd name="T23" fmla="*/ 665 h 992"/>
                <a:gd name="T24" fmla="*/ 185 w 991"/>
                <a:gd name="T25" fmla="*/ 545 h 992"/>
                <a:gd name="T26" fmla="*/ 60 w 991"/>
                <a:gd name="T27" fmla="*/ 497 h 992"/>
                <a:gd name="T28" fmla="*/ 185 w 991"/>
                <a:gd name="T29" fmla="*/ 449 h 992"/>
                <a:gd name="T30" fmla="*/ 231 w 991"/>
                <a:gd name="T31" fmla="*/ 329 h 992"/>
                <a:gd name="T32" fmla="*/ 167 w 991"/>
                <a:gd name="T33" fmla="*/ 211 h 992"/>
                <a:gd name="T34" fmla="*/ 310 w 991"/>
                <a:gd name="T35" fmla="*/ 244 h 992"/>
                <a:gd name="T36" fmla="*/ 428 w 991"/>
                <a:gd name="T37" fmla="*/ 191 h 992"/>
                <a:gd name="T38" fmla="*/ 466 w 991"/>
                <a:gd name="T39" fmla="*/ 63 h 992"/>
                <a:gd name="T40" fmla="*/ 540 w 991"/>
                <a:gd name="T41" fmla="*/ 166 h 992"/>
                <a:gd name="T42" fmla="*/ 578 w 991"/>
                <a:gd name="T43" fmla="*/ 8 h 992"/>
                <a:gd name="T44" fmla="*/ 436 w 991"/>
                <a:gd name="T45" fmla="*/ 6 h 992"/>
                <a:gd name="T46" fmla="*/ 394 w 991"/>
                <a:gd name="T47" fmla="*/ 137 h 992"/>
                <a:gd name="T48" fmla="*/ 208 w 991"/>
                <a:gd name="T49" fmla="*/ 93 h 992"/>
                <a:gd name="T50" fmla="*/ 106 w 991"/>
                <a:gd name="T51" fmla="*/ 192 h 992"/>
                <a:gd name="T52" fmla="*/ 169 w 991"/>
                <a:gd name="T53" fmla="*/ 314 h 992"/>
                <a:gd name="T54" fmla="*/ 7 w 991"/>
                <a:gd name="T55" fmla="*/ 414 h 992"/>
                <a:gd name="T56" fmla="*/ 0 w 991"/>
                <a:gd name="T57" fmla="*/ 497 h 992"/>
                <a:gd name="T58" fmla="*/ 7 w 991"/>
                <a:gd name="T59" fmla="*/ 580 h 992"/>
                <a:gd name="T60" fmla="*/ 169 w 991"/>
                <a:gd name="T61" fmla="*/ 680 h 992"/>
                <a:gd name="T62" fmla="*/ 106 w 991"/>
                <a:gd name="T63" fmla="*/ 802 h 992"/>
                <a:gd name="T64" fmla="*/ 208 w 991"/>
                <a:gd name="T65" fmla="*/ 901 h 992"/>
                <a:gd name="T66" fmla="*/ 394 w 991"/>
                <a:gd name="T67" fmla="*/ 857 h 992"/>
                <a:gd name="T68" fmla="*/ 436 w 991"/>
                <a:gd name="T69" fmla="*/ 989 h 992"/>
                <a:gd name="T70" fmla="*/ 555 w 991"/>
                <a:gd name="T71" fmla="*/ 989 h 992"/>
                <a:gd name="T72" fmla="*/ 597 w 991"/>
                <a:gd name="T73" fmla="*/ 857 h 992"/>
                <a:gd name="T74" fmla="*/ 783 w 991"/>
                <a:gd name="T75" fmla="*/ 901 h 992"/>
                <a:gd name="T76" fmla="*/ 886 w 991"/>
                <a:gd name="T77" fmla="*/ 802 h 992"/>
                <a:gd name="T78" fmla="*/ 822 w 991"/>
                <a:gd name="T79" fmla="*/ 680 h 992"/>
                <a:gd name="T80" fmla="*/ 985 w 991"/>
                <a:gd name="T81" fmla="*/ 580 h 992"/>
                <a:gd name="T82" fmla="*/ 991 w 991"/>
                <a:gd name="T83" fmla="*/ 497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91" h="992">
                  <a:moveTo>
                    <a:pt x="987" y="437"/>
                  </a:moveTo>
                  <a:lnTo>
                    <a:pt x="928" y="444"/>
                  </a:lnTo>
                  <a:cubicBezTo>
                    <a:pt x="930" y="463"/>
                    <a:pt x="931" y="481"/>
                    <a:pt x="931" y="497"/>
                  </a:cubicBezTo>
                  <a:cubicBezTo>
                    <a:pt x="931" y="507"/>
                    <a:pt x="931" y="517"/>
                    <a:pt x="930" y="527"/>
                  </a:cubicBezTo>
                  <a:lnTo>
                    <a:pt x="807" y="545"/>
                  </a:lnTo>
                  <a:lnTo>
                    <a:pt x="802" y="565"/>
                  </a:lnTo>
                  <a:cubicBezTo>
                    <a:pt x="794" y="601"/>
                    <a:pt x="780" y="635"/>
                    <a:pt x="761" y="665"/>
                  </a:cubicBezTo>
                  <a:lnTo>
                    <a:pt x="749" y="683"/>
                  </a:lnTo>
                  <a:lnTo>
                    <a:pt x="824" y="783"/>
                  </a:lnTo>
                  <a:cubicBezTo>
                    <a:pt x="811" y="798"/>
                    <a:pt x="796" y="812"/>
                    <a:pt x="781" y="825"/>
                  </a:cubicBezTo>
                  <a:lnTo>
                    <a:pt x="681" y="750"/>
                  </a:lnTo>
                  <a:lnTo>
                    <a:pt x="664" y="762"/>
                  </a:lnTo>
                  <a:cubicBezTo>
                    <a:pt x="633" y="782"/>
                    <a:pt x="599" y="796"/>
                    <a:pt x="564" y="804"/>
                  </a:cubicBezTo>
                  <a:lnTo>
                    <a:pt x="543" y="808"/>
                  </a:lnTo>
                  <a:lnTo>
                    <a:pt x="525" y="931"/>
                  </a:lnTo>
                  <a:cubicBezTo>
                    <a:pt x="504" y="933"/>
                    <a:pt x="487" y="933"/>
                    <a:pt x="466" y="931"/>
                  </a:cubicBezTo>
                  <a:lnTo>
                    <a:pt x="448" y="808"/>
                  </a:lnTo>
                  <a:lnTo>
                    <a:pt x="428" y="804"/>
                  </a:lnTo>
                  <a:cubicBezTo>
                    <a:pt x="392" y="796"/>
                    <a:pt x="358" y="782"/>
                    <a:pt x="327" y="762"/>
                  </a:cubicBezTo>
                  <a:lnTo>
                    <a:pt x="310" y="750"/>
                  </a:lnTo>
                  <a:lnTo>
                    <a:pt x="210" y="825"/>
                  </a:lnTo>
                  <a:cubicBezTo>
                    <a:pt x="195" y="812"/>
                    <a:pt x="181" y="798"/>
                    <a:pt x="167" y="783"/>
                  </a:cubicBezTo>
                  <a:lnTo>
                    <a:pt x="242" y="683"/>
                  </a:lnTo>
                  <a:lnTo>
                    <a:pt x="231" y="665"/>
                  </a:lnTo>
                  <a:cubicBezTo>
                    <a:pt x="211" y="635"/>
                    <a:pt x="197" y="601"/>
                    <a:pt x="189" y="565"/>
                  </a:cubicBezTo>
                  <a:lnTo>
                    <a:pt x="185" y="545"/>
                  </a:lnTo>
                  <a:lnTo>
                    <a:pt x="61" y="527"/>
                  </a:lnTo>
                  <a:cubicBezTo>
                    <a:pt x="60" y="517"/>
                    <a:pt x="60" y="507"/>
                    <a:pt x="60" y="497"/>
                  </a:cubicBezTo>
                  <a:cubicBezTo>
                    <a:pt x="60" y="487"/>
                    <a:pt x="60" y="477"/>
                    <a:pt x="61" y="467"/>
                  </a:cubicBezTo>
                  <a:lnTo>
                    <a:pt x="185" y="449"/>
                  </a:lnTo>
                  <a:lnTo>
                    <a:pt x="189" y="429"/>
                  </a:lnTo>
                  <a:cubicBezTo>
                    <a:pt x="197" y="393"/>
                    <a:pt x="211" y="359"/>
                    <a:pt x="231" y="329"/>
                  </a:cubicBezTo>
                  <a:lnTo>
                    <a:pt x="242" y="311"/>
                  </a:lnTo>
                  <a:lnTo>
                    <a:pt x="167" y="211"/>
                  </a:lnTo>
                  <a:cubicBezTo>
                    <a:pt x="181" y="196"/>
                    <a:pt x="195" y="182"/>
                    <a:pt x="210" y="169"/>
                  </a:cubicBezTo>
                  <a:lnTo>
                    <a:pt x="310" y="244"/>
                  </a:lnTo>
                  <a:lnTo>
                    <a:pt x="327" y="232"/>
                  </a:lnTo>
                  <a:cubicBezTo>
                    <a:pt x="358" y="213"/>
                    <a:pt x="392" y="199"/>
                    <a:pt x="428" y="191"/>
                  </a:cubicBezTo>
                  <a:lnTo>
                    <a:pt x="448" y="186"/>
                  </a:lnTo>
                  <a:lnTo>
                    <a:pt x="466" y="63"/>
                  </a:lnTo>
                  <a:cubicBezTo>
                    <a:pt x="486" y="61"/>
                    <a:pt x="505" y="61"/>
                    <a:pt x="525" y="63"/>
                  </a:cubicBezTo>
                  <a:lnTo>
                    <a:pt x="540" y="166"/>
                  </a:lnTo>
                  <a:lnTo>
                    <a:pt x="600" y="157"/>
                  </a:lnTo>
                  <a:lnTo>
                    <a:pt x="578" y="8"/>
                  </a:lnTo>
                  <a:lnTo>
                    <a:pt x="555" y="6"/>
                  </a:lnTo>
                  <a:cubicBezTo>
                    <a:pt x="516" y="1"/>
                    <a:pt x="476" y="0"/>
                    <a:pt x="436" y="6"/>
                  </a:cubicBezTo>
                  <a:lnTo>
                    <a:pt x="413" y="8"/>
                  </a:lnTo>
                  <a:lnTo>
                    <a:pt x="394" y="137"/>
                  </a:lnTo>
                  <a:cubicBezTo>
                    <a:pt x="366" y="145"/>
                    <a:pt x="339" y="157"/>
                    <a:pt x="313" y="171"/>
                  </a:cubicBezTo>
                  <a:lnTo>
                    <a:pt x="208" y="93"/>
                  </a:lnTo>
                  <a:lnTo>
                    <a:pt x="190" y="107"/>
                  </a:lnTo>
                  <a:cubicBezTo>
                    <a:pt x="158" y="132"/>
                    <a:pt x="130" y="161"/>
                    <a:pt x="106" y="192"/>
                  </a:cubicBezTo>
                  <a:lnTo>
                    <a:pt x="92" y="210"/>
                  </a:lnTo>
                  <a:lnTo>
                    <a:pt x="169" y="314"/>
                  </a:lnTo>
                  <a:cubicBezTo>
                    <a:pt x="155" y="340"/>
                    <a:pt x="144" y="367"/>
                    <a:pt x="136" y="396"/>
                  </a:cubicBezTo>
                  <a:lnTo>
                    <a:pt x="7" y="414"/>
                  </a:lnTo>
                  <a:lnTo>
                    <a:pt x="4" y="437"/>
                  </a:lnTo>
                  <a:cubicBezTo>
                    <a:pt x="2" y="458"/>
                    <a:pt x="0" y="478"/>
                    <a:pt x="0" y="497"/>
                  </a:cubicBezTo>
                  <a:cubicBezTo>
                    <a:pt x="0" y="516"/>
                    <a:pt x="2" y="536"/>
                    <a:pt x="4" y="557"/>
                  </a:cubicBezTo>
                  <a:lnTo>
                    <a:pt x="7" y="580"/>
                  </a:lnTo>
                  <a:lnTo>
                    <a:pt x="136" y="598"/>
                  </a:lnTo>
                  <a:cubicBezTo>
                    <a:pt x="144" y="627"/>
                    <a:pt x="155" y="654"/>
                    <a:pt x="169" y="680"/>
                  </a:cubicBezTo>
                  <a:lnTo>
                    <a:pt x="92" y="784"/>
                  </a:lnTo>
                  <a:lnTo>
                    <a:pt x="106" y="802"/>
                  </a:lnTo>
                  <a:cubicBezTo>
                    <a:pt x="130" y="833"/>
                    <a:pt x="158" y="862"/>
                    <a:pt x="190" y="887"/>
                  </a:cubicBezTo>
                  <a:lnTo>
                    <a:pt x="208" y="901"/>
                  </a:lnTo>
                  <a:lnTo>
                    <a:pt x="313" y="823"/>
                  </a:lnTo>
                  <a:cubicBezTo>
                    <a:pt x="339" y="838"/>
                    <a:pt x="366" y="849"/>
                    <a:pt x="394" y="857"/>
                  </a:cubicBezTo>
                  <a:lnTo>
                    <a:pt x="413" y="986"/>
                  </a:lnTo>
                  <a:lnTo>
                    <a:pt x="436" y="989"/>
                  </a:lnTo>
                  <a:cubicBezTo>
                    <a:pt x="459" y="991"/>
                    <a:pt x="478" y="992"/>
                    <a:pt x="496" y="992"/>
                  </a:cubicBezTo>
                  <a:cubicBezTo>
                    <a:pt x="513" y="992"/>
                    <a:pt x="532" y="991"/>
                    <a:pt x="555" y="989"/>
                  </a:cubicBezTo>
                  <a:lnTo>
                    <a:pt x="578" y="986"/>
                  </a:lnTo>
                  <a:lnTo>
                    <a:pt x="597" y="857"/>
                  </a:lnTo>
                  <a:cubicBezTo>
                    <a:pt x="625" y="849"/>
                    <a:pt x="652" y="838"/>
                    <a:pt x="678" y="823"/>
                  </a:cubicBezTo>
                  <a:lnTo>
                    <a:pt x="783" y="901"/>
                  </a:lnTo>
                  <a:lnTo>
                    <a:pt x="801" y="887"/>
                  </a:lnTo>
                  <a:cubicBezTo>
                    <a:pt x="833" y="862"/>
                    <a:pt x="861" y="833"/>
                    <a:pt x="886" y="802"/>
                  </a:cubicBezTo>
                  <a:lnTo>
                    <a:pt x="900" y="784"/>
                  </a:lnTo>
                  <a:lnTo>
                    <a:pt x="822" y="680"/>
                  </a:lnTo>
                  <a:cubicBezTo>
                    <a:pt x="836" y="654"/>
                    <a:pt x="847" y="627"/>
                    <a:pt x="856" y="598"/>
                  </a:cubicBezTo>
                  <a:lnTo>
                    <a:pt x="985" y="580"/>
                  </a:lnTo>
                  <a:lnTo>
                    <a:pt x="987" y="557"/>
                  </a:lnTo>
                  <a:cubicBezTo>
                    <a:pt x="990" y="535"/>
                    <a:pt x="991" y="516"/>
                    <a:pt x="991" y="497"/>
                  </a:cubicBezTo>
                  <a:cubicBezTo>
                    <a:pt x="991" y="478"/>
                    <a:pt x="990" y="459"/>
                    <a:pt x="987" y="43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62" name="Group 61">
            <a:extLst>
              <a:ext uri="{FF2B5EF4-FFF2-40B4-BE49-F238E27FC236}">
                <a16:creationId xmlns:a16="http://schemas.microsoft.com/office/drawing/2014/main" id="{79A05AAC-2F84-04EC-D85E-FF1E92F98D98}"/>
              </a:ext>
            </a:extLst>
          </p:cNvPr>
          <p:cNvGrpSpPr/>
          <p:nvPr/>
        </p:nvGrpSpPr>
        <p:grpSpPr>
          <a:xfrm>
            <a:off x="4414838" y="1685926"/>
            <a:ext cx="347663" cy="342901"/>
            <a:chOff x="4414838" y="1685926"/>
            <a:chExt cx="347663" cy="342901"/>
          </a:xfrm>
        </p:grpSpPr>
        <p:sp>
          <p:nvSpPr>
            <p:cNvPr id="63" name="Freeform 27">
              <a:extLst>
                <a:ext uri="{FF2B5EF4-FFF2-40B4-BE49-F238E27FC236}">
                  <a16:creationId xmlns:a16="http://schemas.microsoft.com/office/drawing/2014/main" id="{573EE267-FDC7-A299-CB49-7A812D11727F}"/>
                </a:ext>
              </a:extLst>
            </p:cNvPr>
            <p:cNvSpPr>
              <a:spLocks noEditPoints="1"/>
            </p:cNvSpPr>
            <p:nvPr userDrawn="1"/>
          </p:nvSpPr>
          <p:spPr bwMode="auto">
            <a:xfrm>
              <a:off x="4451351" y="1735139"/>
              <a:ext cx="146050" cy="146050"/>
            </a:xfrm>
            <a:custGeom>
              <a:avLst/>
              <a:gdLst>
                <a:gd name="T0" fmla="*/ 202 w 405"/>
                <a:gd name="T1" fmla="*/ 54 h 405"/>
                <a:gd name="T2" fmla="*/ 351 w 405"/>
                <a:gd name="T3" fmla="*/ 202 h 405"/>
                <a:gd name="T4" fmla="*/ 202 w 405"/>
                <a:gd name="T5" fmla="*/ 350 h 405"/>
                <a:gd name="T6" fmla="*/ 54 w 405"/>
                <a:gd name="T7" fmla="*/ 202 h 405"/>
                <a:gd name="T8" fmla="*/ 202 w 405"/>
                <a:gd name="T9" fmla="*/ 54 h 405"/>
                <a:gd name="T10" fmla="*/ 202 w 405"/>
                <a:gd name="T11" fmla="*/ 405 h 405"/>
                <a:gd name="T12" fmla="*/ 405 w 405"/>
                <a:gd name="T13" fmla="*/ 202 h 405"/>
                <a:gd name="T14" fmla="*/ 202 w 405"/>
                <a:gd name="T15" fmla="*/ 0 h 405"/>
                <a:gd name="T16" fmla="*/ 0 w 405"/>
                <a:gd name="T17" fmla="*/ 202 h 405"/>
                <a:gd name="T18" fmla="*/ 202 w 405"/>
                <a:gd name="T19" fmla="*/ 40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5" h="405">
                  <a:moveTo>
                    <a:pt x="202" y="54"/>
                  </a:moveTo>
                  <a:cubicBezTo>
                    <a:pt x="284" y="54"/>
                    <a:pt x="351" y="120"/>
                    <a:pt x="351" y="202"/>
                  </a:cubicBezTo>
                  <a:cubicBezTo>
                    <a:pt x="351" y="284"/>
                    <a:pt x="284" y="350"/>
                    <a:pt x="202" y="350"/>
                  </a:cubicBezTo>
                  <a:cubicBezTo>
                    <a:pt x="120" y="350"/>
                    <a:pt x="54" y="284"/>
                    <a:pt x="54" y="202"/>
                  </a:cubicBezTo>
                  <a:cubicBezTo>
                    <a:pt x="54" y="120"/>
                    <a:pt x="120" y="54"/>
                    <a:pt x="202" y="54"/>
                  </a:cubicBezTo>
                  <a:close/>
                  <a:moveTo>
                    <a:pt x="202" y="405"/>
                  </a:moveTo>
                  <a:cubicBezTo>
                    <a:pt x="314" y="405"/>
                    <a:pt x="405" y="314"/>
                    <a:pt x="405" y="202"/>
                  </a:cubicBezTo>
                  <a:cubicBezTo>
                    <a:pt x="405" y="90"/>
                    <a:pt x="314" y="0"/>
                    <a:pt x="202" y="0"/>
                  </a:cubicBezTo>
                  <a:cubicBezTo>
                    <a:pt x="91" y="0"/>
                    <a:pt x="0" y="90"/>
                    <a:pt x="0" y="202"/>
                  </a:cubicBezTo>
                  <a:cubicBezTo>
                    <a:pt x="0" y="314"/>
                    <a:pt x="91" y="405"/>
                    <a:pt x="202" y="405"/>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64" name="Freeform 28">
              <a:extLst>
                <a:ext uri="{FF2B5EF4-FFF2-40B4-BE49-F238E27FC236}">
                  <a16:creationId xmlns:a16="http://schemas.microsoft.com/office/drawing/2014/main" id="{6068D359-4CE2-6F80-9BF9-4041B3CF76DB}"/>
                </a:ext>
              </a:extLst>
            </p:cNvPr>
            <p:cNvSpPr>
              <a:spLocks noEditPoints="1"/>
            </p:cNvSpPr>
            <p:nvPr userDrawn="1"/>
          </p:nvSpPr>
          <p:spPr bwMode="auto">
            <a:xfrm>
              <a:off x="4414838" y="1887539"/>
              <a:ext cx="222250" cy="141288"/>
            </a:xfrm>
            <a:custGeom>
              <a:avLst/>
              <a:gdLst>
                <a:gd name="T0" fmla="*/ 553 w 616"/>
                <a:gd name="T1" fmla="*/ 267 h 392"/>
                <a:gd name="T2" fmla="*/ 316 w 616"/>
                <a:gd name="T3" fmla="*/ 334 h 392"/>
                <a:gd name="T4" fmla="*/ 309 w 616"/>
                <a:gd name="T5" fmla="*/ 334 h 392"/>
                <a:gd name="T6" fmla="*/ 72 w 616"/>
                <a:gd name="T7" fmla="*/ 267 h 392"/>
                <a:gd name="T8" fmla="*/ 82 w 616"/>
                <a:gd name="T9" fmla="*/ 106 h 392"/>
                <a:gd name="T10" fmla="*/ 274 w 616"/>
                <a:gd name="T11" fmla="*/ 51 h 392"/>
                <a:gd name="T12" fmla="*/ 311 w 616"/>
                <a:gd name="T13" fmla="*/ 56 h 392"/>
                <a:gd name="T14" fmla="*/ 314 w 616"/>
                <a:gd name="T15" fmla="*/ 56 h 392"/>
                <a:gd name="T16" fmla="*/ 351 w 616"/>
                <a:gd name="T17" fmla="*/ 51 h 392"/>
                <a:gd name="T18" fmla="*/ 543 w 616"/>
                <a:gd name="T19" fmla="*/ 106 h 392"/>
                <a:gd name="T20" fmla="*/ 553 w 616"/>
                <a:gd name="T21" fmla="*/ 267 h 392"/>
                <a:gd name="T22" fmla="*/ 357 w 616"/>
                <a:gd name="T23" fmla="*/ 0 h 392"/>
                <a:gd name="T24" fmla="*/ 310 w 616"/>
                <a:gd name="T25" fmla="*/ 7 h 392"/>
                <a:gd name="T26" fmla="*/ 306 w 616"/>
                <a:gd name="T27" fmla="*/ 7 h 392"/>
                <a:gd name="T28" fmla="*/ 260 w 616"/>
                <a:gd name="T29" fmla="*/ 0 h 392"/>
                <a:gd name="T30" fmla="*/ 22 w 616"/>
                <a:gd name="T31" fmla="*/ 73 h 392"/>
                <a:gd name="T32" fmla="*/ 9 w 616"/>
                <a:gd name="T33" fmla="*/ 289 h 392"/>
                <a:gd name="T34" fmla="*/ 303 w 616"/>
                <a:gd name="T35" fmla="*/ 379 h 392"/>
                <a:gd name="T36" fmla="*/ 313 w 616"/>
                <a:gd name="T37" fmla="*/ 379 h 392"/>
                <a:gd name="T38" fmla="*/ 608 w 616"/>
                <a:gd name="T39" fmla="*/ 289 h 392"/>
                <a:gd name="T40" fmla="*/ 595 w 616"/>
                <a:gd name="T41" fmla="*/ 73 h 392"/>
                <a:gd name="T42" fmla="*/ 357 w 616"/>
                <a:gd name="T4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6" h="392">
                  <a:moveTo>
                    <a:pt x="553" y="267"/>
                  </a:moveTo>
                  <a:cubicBezTo>
                    <a:pt x="545" y="343"/>
                    <a:pt x="316" y="334"/>
                    <a:pt x="316" y="334"/>
                  </a:cubicBezTo>
                  <a:lnTo>
                    <a:pt x="309" y="334"/>
                  </a:lnTo>
                  <a:cubicBezTo>
                    <a:pt x="309" y="334"/>
                    <a:pt x="79" y="343"/>
                    <a:pt x="72" y="267"/>
                  </a:cubicBezTo>
                  <a:cubicBezTo>
                    <a:pt x="65" y="190"/>
                    <a:pt x="82" y="106"/>
                    <a:pt x="82" y="106"/>
                  </a:cubicBezTo>
                  <a:cubicBezTo>
                    <a:pt x="138" y="68"/>
                    <a:pt x="274" y="51"/>
                    <a:pt x="274" y="51"/>
                  </a:cubicBezTo>
                  <a:cubicBezTo>
                    <a:pt x="274" y="51"/>
                    <a:pt x="284" y="56"/>
                    <a:pt x="311" y="56"/>
                  </a:cubicBezTo>
                  <a:lnTo>
                    <a:pt x="314" y="56"/>
                  </a:lnTo>
                  <a:cubicBezTo>
                    <a:pt x="341" y="56"/>
                    <a:pt x="351" y="51"/>
                    <a:pt x="351" y="51"/>
                  </a:cubicBezTo>
                  <a:cubicBezTo>
                    <a:pt x="351" y="51"/>
                    <a:pt x="487" y="68"/>
                    <a:pt x="543" y="106"/>
                  </a:cubicBezTo>
                  <a:cubicBezTo>
                    <a:pt x="543" y="106"/>
                    <a:pt x="560" y="190"/>
                    <a:pt x="553" y="267"/>
                  </a:cubicBezTo>
                  <a:close/>
                  <a:moveTo>
                    <a:pt x="357" y="0"/>
                  </a:moveTo>
                  <a:cubicBezTo>
                    <a:pt x="357" y="0"/>
                    <a:pt x="344" y="7"/>
                    <a:pt x="310" y="7"/>
                  </a:cubicBezTo>
                  <a:lnTo>
                    <a:pt x="306" y="7"/>
                  </a:lnTo>
                  <a:cubicBezTo>
                    <a:pt x="272" y="7"/>
                    <a:pt x="260" y="0"/>
                    <a:pt x="260" y="0"/>
                  </a:cubicBezTo>
                  <a:cubicBezTo>
                    <a:pt x="260" y="0"/>
                    <a:pt x="90" y="22"/>
                    <a:pt x="22" y="73"/>
                  </a:cubicBezTo>
                  <a:cubicBezTo>
                    <a:pt x="22" y="73"/>
                    <a:pt x="0" y="187"/>
                    <a:pt x="9" y="289"/>
                  </a:cubicBezTo>
                  <a:cubicBezTo>
                    <a:pt x="18" y="392"/>
                    <a:pt x="303" y="379"/>
                    <a:pt x="303" y="379"/>
                  </a:cubicBezTo>
                  <a:lnTo>
                    <a:pt x="313" y="379"/>
                  </a:lnTo>
                  <a:cubicBezTo>
                    <a:pt x="313" y="379"/>
                    <a:pt x="599" y="392"/>
                    <a:pt x="608" y="289"/>
                  </a:cubicBezTo>
                  <a:cubicBezTo>
                    <a:pt x="616" y="187"/>
                    <a:pt x="595" y="73"/>
                    <a:pt x="595" y="73"/>
                  </a:cubicBezTo>
                  <a:cubicBezTo>
                    <a:pt x="526" y="22"/>
                    <a:pt x="357" y="0"/>
                    <a:pt x="357"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65" name="Freeform 29">
              <a:extLst>
                <a:ext uri="{FF2B5EF4-FFF2-40B4-BE49-F238E27FC236}">
                  <a16:creationId xmlns:a16="http://schemas.microsoft.com/office/drawing/2014/main" id="{8800B858-0021-1B0F-FB26-BA1794736F32}"/>
                </a:ext>
              </a:extLst>
            </p:cNvPr>
            <p:cNvSpPr>
              <a:spLocks/>
            </p:cNvSpPr>
            <p:nvPr userDrawn="1"/>
          </p:nvSpPr>
          <p:spPr bwMode="auto">
            <a:xfrm>
              <a:off x="4610101" y="1685926"/>
              <a:ext cx="84138" cy="79375"/>
            </a:xfrm>
            <a:custGeom>
              <a:avLst/>
              <a:gdLst>
                <a:gd name="T0" fmla="*/ 20 w 234"/>
                <a:gd name="T1" fmla="*/ 218 h 218"/>
                <a:gd name="T2" fmla="*/ 104 w 234"/>
                <a:gd name="T3" fmla="*/ 218 h 218"/>
                <a:gd name="T4" fmla="*/ 122 w 234"/>
                <a:gd name="T5" fmla="*/ 207 h 218"/>
                <a:gd name="T6" fmla="*/ 169 w 234"/>
                <a:gd name="T7" fmla="*/ 115 h 218"/>
                <a:gd name="T8" fmla="*/ 226 w 234"/>
                <a:gd name="T9" fmla="*/ 82 h 218"/>
                <a:gd name="T10" fmla="*/ 228 w 234"/>
                <a:gd name="T11" fmla="*/ 38 h 218"/>
                <a:gd name="T12" fmla="*/ 199 w 234"/>
                <a:gd name="T13" fmla="*/ 6 h 218"/>
                <a:gd name="T14" fmla="*/ 175 w 234"/>
                <a:gd name="T15" fmla="*/ 0 h 218"/>
                <a:gd name="T16" fmla="*/ 123 w 234"/>
                <a:gd name="T17" fmla="*/ 33 h 218"/>
                <a:gd name="T18" fmla="*/ 121 w 234"/>
                <a:gd name="T19" fmla="*/ 77 h 218"/>
                <a:gd name="T20" fmla="*/ 133 w 234"/>
                <a:gd name="T21" fmla="*/ 97 h 218"/>
                <a:gd name="T22" fmla="*/ 92 w 234"/>
                <a:gd name="T23" fmla="*/ 178 h 218"/>
                <a:gd name="T24" fmla="*/ 20 w 234"/>
                <a:gd name="T25" fmla="*/ 178 h 218"/>
                <a:gd name="T26" fmla="*/ 0 w 234"/>
                <a:gd name="T27" fmla="*/ 198 h 218"/>
                <a:gd name="T28" fmla="*/ 20 w 234"/>
                <a:gd name="T29" fmla="*/ 21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4" h="218">
                  <a:moveTo>
                    <a:pt x="20" y="218"/>
                  </a:moveTo>
                  <a:lnTo>
                    <a:pt x="104" y="218"/>
                  </a:lnTo>
                  <a:cubicBezTo>
                    <a:pt x="111" y="218"/>
                    <a:pt x="119" y="214"/>
                    <a:pt x="122" y="207"/>
                  </a:cubicBezTo>
                  <a:lnTo>
                    <a:pt x="169" y="115"/>
                  </a:lnTo>
                  <a:cubicBezTo>
                    <a:pt x="192" y="117"/>
                    <a:pt x="216" y="104"/>
                    <a:pt x="226" y="82"/>
                  </a:cubicBezTo>
                  <a:cubicBezTo>
                    <a:pt x="233" y="68"/>
                    <a:pt x="234" y="53"/>
                    <a:pt x="228" y="38"/>
                  </a:cubicBezTo>
                  <a:cubicBezTo>
                    <a:pt x="223" y="24"/>
                    <a:pt x="213" y="12"/>
                    <a:pt x="199" y="6"/>
                  </a:cubicBezTo>
                  <a:cubicBezTo>
                    <a:pt x="191" y="2"/>
                    <a:pt x="183" y="0"/>
                    <a:pt x="175" y="0"/>
                  </a:cubicBezTo>
                  <a:cubicBezTo>
                    <a:pt x="153" y="0"/>
                    <a:pt x="132" y="13"/>
                    <a:pt x="123" y="33"/>
                  </a:cubicBezTo>
                  <a:cubicBezTo>
                    <a:pt x="116" y="47"/>
                    <a:pt x="115" y="62"/>
                    <a:pt x="121" y="77"/>
                  </a:cubicBezTo>
                  <a:cubicBezTo>
                    <a:pt x="123" y="84"/>
                    <a:pt x="127" y="91"/>
                    <a:pt x="133" y="97"/>
                  </a:cubicBezTo>
                  <a:lnTo>
                    <a:pt x="92" y="178"/>
                  </a:lnTo>
                  <a:lnTo>
                    <a:pt x="20" y="178"/>
                  </a:lnTo>
                  <a:cubicBezTo>
                    <a:pt x="9" y="178"/>
                    <a:pt x="0" y="187"/>
                    <a:pt x="0" y="198"/>
                  </a:cubicBezTo>
                  <a:cubicBezTo>
                    <a:pt x="0" y="209"/>
                    <a:pt x="9" y="218"/>
                    <a:pt x="20" y="21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66" name="Freeform 30">
              <a:extLst>
                <a:ext uri="{FF2B5EF4-FFF2-40B4-BE49-F238E27FC236}">
                  <a16:creationId xmlns:a16="http://schemas.microsoft.com/office/drawing/2014/main" id="{D68319FC-2B73-EC6B-A1C9-8419785C8C94}"/>
                </a:ext>
              </a:extLst>
            </p:cNvPr>
            <p:cNvSpPr>
              <a:spLocks/>
            </p:cNvSpPr>
            <p:nvPr userDrawn="1"/>
          </p:nvSpPr>
          <p:spPr bwMode="auto">
            <a:xfrm>
              <a:off x="4610101" y="1722439"/>
              <a:ext cx="144463" cy="66675"/>
            </a:xfrm>
            <a:custGeom>
              <a:avLst/>
              <a:gdLst>
                <a:gd name="T0" fmla="*/ 20 w 403"/>
                <a:gd name="T1" fmla="*/ 184 h 184"/>
                <a:gd name="T2" fmla="*/ 143 w 403"/>
                <a:gd name="T3" fmla="*/ 184 h 184"/>
                <a:gd name="T4" fmla="*/ 161 w 403"/>
                <a:gd name="T5" fmla="*/ 173 h 184"/>
                <a:gd name="T6" fmla="*/ 210 w 403"/>
                <a:gd name="T7" fmla="*/ 77 h 184"/>
                <a:gd name="T8" fmla="*/ 293 w 403"/>
                <a:gd name="T9" fmla="*/ 77 h 184"/>
                <a:gd name="T10" fmla="*/ 346 w 403"/>
                <a:gd name="T11" fmla="*/ 114 h 184"/>
                <a:gd name="T12" fmla="*/ 403 w 403"/>
                <a:gd name="T13" fmla="*/ 57 h 184"/>
                <a:gd name="T14" fmla="*/ 346 w 403"/>
                <a:gd name="T15" fmla="*/ 0 h 184"/>
                <a:gd name="T16" fmla="*/ 293 w 403"/>
                <a:gd name="T17" fmla="*/ 37 h 184"/>
                <a:gd name="T18" fmla="*/ 198 w 403"/>
                <a:gd name="T19" fmla="*/ 37 h 184"/>
                <a:gd name="T20" fmla="*/ 180 w 403"/>
                <a:gd name="T21" fmla="*/ 48 h 184"/>
                <a:gd name="T22" fmla="*/ 131 w 403"/>
                <a:gd name="T23" fmla="*/ 144 h 184"/>
                <a:gd name="T24" fmla="*/ 20 w 403"/>
                <a:gd name="T25" fmla="*/ 144 h 184"/>
                <a:gd name="T26" fmla="*/ 0 w 403"/>
                <a:gd name="T27" fmla="*/ 164 h 184"/>
                <a:gd name="T28" fmla="*/ 20 w 403"/>
                <a:gd name="T29"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3" h="184">
                  <a:moveTo>
                    <a:pt x="20" y="184"/>
                  </a:moveTo>
                  <a:lnTo>
                    <a:pt x="143" y="184"/>
                  </a:lnTo>
                  <a:cubicBezTo>
                    <a:pt x="151" y="184"/>
                    <a:pt x="158" y="180"/>
                    <a:pt x="161" y="173"/>
                  </a:cubicBezTo>
                  <a:lnTo>
                    <a:pt x="210" y="77"/>
                  </a:lnTo>
                  <a:lnTo>
                    <a:pt x="293" y="77"/>
                  </a:lnTo>
                  <a:cubicBezTo>
                    <a:pt x="301" y="99"/>
                    <a:pt x="322" y="114"/>
                    <a:pt x="346" y="114"/>
                  </a:cubicBezTo>
                  <a:cubicBezTo>
                    <a:pt x="378" y="114"/>
                    <a:pt x="403" y="88"/>
                    <a:pt x="403" y="57"/>
                  </a:cubicBezTo>
                  <a:cubicBezTo>
                    <a:pt x="403" y="25"/>
                    <a:pt x="378" y="0"/>
                    <a:pt x="346" y="0"/>
                  </a:cubicBezTo>
                  <a:cubicBezTo>
                    <a:pt x="322" y="0"/>
                    <a:pt x="301" y="15"/>
                    <a:pt x="293" y="37"/>
                  </a:cubicBezTo>
                  <a:lnTo>
                    <a:pt x="198" y="37"/>
                  </a:lnTo>
                  <a:cubicBezTo>
                    <a:pt x="190" y="37"/>
                    <a:pt x="183" y="41"/>
                    <a:pt x="180" y="48"/>
                  </a:cubicBezTo>
                  <a:lnTo>
                    <a:pt x="131" y="144"/>
                  </a:lnTo>
                  <a:lnTo>
                    <a:pt x="20" y="144"/>
                  </a:lnTo>
                  <a:cubicBezTo>
                    <a:pt x="9" y="144"/>
                    <a:pt x="0" y="153"/>
                    <a:pt x="0" y="164"/>
                  </a:cubicBezTo>
                  <a:cubicBezTo>
                    <a:pt x="0" y="175"/>
                    <a:pt x="9" y="184"/>
                    <a:pt x="20" y="184"/>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67" name="Freeform 31">
              <a:extLst>
                <a:ext uri="{FF2B5EF4-FFF2-40B4-BE49-F238E27FC236}">
                  <a16:creationId xmlns:a16="http://schemas.microsoft.com/office/drawing/2014/main" id="{0314083F-4284-1BDB-81B4-239FCEF6A031}"/>
                </a:ext>
              </a:extLst>
            </p:cNvPr>
            <p:cNvSpPr>
              <a:spLocks/>
            </p:cNvSpPr>
            <p:nvPr userDrawn="1"/>
          </p:nvSpPr>
          <p:spPr bwMode="auto">
            <a:xfrm>
              <a:off x="4610101" y="1787526"/>
              <a:ext cx="152400" cy="41275"/>
            </a:xfrm>
            <a:custGeom>
              <a:avLst/>
              <a:gdLst>
                <a:gd name="T0" fmla="*/ 368 w 425"/>
                <a:gd name="T1" fmla="*/ 0 h 115"/>
                <a:gd name="T2" fmla="*/ 315 w 425"/>
                <a:gd name="T3" fmla="*/ 37 h 115"/>
                <a:gd name="T4" fmla="*/ 20 w 425"/>
                <a:gd name="T5" fmla="*/ 37 h 115"/>
                <a:gd name="T6" fmla="*/ 0 w 425"/>
                <a:gd name="T7" fmla="*/ 57 h 115"/>
                <a:gd name="T8" fmla="*/ 20 w 425"/>
                <a:gd name="T9" fmla="*/ 77 h 115"/>
                <a:gd name="T10" fmla="*/ 315 w 425"/>
                <a:gd name="T11" fmla="*/ 77 h 115"/>
                <a:gd name="T12" fmla="*/ 368 w 425"/>
                <a:gd name="T13" fmla="*/ 115 h 115"/>
                <a:gd name="T14" fmla="*/ 425 w 425"/>
                <a:gd name="T15" fmla="*/ 57 h 115"/>
                <a:gd name="T16" fmla="*/ 368 w 425"/>
                <a:gd name="T1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5" h="115">
                  <a:moveTo>
                    <a:pt x="368" y="0"/>
                  </a:moveTo>
                  <a:cubicBezTo>
                    <a:pt x="344" y="0"/>
                    <a:pt x="323" y="15"/>
                    <a:pt x="315" y="37"/>
                  </a:cubicBezTo>
                  <a:lnTo>
                    <a:pt x="20" y="37"/>
                  </a:lnTo>
                  <a:cubicBezTo>
                    <a:pt x="9" y="37"/>
                    <a:pt x="0" y="46"/>
                    <a:pt x="0" y="57"/>
                  </a:cubicBezTo>
                  <a:cubicBezTo>
                    <a:pt x="0" y="68"/>
                    <a:pt x="9" y="77"/>
                    <a:pt x="20" y="77"/>
                  </a:cubicBezTo>
                  <a:lnTo>
                    <a:pt x="315" y="77"/>
                  </a:lnTo>
                  <a:cubicBezTo>
                    <a:pt x="323" y="99"/>
                    <a:pt x="344" y="115"/>
                    <a:pt x="368" y="115"/>
                  </a:cubicBezTo>
                  <a:cubicBezTo>
                    <a:pt x="399" y="115"/>
                    <a:pt x="425" y="89"/>
                    <a:pt x="425" y="57"/>
                  </a:cubicBezTo>
                  <a:cubicBezTo>
                    <a:pt x="425" y="26"/>
                    <a:pt x="399" y="0"/>
                    <a:pt x="368"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68" name="Group 67">
            <a:extLst>
              <a:ext uri="{FF2B5EF4-FFF2-40B4-BE49-F238E27FC236}">
                <a16:creationId xmlns:a16="http://schemas.microsoft.com/office/drawing/2014/main" id="{3997C536-0688-3D61-83F8-31665022AC07}"/>
              </a:ext>
            </a:extLst>
          </p:cNvPr>
          <p:cNvGrpSpPr/>
          <p:nvPr/>
        </p:nvGrpSpPr>
        <p:grpSpPr>
          <a:xfrm>
            <a:off x="6296026" y="1687514"/>
            <a:ext cx="347662" cy="341313"/>
            <a:chOff x="6296026" y="1687514"/>
            <a:chExt cx="347662" cy="341313"/>
          </a:xfrm>
        </p:grpSpPr>
        <p:sp>
          <p:nvSpPr>
            <p:cNvPr id="69" name="Freeform 32">
              <a:extLst>
                <a:ext uri="{FF2B5EF4-FFF2-40B4-BE49-F238E27FC236}">
                  <a16:creationId xmlns:a16="http://schemas.microsoft.com/office/drawing/2014/main" id="{7432A3A0-010F-D6A2-3C2B-C53FDE1BD233}"/>
                </a:ext>
              </a:extLst>
            </p:cNvPr>
            <p:cNvSpPr>
              <a:spLocks noEditPoints="1"/>
            </p:cNvSpPr>
            <p:nvPr userDrawn="1"/>
          </p:nvSpPr>
          <p:spPr bwMode="auto">
            <a:xfrm>
              <a:off x="6296026" y="1687514"/>
              <a:ext cx="104775" cy="220663"/>
            </a:xfrm>
            <a:custGeom>
              <a:avLst/>
              <a:gdLst>
                <a:gd name="T0" fmla="*/ 144 w 288"/>
                <a:gd name="T1" fmla="*/ 422 h 610"/>
                <a:gd name="T2" fmla="*/ 189 w 288"/>
                <a:gd name="T3" fmla="*/ 466 h 610"/>
                <a:gd name="T4" fmla="*/ 146 w 288"/>
                <a:gd name="T5" fmla="*/ 510 h 610"/>
                <a:gd name="T6" fmla="*/ 144 w 288"/>
                <a:gd name="T7" fmla="*/ 510 h 610"/>
                <a:gd name="T8" fmla="*/ 99 w 288"/>
                <a:gd name="T9" fmla="*/ 466 h 610"/>
                <a:gd name="T10" fmla="*/ 144 w 288"/>
                <a:gd name="T11" fmla="*/ 422 h 610"/>
                <a:gd name="T12" fmla="*/ 99 w 288"/>
                <a:gd name="T13" fmla="*/ 130 h 610"/>
                <a:gd name="T14" fmla="*/ 144 w 288"/>
                <a:gd name="T15" fmla="*/ 85 h 610"/>
                <a:gd name="T16" fmla="*/ 145 w 288"/>
                <a:gd name="T17" fmla="*/ 85 h 610"/>
                <a:gd name="T18" fmla="*/ 144 w 288"/>
                <a:gd name="T19" fmla="*/ 85 h 610"/>
                <a:gd name="T20" fmla="*/ 189 w 288"/>
                <a:gd name="T21" fmla="*/ 130 h 610"/>
                <a:gd name="T22" fmla="*/ 144 w 288"/>
                <a:gd name="T23" fmla="*/ 174 h 610"/>
                <a:gd name="T24" fmla="*/ 99 w 288"/>
                <a:gd name="T25" fmla="*/ 130 h 610"/>
                <a:gd name="T26" fmla="*/ 23 w 288"/>
                <a:gd name="T27" fmla="*/ 508 h 610"/>
                <a:gd name="T28" fmla="*/ 186 w 288"/>
                <a:gd name="T29" fmla="*/ 587 h 610"/>
                <a:gd name="T30" fmla="*/ 265 w 288"/>
                <a:gd name="T31" fmla="*/ 424 h 610"/>
                <a:gd name="T32" fmla="*/ 186 w 288"/>
                <a:gd name="T33" fmla="*/ 345 h 610"/>
                <a:gd name="T34" fmla="*/ 186 w 288"/>
                <a:gd name="T35" fmla="*/ 249 h 610"/>
                <a:gd name="T36" fmla="*/ 272 w 288"/>
                <a:gd name="T37" fmla="*/ 130 h 610"/>
                <a:gd name="T38" fmla="*/ 145 w 288"/>
                <a:gd name="T39" fmla="*/ 1 h 610"/>
                <a:gd name="T40" fmla="*/ 16 w 288"/>
                <a:gd name="T41" fmla="*/ 127 h 610"/>
                <a:gd name="T42" fmla="*/ 102 w 288"/>
                <a:gd name="T43" fmla="*/ 249 h 610"/>
                <a:gd name="T44" fmla="*/ 102 w 288"/>
                <a:gd name="T45" fmla="*/ 345 h 610"/>
                <a:gd name="T46" fmla="*/ 23 w 288"/>
                <a:gd name="T47" fmla="*/ 508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8" h="610">
                  <a:moveTo>
                    <a:pt x="144" y="422"/>
                  </a:moveTo>
                  <a:cubicBezTo>
                    <a:pt x="169" y="422"/>
                    <a:pt x="189" y="441"/>
                    <a:pt x="189" y="466"/>
                  </a:cubicBezTo>
                  <a:cubicBezTo>
                    <a:pt x="189" y="490"/>
                    <a:pt x="169" y="510"/>
                    <a:pt x="146" y="510"/>
                  </a:cubicBezTo>
                  <a:lnTo>
                    <a:pt x="144" y="510"/>
                  </a:lnTo>
                  <a:cubicBezTo>
                    <a:pt x="120" y="510"/>
                    <a:pt x="99" y="491"/>
                    <a:pt x="99" y="466"/>
                  </a:cubicBezTo>
                  <a:cubicBezTo>
                    <a:pt x="99" y="441"/>
                    <a:pt x="120" y="422"/>
                    <a:pt x="144" y="422"/>
                  </a:cubicBezTo>
                  <a:close/>
                  <a:moveTo>
                    <a:pt x="99" y="130"/>
                  </a:moveTo>
                  <a:cubicBezTo>
                    <a:pt x="99" y="105"/>
                    <a:pt x="120" y="85"/>
                    <a:pt x="144" y="85"/>
                  </a:cubicBezTo>
                  <a:lnTo>
                    <a:pt x="145" y="85"/>
                  </a:lnTo>
                  <a:lnTo>
                    <a:pt x="144" y="85"/>
                  </a:lnTo>
                  <a:cubicBezTo>
                    <a:pt x="169" y="85"/>
                    <a:pt x="189" y="105"/>
                    <a:pt x="189" y="130"/>
                  </a:cubicBezTo>
                  <a:cubicBezTo>
                    <a:pt x="189" y="154"/>
                    <a:pt x="169" y="174"/>
                    <a:pt x="144" y="174"/>
                  </a:cubicBezTo>
                  <a:cubicBezTo>
                    <a:pt x="120" y="174"/>
                    <a:pt x="99" y="154"/>
                    <a:pt x="99" y="130"/>
                  </a:cubicBezTo>
                  <a:close/>
                  <a:moveTo>
                    <a:pt x="23" y="508"/>
                  </a:moveTo>
                  <a:cubicBezTo>
                    <a:pt x="46" y="574"/>
                    <a:pt x="119" y="610"/>
                    <a:pt x="186" y="587"/>
                  </a:cubicBezTo>
                  <a:cubicBezTo>
                    <a:pt x="252" y="564"/>
                    <a:pt x="288" y="491"/>
                    <a:pt x="265" y="424"/>
                  </a:cubicBezTo>
                  <a:cubicBezTo>
                    <a:pt x="252" y="387"/>
                    <a:pt x="223" y="358"/>
                    <a:pt x="186" y="345"/>
                  </a:cubicBezTo>
                  <a:lnTo>
                    <a:pt x="186" y="249"/>
                  </a:lnTo>
                  <a:cubicBezTo>
                    <a:pt x="237" y="232"/>
                    <a:pt x="271" y="184"/>
                    <a:pt x="272" y="130"/>
                  </a:cubicBezTo>
                  <a:cubicBezTo>
                    <a:pt x="273" y="59"/>
                    <a:pt x="216" y="1"/>
                    <a:pt x="145" y="1"/>
                  </a:cubicBezTo>
                  <a:cubicBezTo>
                    <a:pt x="75" y="0"/>
                    <a:pt x="17" y="57"/>
                    <a:pt x="16" y="127"/>
                  </a:cubicBezTo>
                  <a:cubicBezTo>
                    <a:pt x="16" y="182"/>
                    <a:pt x="50" y="231"/>
                    <a:pt x="102" y="249"/>
                  </a:cubicBezTo>
                  <a:lnTo>
                    <a:pt x="102" y="345"/>
                  </a:lnTo>
                  <a:cubicBezTo>
                    <a:pt x="36" y="368"/>
                    <a:pt x="0" y="441"/>
                    <a:pt x="23" y="50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70" name="Freeform 33">
              <a:extLst>
                <a:ext uri="{FF2B5EF4-FFF2-40B4-BE49-F238E27FC236}">
                  <a16:creationId xmlns:a16="http://schemas.microsoft.com/office/drawing/2014/main" id="{D9821FD8-25F3-548B-660E-9E302E0DB5F9}"/>
                </a:ext>
              </a:extLst>
            </p:cNvPr>
            <p:cNvSpPr>
              <a:spLocks noEditPoints="1"/>
            </p:cNvSpPr>
            <p:nvPr userDrawn="1"/>
          </p:nvSpPr>
          <p:spPr bwMode="auto">
            <a:xfrm>
              <a:off x="6545263" y="1931989"/>
              <a:ext cx="92075" cy="92075"/>
            </a:xfrm>
            <a:custGeom>
              <a:avLst/>
              <a:gdLst>
                <a:gd name="T0" fmla="*/ 128 w 256"/>
                <a:gd name="T1" fmla="*/ 171 h 255"/>
                <a:gd name="T2" fmla="*/ 83 w 256"/>
                <a:gd name="T3" fmla="*/ 126 h 255"/>
                <a:gd name="T4" fmla="*/ 128 w 256"/>
                <a:gd name="T5" fmla="*/ 82 h 255"/>
                <a:gd name="T6" fmla="*/ 172 w 256"/>
                <a:gd name="T7" fmla="*/ 126 h 255"/>
                <a:gd name="T8" fmla="*/ 128 w 256"/>
                <a:gd name="T9" fmla="*/ 171 h 255"/>
                <a:gd name="T10" fmla="*/ 128 w 256"/>
                <a:gd name="T11" fmla="*/ 0 h 255"/>
                <a:gd name="T12" fmla="*/ 0 w 256"/>
                <a:gd name="T13" fmla="*/ 128 h 255"/>
                <a:gd name="T14" fmla="*/ 128 w 256"/>
                <a:gd name="T15" fmla="*/ 255 h 255"/>
                <a:gd name="T16" fmla="*/ 256 w 256"/>
                <a:gd name="T17" fmla="*/ 128 h 255"/>
                <a:gd name="T18" fmla="*/ 128 w 256"/>
                <a:gd name="T1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5">
                  <a:moveTo>
                    <a:pt x="128" y="171"/>
                  </a:moveTo>
                  <a:cubicBezTo>
                    <a:pt x="103" y="171"/>
                    <a:pt x="83" y="151"/>
                    <a:pt x="83" y="126"/>
                  </a:cubicBezTo>
                  <a:cubicBezTo>
                    <a:pt x="83" y="102"/>
                    <a:pt x="103" y="82"/>
                    <a:pt x="128" y="82"/>
                  </a:cubicBezTo>
                  <a:cubicBezTo>
                    <a:pt x="152" y="82"/>
                    <a:pt x="172" y="102"/>
                    <a:pt x="172" y="126"/>
                  </a:cubicBezTo>
                  <a:cubicBezTo>
                    <a:pt x="172" y="151"/>
                    <a:pt x="152" y="171"/>
                    <a:pt x="128" y="171"/>
                  </a:cubicBezTo>
                  <a:close/>
                  <a:moveTo>
                    <a:pt x="128" y="0"/>
                  </a:moveTo>
                  <a:cubicBezTo>
                    <a:pt x="57" y="0"/>
                    <a:pt x="0" y="57"/>
                    <a:pt x="0" y="128"/>
                  </a:cubicBezTo>
                  <a:cubicBezTo>
                    <a:pt x="0" y="198"/>
                    <a:pt x="57" y="255"/>
                    <a:pt x="128" y="255"/>
                  </a:cubicBezTo>
                  <a:cubicBezTo>
                    <a:pt x="198" y="255"/>
                    <a:pt x="256" y="198"/>
                    <a:pt x="256" y="128"/>
                  </a:cubicBezTo>
                  <a:cubicBezTo>
                    <a:pt x="256" y="57"/>
                    <a:pt x="198" y="0"/>
                    <a:pt x="128"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71" name="Freeform 34">
              <a:extLst>
                <a:ext uri="{FF2B5EF4-FFF2-40B4-BE49-F238E27FC236}">
                  <a16:creationId xmlns:a16="http://schemas.microsoft.com/office/drawing/2014/main" id="{994BDC3D-D48B-DF0E-DFCC-6E301C6A68CD}"/>
                </a:ext>
              </a:extLst>
            </p:cNvPr>
            <p:cNvSpPr>
              <a:spLocks noEditPoints="1"/>
            </p:cNvSpPr>
            <p:nvPr userDrawn="1"/>
          </p:nvSpPr>
          <p:spPr bwMode="auto">
            <a:xfrm>
              <a:off x="6415088" y="1689101"/>
              <a:ext cx="228600" cy="219075"/>
            </a:xfrm>
            <a:custGeom>
              <a:avLst/>
              <a:gdLst>
                <a:gd name="T0" fmla="*/ 145 w 632"/>
                <a:gd name="T1" fmla="*/ 171 h 608"/>
                <a:gd name="T2" fmla="*/ 145 w 632"/>
                <a:gd name="T3" fmla="*/ 172 h 608"/>
                <a:gd name="T4" fmla="*/ 101 w 632"/>
                <a:gd name="T5" fmla="*/ 128 h 608"/>
                <a:gd name="T6" fmla="*/ 145 w 632"/>
                <a:gd name="T7" fmla="*/ 83 h 608"/>
                <a:gd name="T8" fmla="*/ 190 w 632"/>
                <a:gd name="T9" fmla="*/ 128 h 608"/>
                <a:gd name="T10" fmla="*/ 145 w 632"/>
                <a:gd name="T11" fmla="*/ 171 h 608"/>
                <a:gd name="T12" fmla="*/ 487 w 632"/>
                <a:gd name="T13" fmla="*/ 420 h 608"/>
                <a:gd name="T14" fmla="*/ 531 w 632"/>
                <a:gd name="T15" fmla="*/ 464 h 608"/>
                <a:gd name="T16" fmla="*/ 487 w 632"/>
                <a:gd name="T17" fmla="*/ 508 h 608"/>
                <a:gd name="T18" fmla="*/ 443 w 632"/>
                <a:gd name="T19" fmla="*/ 464 h 608"/>
                <a:gd name="T20" fmla="*/ 487 w 632"/>
                <a:gd name="T21" fmla="*/ 420 h 608"/>
                <a:gd name="T22" fmla="*/ 145 w 632"/>
                <a:gd name="T23" fmla="*/ 508 h 608"/>
                <a:gd name="T24" fmla="*/ 101 w 632"/>
                <a:gd name="T25" fmla="*/ 464 h 608"/>
                <a:gd name="T26" fmla="*/ 145 w 632"/>
                <a:gd name="T27" fmla="*/ 420 h 608"/>
                <a:gd name="T28" fmla="*/ 190 w 632"/>
                <a:gd name="T29" fmla="*/ 464 h 608"/>
                <a:gd name="T30" fmla="*/ 145 w 632"/>
                <a:gd name="T31" fmla="*/ 508 h 608"/>
                <a:gd name="T32" fmla="*/ 264 w 632"/>
                <a:gd name="T33" fmla="*/ 422 h 608"/>
                <a:gd name="T34" fmla="*/ 102 w 632"/>
                <a:gd name="T35" fmla="*/ 343 h 608"/>
                <a:gd name="T36" fmla="*/ 23 w 632"/>
                <a:gd name="T37" fmla="*/ 506 h 608"/>
                <a:gd name="T38" fmla="*/ 185 w 632"/>
                <a:gd name="T39" fmla="*/ 585 h 608"/>
                <a:gd name="T40" fmla="*/ 264 w 632"/>
                <a:gd name="T41" fmla="*/ 506 h 608"/>
                <a:gd name="T42" fmla="*/ 367 w 632"/>
                <a:gd name="T43" fmla="*/ 506 h 608"/>
                <a:gd name="T44" fmla="*/ 530 w 632"/>
                <a:gd name="T45" fmla="*/ 585 h 608"/>
                <a:gd name="T46" fmla="*/ 609 w 632"/>
                <a:gd name="T47" fmla="*/ 422 h 608"/>
                <a:gd name="T48" fmla="*/ 487 w 632"/>
                <a:gd name="T49" fmla="*/ 336 h 608"/>
                <a:gd name="T50" fmla="*/ 462 w 632"/>
                <a:gd name="T51" fmla="*/ 339 h 608"/>
                <a:gd name="T52" fmla="*/ 270 w 632"/>
                <a:gd name="T53" fmla="*/ 147 h 608"/>
                <a:gd name="T54" fmla="*/ 273 w 632"/>
                <a:gd name="T55" fmla="*/ 128 h 608"/>
                <a:gd name="T56" fmla="*/ 145 w 632"/>
                <a:gd name="T57" fmla="*/ 0 h 608"/>
                <a:gd name="T58" fmla="*/ 17 w 632"/>
                <a:gd name="T59" fmla="*/ 128 h 608"/>
                <a:gd name="T60" fmla="*/ 145 w 632"/>
                <a:gd name="T61" fmla="*/ 256 h 608"/>
                <a:gd name="T62" fmla="*/ 230 w 632"/>
                <a:gd name="T63" fmla="*/ 224 h 608"/>
                <a:gd name="T64" fmla="*/ 390 w 632"/>
                <a:gd name="T65" fmla="*/ 383 h 608"/>
                <a:gd name="T66" fmla="*/ 367 w 632"/>
                <a:gd name="T67" fmla="*/ 422 h 608"/>
                <a:gd name="T68" fmla="*/ 264 w 632"/>
                <a:gd name="T69" fmla="*/ 422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2" h="608">
                  <a:moveTo>
                    <a:pt x="145" y="171"/>
                  </a:moveTo>
                  <a:lnTo>
                    <a:pt x="145" y="172"/>
                  </a:lnTo>
                  <a:cubicBezTo>
                    <a:pt x="121" y="172"/>
                    <a:pt x="101" y="152"/>
                    <a:pt x="101" y="128"/>
                  </a:cubicBezTo>
                  <a:cubicBezTo>
                    <a:pt x="101" y="103"/>
                    <a:pt x="121" y="83"/>
                    <a:pt x="145" y="83"/>
                  </a:cubicBezTo>
                  <a:cubicBezTo>
                    <a:pt x="170" y="83"/>
                    <a:pt x="190" y="103"/>
                    <a:pt x="190" y="128"/>
                  </a:cubicBezTo>
                  <a:cubicBezTo>
                    <a:pt x="189" y="152"/>
                    <a:pt x="169" y="171"/>
                    <a:pt x="145" y="171"/>
                  </a:cubicBezTo>
                  <a:close/>
                  <a:moveTo>
                    <a:pt x="487" y="420"/>
                  </a:moveTo>
                  <a:cubicBezTo>
                    <a:pt x="511" y="420"/>
                    <a:pt x="531" y="439"/>
                    <a:pt x="531" y="464"/>
                  </a:cubicBezTo>
                  <a:cubicBezTo>
                    <a:pt x="531" y="489"/>
                    <a:pt x="511" y="508"/>
                    <a:pt x="487" y="508"/>
                  </a:cubicBezTo>
                  <a:cubicBezTo>
                    <a:pt x="462" y="508"/>
                    <a:pt x="443" y="489"/>
                    <a:pt x="443" y="464"/>
                  </a:cubicBezTo>
                  <a:cubicBezTo>
                    <a:pt x="443" y="439"/>
                    <a:pt x="462" y="420"/>
                    <a:pt x="487" y="420"/>
                  </a:cubicBezTo>
                  <a:close/>
                  <a:moveTo>
                    <a:pt x="145" y="508"/>
                  </a:moveTo>
                  <a:cubicBezTo>
                    <a:pt x="121" y="508"/>
                    <a:pt x="101" y="489"/>
                    <a:pt x="101" y="464"/>
                  </a:cubicBezTo>
                  <a:cubicBezTo>
                    <a:pt x="101" y="439"/>
                    <a:pt x="121" y="420"/>
                    <a:pt x="145" y="420"/>
                  </a:cubicBezTo>
                  <a:cubicBezTo>
                    <a:pt x="170" y="420"/>
                    <a:pt x="190" y="439"/>
                    <a:pt x="190" y="464"/>
                  </a:cubicBezTo>
                  <a:cubicBezTo>
                    <a:pt x="190" y="489"/>
                    <a:pt x="170" y="508"/>
                    <a:pt x="145" y="508"/>
                  </a:cubicBezTo>
                  <a:close/>
                  <a:moveTo>
                    <a:pt x="264" y="422"/>
                  </a:moveTo>
                  <a:cubicBezTo>
                    <a:pt x="241" y="356"/>
                    <a:pt x="169" y="320"/>
                    <a:pt x="102" y="343"/>
                  </a:cubicBezTo>
                  <a:cubicBezTo>
                    <a:pt x="35" y="366"/>
                    <a:pt x="0" y="439"/>
                    <a:pt x="23" y="506"/>
                  </a:cubicBezTo>
                  <a:cubicBezTo>
                    <a:pt x="46" y="572"/>
                    <a:pt x="119" y="608"/>
                    <a:pt x="185" y="585"/>
                  </a:cubicBezTo>
                  <a:cubicBezTo>
                    <a:pt x="223" y="572"/>
                    <a:pt x="252" y="543"/>
                    <a:pt x="264" y="506"/>
                  </a:cubicBezTo>
                  <a:lnTo>
                    <a:pt x="367" y="506"/>
                  </a:lnTo>
                  <a:cubicBezTo>
                    <a:pt x="390" y="572"/>
                    <a:pt x="463" y="608"/>
                    <a:pt x="530" y="585"/>
                  </a:cubicBezTo>
                  <a:cubicBezTo>
                    <a:pt x="596" y="562"/>
                    <a:pt x="632" y="489"/>
                    <a:pt x="609" y="422"/>
                  </a:cubicBezTo>
                  <a:cubicBezTo>
                    <a:pt x="591" y="370"/>
                    <a:pt x="542" y="336"/>
                    <a:pt x="487" y="336"/>
                  </a:cubicBezTo>
                  <a:lnTo>
                    <a:pt x="462" y="339"/>
                  </a:lnTo>
                  <a:lnTo>
                    <a:pt x="270" y="147"/>
                  </a:lnTo>
                  <a:cubicBezTo>
                    <a:pt x="271" y="141"/>
                    <a:pt x="272" y="134"/>
                    <a:pt x="273" y="128"/>
                  </a:cubicBezTo>
                  <a:cubicBezTo>
                    <a:pt x="273" y="57"/>
                    <a:pt x="215" y="0"/>
                    <a:pt x="145" y="0"/>
                  </a:cubicBezTo>
                  <a:cubicBezTo>
                    <a:pt x="74" y="0"/>
                    <a:pt x="17" y="58"/>
                    <a:pt x="17" y="128"/>
                  </a:cubicBezTo>
                  <a:cubicBezTo>
                    <a:pt x="17" y="199"/>
                    <a:pt x="75" y="256"/>
                    <a:pt x="145" y="256"/>
                  </a:cubicBezTo>
                  <a:cubicBezTo>
                    <a:pt x="176" y="256"/>
                    <a:pt x="207" y="244"/>
                    <a:pt x="230" y="224"/>
                  </a:cubicBezTo>
                  <a:lnTo>
                    <a:pt x="390" y="383"/>
                  </a:lnTo>
                  <a:cubicBezTo>
                    <a:pt x="380" y="395"/>
                    <a:pt x="372" y="408"/>
                    <a:pt x="367" y="422"/>
                  </a:cubicBezTo>
                  <a:lnTo>
                    <a:pt x="264" y="422"/>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72" name="Freeform 35">
              <a:extLst>
                <a:ext uri="{FF2B5EF4-FFF2-40B4-BE49-F238E27FC236}">
                  <a16:creationId xmlns:a16="http://schemas.microsoft.com/office/drawing/2014/main" id="{3147DCFB-FCC4-F72D-99C4-8F0F828B2AFE}"/>
                </a:ext>
              </a:extLst>
            </p:cNvPr>
            <p:cNvSpPr>
              <a:spLocks noEditPoints="1"/>
            </p:cNvSpPr>
            <p:nvPr userDrawn="1"/>
          </p:nvSpPr>
          <p:spPr bwMode="auto">
            <a:xfrm>
              <a:off x="6545263" y="1689101"/>
              <a:ext cx="92075" cy="92075"/>
            </a:xfrm>
            <a:custGeom>
              <a:avLst/>
              <a:gdLst>
                <a:gd name="T0" fmla="*/ 129 w 256"/>
                <a:gd name="T1" fmla="*/ 83 h 256"/>
                <a:gd name="T2" fmla="*/ 173 w 256"/>
                <a:gd name="T3" fmla="*/ 128 h 256"/>
                <a:gd name="T4" fmla="*/ 129 w 256"/>
                <a:gd name="T5" fmla="*/ 172 h 256"/>
                <a:gd name="T6" fmla="*/ 85 w 256"/>
                <a:gd name="T7" fmla="*/ 128 h 256"/>
                <a:gd name="T8" fmla="*/ 129 w 256"/>
                <a:gd name="T9" fmla="*/ 83 h 256"/>
                <a:gd name="T10" fmla="*/ 128 w 256"/>
                <a:gd name="T11" fmla="*/ 256 h 256"/>
                <a:gd name="T12" fmla="*/ 256 w 256"/>
                <a:gd name="T13" fmla="*/ 128 h 256"/>
                <a:gd name="T14" fmla="*/ 128 w 256"/>
                <a:gd name="T15" fmla="*/ 0 h 256"/>
                <a:gd name="T16" fmla="*/ 0 w 256"/>
                <a:gd name="T17" fmla="*/ 128 h 256"/>
                <a:gd name="T18" fmla="*/ 128 w 256"/>
                <a:gd name="T19" fmla="*/ 2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256">
                  <a:moveTo>
                    <a:pt x="129" y="83"/>
                  </a:moveTo>
                  <a:cubicBezTo>
                    <a:pt x="154" y="83"/>
                    <a:pt x="173" y="103"/>
                    <a:pt x="173" y="128"/>
                  </a:cubicBezTo>
                  <a:cubicBezTo>
                    <a:pt x="173" y="152"/>
                    <a:pt x="154" y="172"/>
                    <a:pt x="129" y="172"/>
                  </a:cubicBezTo>
                  <a:cubicBezTo>
                    <a:pt x="105" y="172"/>
                    <a:pt x="85" y="152"/>
                    <a:pt x="85" y="128"/>
                  </a:cubicBezTo>
                  <a:cubicBezTo>
                    <a:pt x="85" y="103"/>
                    <a:pt x="105" y="83"/>
                    <a:pt x="129" y="83"/>
                  </a:cubicBezTo>
                  <a:close/>
                  <a:moveTo>
                    <a:pt x="128" y="256"/>
                  </a:moveTo>
                  <a:cubicBezTo>
                    <a:pt x="198" y="256"/>
                    <a:pt x="256" y="198"/>
                    <a:pt x="256" y="128"/>
                  </a:cubicBezTo>
                  <a:cubicBezTo>
                    <a:pt x="256" y="57"/>
                    <a:pt x="198" y="0"/>
                    <a:pt x="128" y="0"/>
                  </a:cubicBezTo>
                  <a:cubicBezTo>
                    <a:pt x="57" y="0"/>
                    <a:pt x="0" y="57"/>
                    <a:pt x="0" y="128"/>
                  </a:cubicBezTo>
                  <a:cubicBezTo>
                    <a:pt x="0" y="198"/>
                    <a:pt x="57" y="256"/>
                    <a:pt x="128" y="256"/>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73" name="Freeform 36">
              <a:extLst>
                <a:ext uri="{FF2B5EF4-FFF2-40B4-BE49-F238E27FC236}">
                  <a16:creationId xmlns:a16="http://schemas.microsoft.com/office/drawing/2014/main" id="{9BC3BF45-B0CC-9CC1-D022-24F1A2F6F748}"/>
                </a:ext>
              </a:extLst>
            </p:cNvPr>
            <p:cNvSpPr>
              <a:spLocks noEditPoints="1"/>
            </p:cNvSpPr>
            <p:nvPr userDrawn="1"/>
          </p:nvSpPr>
          <p:spPr bwMode="auto">
            <a:xfrm>
              <a:off x="6296026" y="1925639"/>
              <a:ext cx="228600" cy="103188"/>
            </a:xfrm>
            <a:custGeom>
              <a:avLst/>
              <a:gdLst>
                <a:gd name="T0" fmla="*/ 487 w 632"/>
                <a:gd name="T1" fmla="*/ 191 h 288"/>
                <a:gd name="T2" fmla="*/ 443 w 632"/>
                <a:gd name="T3" fmla="*/ 147 h 288"/>
                <a:gd name="T4" fmla="*/ 487 w 632"/>
                <a:gd name="T5" fmla="*/ 102 h 288"/>
                <a:gd name="T6" fmla="*/ 532 w 632"/>
                <a:gd name="T7" fmla="*/ 147 h 288"/>
                <a:gd name="T8" fmla="*/ 487 w 632"/>
                <a:gd name="T9" fmla="*/ 191 h 288"/>
                <a:gd name="T10" fmla="*/ 146 w 632"/>
                <a:gd name="T11" fmla="*/ 191 h 288"/>
                <a:gd name="T12" fmla="*/ 101 w 632"/>
                <a:gd name="T13" fmla="*/ 147 h 288"/>
                <a:gd name="T14" fmla="*/ 146 w 632"/>
                <a:gd name="T15" fmla="*/ 102 h 288"/>
                <a:gd name="T16" fmla="*/ 190 w 632"/>
                <a:gd name="T17" fmla="*/ 147 h 288"/>
                <a:gd name="T18" fmla="*/ 146 w 632"/>
                <a:gd name="T19" fmla="*/ 191 h 288"/>
                <a:gd name="T20" fmla="*/ 453 w 632"/>
                <a:gd name="T21" fmla="*/ 23 h 288"/>
                <a:gd name="T22" fmla="*/ 370 w 632"/>
                <a:gd name="T23" fmla="*/ 98 h 288"/>
                <a:gd name="T24" fmla="*/ 264 w 632"/>
                <a:gd name="T25" fmla="*/ 98 h 288"/>
                <a:gd name="T26" fmla="*/ 98 w 632"/>
                <a:gd name="T27" fmla="*/ 26 h 288"/>
                <a:gd name="T28" fmla="*/ 26 w 632"/>
                <a:gd name="T29" fmla="*/ 192 h 288"/>
                <a:gd name="T30" fmla="*/ 146 w 632"/>
                <a:gd name="T31" fmla="*/ 273 h 288"/>
                <a:gd name="T32" fmla="*/ 268 w 632"/>
                <a:gd name="T33" fmla="*/ 181 h 288"/>
                <a:gd name="T34" fmla="*/ 366 w 632"/>
                <a:gd name="T35" fmla="*/ 181 h 288"/>
                <a:gd name="T36" fmla="*/ 524 w 632"/>
                <a:gd name="T37" fmla="*/ 268 h 288"/>
                <a:gd name="T38" fmla="*/ 612 w 632"/>
                <a:gd name="T39" fmla="*/ 110 h 288"/>
                <a:gd name="T40" fmla="*/ 453 w 632"/>
                <a:gd name="T41" fmla="*/ 2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32" h="288">
                  <a:moveTo>
                    <a:pt x="487" y="191"/>
                  </a:moveTo>
                  <a:cubicBezTo>
                    <a:pt x="463" y="191"/>
                    <a:pt x="443" y="171"/>
                    <a:pt x="443" y="147"/>
                  </a:cubicBezTo>
                  <a:cubicBezTo>
                    <a:pt x="443" y="122"/>
                    <a:pt x="463" y="102"/>
                    <a:pt x="487" y="102"/>
                  </a:cubicBezTo>
                  <a:cubicBezTo>
                    <a:pt x="512" y="102"/>
                    <a:pt x="532" y="122"/>
                    <a:pt x="532" y="147"/>
                  </a:cubicBezTo>
                  <a:cubicBezTo>
                    <a:pt x="532" y="171"/>
                    <a:pt x="512" y="191"/>
                    <a:pt x="487" y="191"/>
                  </a:cubicBezTo>
                  <a:close/>
                  <a:moveTo>
                    <a:pt x="146" y="191"/>
                  </a:moveTo>
                  <a:cubicBezTo>
                    <a:pt x="121" y="191"/>
                    <a:pt x="101" y="171"/>
                    <a:pt x="101" y="147"/>
                  </a:cubicBezTo>
                  <a:cubicBezTo>
                    <a:pt x="101" y="122"/>
                    <a:pt x="121" y="102"/>
                    <a:pt x="146" y="102"/>
                  </a:cubicBezTo>
                  <a:cubicBezTo>
                    <a:pt x="170" y="102"/>
                    <a:pt x="190" y="122"/>
                    <a:pt x="190" y="147"/>
                  </a:cubicBezTo>
                  <a:cubicBezTo>
                    <a:pt x="190" y="171"/>
                    <a:pt x="170" y="191"/>
                    <a:pt x="146" y="191"/>
                  </a:cubicBezTo>
                  <a:close/>
                  <a:moveTo>
                    <a:pt x="453" y="23"/>
                  </a:moveTo>
                  <a:cubicBezTo>
                    <a:pt x="416" y="34"/>
                    <a:pt x="385" y="62"/>
                    <a:pt x="370" y="98"/>
                  </a:cubicBezTo>
                  <a:lnTo>
                    <a:pt x="264" y="98"/>
                  </a:lnTo>
                  <a:cubicBezTo>
                    <a:pt x="237" y="32"/>
                    <a:pt x="163" y="0"/>
                    <a:pt x="98" y="26"/>
                  </a:cubicBezTo>
                  <a:cubicBezTo>
                    <a:pt x="32" y="52"/>
                    <a:pt x="0" y="127"/>
                    <a:pt x="26" y="192"/>
                  </a:cubicBezTo>
                  <a:cubicBezTo>
                    <a:pt x="45" y="241"/>
                    <a:pt x="93" y="273"/>
                    <a:pt x="146" y="273"/>
                  </a:cubicBezTo>
                  <a:cubicBezTo>
                    <a:pt x="202" y="273"/>
                    <a:pt x="252" y="236"/>
                    <a:pt x="268" y="181"/>
                  </a:cubicBezTo>
                  <a:lnTo>
                    <a:pt x="366" y="181"/>
                  </a:lnTo>
                  <a:cubicBezTo>
                    <a:pt x="386" y="249"/>
                    <a:pt x="457" y="288"/>
                    <a:pt x="524" y="268"/>
                  </a:cubicBezTo>
                  <a:cubicBezTo>
                    <a:pt x="593" y="249"/>
                    <a:pt x="632" y="178"/>
                    <a:pt x="612" y="110"/>
                  </a:cubicBezTo>
                  <a:cubicBezTo>
                    <a:pt x="592" y="42"/>
                    <a:pt x="522" y="3"/>
                    <a:pt x="453" y="2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74" name="Group 73">
            <a:extLst>
              <a:ext uri="{FF2B5EF4-FFF2-40B4-BE49-F238E27FC236}">
                <a16:creationId xmlns:a16="http://schemas.microsoft.com/office/drawing/2014/main" id="{066EB2E9-2B04-ED44-5940-413101C41370}"/>
              </a:ext>
            </a:extLst>
          </p:cNvPr>
          <p:cNvGrpSpPr/>
          <p:nvPr/>
        </p:nvGrpSpPr>
        <p:grpSpPr>
          <a:xfrm>
            <a:off x="5373688" y="1689101"/>
            <a:ext cx="336550" cy="334963"/>
            <a:chOff x="5373688" y="1689101"/>
            <a:chExt cx="336550" cy="334963"/>
          </a:xfrm>
        </p:grpSpPr>
        <p:sp>
          <p:nvSpPr>
            <p:cNvPr id="75" name="Freeform 37">
              <a:extLst>
                <a:ext uri="{FF2B5EF4-FFF2-40B4-BE49-F238E27FC236}">
                  <a16:creationId xmlns:a16="http://schemas.microsoft.com/office/drawing/2014/main" id="{F95FC04A-A29E-59D4-0050-C1410C523E8B}"/>
                </a:ext>
              </a:extLst>
            </p:cNvPr>
            <p:cNvSpPr>
              <a:spLocks/>
            </p:cNvSpPr>
            <p:nvPr userDrawn="1"/>
          </p:nvSpPr>
          <p:spPr bwMode="auto">
            <a:xfrm>
              <a:off x="5483226" y="1808164"/>
              <a:ext cx="115888" cy="95250"/>
            </a:xfrm>
            <a:custGeom>
              <a:avLst/>
              <a:gdLst>
                <a:gd name="T0" fmla="*/ 121 w 321"/>
                <a:gd name="T1" fmla="*/ 137 h 262"/>
                <a:gd name="T2" fmla="*/ 65 w 321"/>
                <a:gd name="T3" fmla="*/ 80 h 262"/>
                <a:gd name="T4" fmla="*/ 63 w 321"/>
                <a:gd name="T5" fmla="*/ 79 h 262"/>
                <a:gd name="T6" fmla="*/ 2 w 321"/>
                <a:gd name="T7" fmla="*/ 140 h 262"/>
                <a:gd name="T8" fmla="*/ 0 w 321"/>
                <a:gd name="T9" fmla="*/ 141 h 262"/>
                <a:gd name="T10" fmla="*/ 60 w 321"/>
                <a:gd name="T11" fmla="*/ 200 h 262"/>
                <a:gd name="T12" fmla="*/ 120 w 321"/>
                <a:gd name="T13" fmla="*/ 262 h 262"/>
                <a:gd name="T14" fmla="*/ 182 w 321"/>
                <a:gd name="T15" fmla="*/ 201 h 262"/>
                <a:gd name="T16" fmla="*/ 320 w 321"/>
                <a:gd name="T17" fmla="*/ 64 h 262"/>
                <a:gd name="T18" fmla="*/ 321 w 321"/>
                <a:gd name="T19" fmla="*/ 63 h 262"/>
                <a:gd name="T20" fmla="*/ 259 w 321"/>
                <a:gd name="T21" fmla="*/ 0 h 262"/>
                <a:gd name="T22" fmla="*/ 121 w 321"/>
                <a:gd name="T23" fmla="*/ 13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1" h="262">
                  <a:moveTo>
                    <a:pt x="121" y="137"/>
                  </a:moveTo>
                  <a:lnTo>
                    <a:pt x="65" y="80"/>
                  </a:lnTo>
                  <a:lnTo>
                    <a:pt x="63" y="79"/>
                  </a:lnTo>
                  <a:lnTo>
                    <a:pt x="2" y="140"/>
                  </a:lnTo>
                  <a:lnTo>
                    <a:pt x="0" y="141"/>
                  </a:lnTo>
                  <a:lnTo>
                    <a:pt x="60" y="200"/>
                  </a:lnTo>
                  <a:lnTo>
                    <a:pt x="120" y="262"/>
                  </a:lnTo>
                  <a:lnTo>
                    <a:pt x="182" y="201"/>
                  </a:lnTo>
                  <a:lnTo>
                    <a:pt x="320" y="64"/>
                  </a:lnTo>
                  <a:lnTo>
                    <a:pt x="321" y="63"/>
                  </a:lnTo>
                  <a:lnTo>
                    <a:pt x="259" y="0"/>
                  </a:lnTo>
                  <a:lnTo>
                    <a:pt x="121" y="137"/>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76" name="Freeform 38">
              <a:extLst>
                <a:ext uri="{FF2B5EF4-FFF2-40B4-BE49-F238E27FC236}">
                  <a16:creationId xmlns:a16="http://schemas.microsoft.com/office/drawing/2014/main" id="{694A48E0-B273-D91C-5797-68AF3F3DE8E8}"/>
                </a:ext>
              </a:extLst>
            </p:cNvPr>
            <p:cNvSpPr>
              <a:spLocks noEditPoints="1"/>
            </p:cNvSpPr>
            <p:nvPr userDrawn="1"/>
          </p:nvSpPr>
          <p:spPr bwMode="auto">
            <a:xfrm>
              <a:off x="5440363" y="1754189"/>
              <a:ext cx="203200" cy="204788"/>
            </a:xfrm>
            <a:custGeom>
              <a:avLst/>
              <a:gdLst>
                <a:gd name="T0" fmla="*/ 282 w 565"/>
                <a:gd name="T1" fmla="*/ 513 h 566"/>
                <a:gd name="T2" fmla="*/ 52 w 565"/>
                <a:gd name="T3" fmla="*/ 283 h 566"/>
                <a:gd name="T4" fmla="*/ 282 w 565"/>
                <a:gd name="T5" fmla="*/ 53 h 566"/>
                <a:gd name="T6" fmla="*/ 512 w 565"/>
                <a:gd name="T7" fmla="*/ 283 h 566"/>
                <a:gd name="T8" fmla="*/ 282 w 565"/>
                <a:gd name="T9" fmla="*/ 513 h 566"/>
                <a:gd name="T10" fmla="*/ 282 w 565"/>
                <a:gd name="T11" fmla="*/ 0 h 566"/>
                <a:gd name="T12" fmla="*/ 0 w 565"/>
                <a:gd name="T13" fmla="*/ 283 h 566"/>
                <a:gd name="T14" fmla="*/ 282 w 565"/>
                <a:gd name="T15" fmla="*/ 566 h 566"/>
                <a:gd name="T16" fmla="*/ 565 w 565"/>
                <a:gd name="T17" fmla="*/ 283 h 566"/>
                <a:gd name="T18" fmla="*/ 282 w 565"/>
                <a:gd name="T19" fmla="*/ 0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5" h="566">
                  <a:moveTo>
                    <a:pt x="282" y="513"/>
                  </a:moveTo>
                  <a:cubicBezTo>
                    <a:pt x="156" y="513"/>
                    <a:pt x="52" y="410"/>
                    <a:pt x="52" y="283"/>
                  </a:cubicBezTo>
                  <a:cubicBezTo>
                    <a:pt x="52" y="156"/>
                    <a:pt x="156" y="53"/>
                    <a:pt x="282" y="53"/>
                  </a:cubicBezTo>
                  <a:cubicBezTo>
                    <a:pt x="409" y="53"/>
                    <a:pt x="512" y="156"/>
                    <a:pt x="512" y="283"/>
                  </a:cubicBezTo>
                  <a:cubicBezTo>
                    <a:pt x="512" y="410"/>
                    <a:pt x="409" y="513"/>
                    <a:pt x="282" y="513"/>
                  </a:cubicBezTo>
                  <a:close/>
                  <a:moveTo>
                    <a:pt x="282" y="0"/>
                  </a:moveTo>
                  <a:cubicBezTo>
                    <a:pt x="127" y="0"/>
                    <a:pt x="0" y="127"/>
                    <a:pt x="0" y="283"/>
                  </a:cubicBezTo>
                  <a:cubicBezTo>
                    <a:pt x="0" y="439"/>
                    <a:pt x="127" y="566"/>
                    <a:pt x="282" y="566"/>
                  </a:cubicBezTo>
                  <a:cubicBezTo>
                    <a:pt x="438" y="566"/>
                    <a:pt x="565" y="439"/>
                    <a:pt x="565" y="283"/>
                  </a:cubicBezTo>
                  <a:cubicBezTo>
                    <a:pt x="565" y="127"/>
                    <a:pt x="438" y="0"/>
                    <a:pt x="282"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77" name="Freeform 39">
              <a:extLst>
                <a:ext uri="{FF2B5EF4-FFF2-40B4-BE49-F238E27FC236}">
                  <a16:creationId xmlns:a16="http://schemas.microsoft.com/office/drawing/2014/main" id="{9823905F-D5FE-5482-1659-66831E92704A}"/>
                </a:ext>
              </a:extLst>
            </p:cNvPr>
            <p:cNvSpPr>
              <a:spLocks noEditPoints="1"/>
            </p:cNvSpPr>
            <p:nvPr userDrawn="1"/>
          </p:nvSpPr>
          <p:spPr bwMode="auto">
            <a:xfrm>
              <a:off x="5373688" y="1689101"/>
              <a:ext cx="336550" cy="334963"/>
            </a:xfrm>
            <a:custGeom>
              <a:avLst/>
              <a:gdLst>
                <a:gd name="T0" fmla="*/ 794 w 930"/>
                <a:gd name="T1" fmla="*/ 492 h 928"/>
                <a:gd name="T2" fmla="*/ 721 w 930"/>
                <a:gd name="T3" fmla="*/ 673 h 928"/>
                <a:gd name="T4" fmla="*/ 762 w 930"/>
                <a:gd name="T5" fmla="*/ 748 h 928"/>
                <a:gd name="T6" fmla="*/ 672 w 930"/>
                <a:gd name="T7" fmla="*/ 722 h 928"/>
                <a:gd name="T8" fmla="*/ 503 w 930"/>
                <a:gd name="T9" fmla="*/ 792 h 928"/>
                <a:gd name="T10" fmla="*/ 480 w 930"/>
                <a:gd name="T11" fmla="*/ 875 h 928"/>
                <a:gd name="T12" fmla="*/ 434 w 930"/>
                <a:gd name="T13" fmla="*/ 795 h 928"/>
                <a:gd name="T14" fmla="*/ 412 w 930"/>
                <a:gd name="T15" fmla="*/ 790 h 928"/>
                <a:gd name="T16" fmla="*/ 255 w 930"/>
                <a:gd name="T17" fmla="*/ 718 h 928"/>
                <a:gd name="T18" fmla="*/ 166 w 930"/>
                <a:gd name="T19" fmla="*/ 748 h 928"/>
                <a:gd name="T20" fmla="*/ 222 w 930"/>
                <a:gd name="T21" fmla="*/ 686 h 928"/>
                <a:gd name="T22" fmla="*/ 140 w 930"/>
                <a:gd name="T23" fmla="*/ 505 h 928"/>
                <a:gd name="T24" fmla="*/ 138 w 930"/>
                <a:gd name="T25" fmla="*/ 481 h 928"/>
                <a:gd name="T26" fmla="*/ 54 w 930"/>
                <a:gd name="T27" fmla="*/ 437 h 928"/>
                <a:gd name="T28" fmla="*/ 143 w 930"/>
                <a:gd name="T29" fmla="*/ 414 h 928"/>
                <a:gd name="T30" fmla="*/ 227 w 930"/>
                <a:gd name="T31" fmla="*/ 240 h 928"/>
                <a:gd name="T32" fmla="*/ 200 w 930"/>
                <a:gd name="T33" fmla="*/ 148 h 928"/>
                <a:gd name="T34" fmla="*/ 279 w 930"/>
                <a:gd name="T35" fmla="*/ 197 h 928"/>
                <a:gd name="T36" fmla="*/ 450 w 930"/>
                <a:gd name="T37" fmla="*/ 137 h 928"/>
                <a:gd name="T38" fmla="*/ 495 w 930"/>
                <a:gd name="T39" fmla="*/ 53 h 928"/>
                <a:gd name="T40" fmla="*/ 495 w 930"/>
                <a:gd name="T41" fmla="*/ 138 h 928"/>
                <a:gd name="T42" fmla="*/ 656 w 930"/>
                <a:gd name="T43" fmla="*/ 198 h 928"/>
                <a:gd name="T44" fmla="*/ 674 w 930"/>
                <a:gd name="T45" fmla="*/ 211 h 928"/>
                <a:gd name="T46" fmla="*/ 764 w 930"/>
                <a:gd name="T47" fmla="*/ 180 h 928"/>
                <a:gd name="T48" fmla="*/ 708 w 930"/>
                <a:gd name="T49" fmla="*/ 243 h 928"/>
                <a:gd name="T50" fmla="*/ 792 w 930"/>
                <a:gd name="T51" fmla="*/ 423 h 928"/>
                <a:gd name="T52" fmla="*/ 876 w 930"/>
                <a:gd name="T53" fmla="*/ 445 h 928"/>
                <a:gd name="T54" fmla="*/ 796 w 930"/>
                <a:gd name="T55" fmla="*/ 492 h 928"/>
                <a:gd name="T56" fmla="*/ 928 w 930"/>
                <a:gd name="T57" fmla="*/ 392 h 928"/>
                <a:gd name="T58" fmla="*/ 776 w 930"/>
                <a:gd name="T59" fmla="*/ 245 h 928"/>
                <a:gd name="T60" fmla="*/ 838 w 930"/>
                <a:gd name="T61" fmla="*/ 176 h 928"/>
                <a:gd name="T62" fmla="*/ 726 w 930"/>
                <a:gd name="T63" fmla="*/ 75 h 928"/>
                <a:gd name="T64" fmla="*/ 548 w 930"/>
                <a:gd name="T65" fmla="*/ 94 h 928"/>
                <a:gd name="T66" fmla="*/ 547 w 930"/>
                <a:gd name="T67" fmla="*/ 0 h 928"/>
                <a:gd name="T68" fmla="*/ 397 w 930"/>
                <a:gd name="T69" fmla="*/ 1 h 928"/>
                <a:gd name="T70" fmla="*/ 268 w 930"/>
                <a:gd name="T71" fmla="*/ 141 h 928"/>
                <a:gd name="T72" fmla="*/ 94 w 930"/>
                <a:gd name="T73" fmla="*/ 179 h 928"/>
                <a:gd name="T74" fmla="*/ 95 w 930"/>
                <a:gd name="T75" fmla="*/ 384 h 928"/>
                <a:gd name="T76" fmla="*/ 0 w 930"/>
                <a:gd name="T77" fmla="*/ 385 h 928"/>
                <a:gd name="T78" fmla="*/ 2 w 930"/>
                <a:gd name="T79" fmla="*/ 536 h 928"/>
                <a:gd name="T80" fmla="*/ 153 w 930"/>
                <a:gd name="T81" fmla="*/ 683 h 928"/>
                <a:gd name="T82" fmla="*/ 92 w 930"/>
                <a:gd name="T83" fmla="*/ 752 h 928"/>
                <a:gd name="T84" fmla="*/ 204 w 930"/>
                <a:gd name="T85" fmla="*/ 853 h 928"/>
                <a:gd name="T86" fmla="*/ 382 w 930"/>
                <a:gd name="T87" fmla="*/ 837 h 928"/>
                <a:gd name="T88" fmla="*/ 383 w 930"/>
                <a:gd name="T89" fmla="*/ 928 h 928"/>
                <a:gd name="T90" fmla="*/ 533 w 930"/>
                <a:gd name="T91" fmla="*/ 927 h 928"/>
                <a:gd name="T92" fmla="*/ 666 w 930"/>
                <a:gd name="T93" fmla="*/ 791 h 928"/>
                <a:gd name="T94" fmla="*/ 836 w 930"/>
                <a:gd name="T95" fmla="*/ 749 h 928"/>
                <a:gd name="T96" fmla="*/ 839 w 930"/>
                <a:gd name="T97" fmla="*/ 544 h 928"/>
                <a:gd name="T98" fmla="*/ 930 w 930"/>
                <a:gd name="T99" fmla="*/ 543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30" h="928">
                  <a:moveTo>
                    <a:pt x="796" y="492"/>
                  </a:moveTo>
                  <a:lnTo>
                    <a:pt x="794" y="492"/>
                  </a:lnTo>
                  <a:lnTo>
                    <a:pt x="791" y="514"/>
                  </a:lnTo>
                  <a:cubicBezTo>
                    <a:pt x="783" y="572"/>
                    <a:pt x="758" y="627"/>
                    <a:pt x="721" y="673"/>
                  </a:cubicBezTo>
                  <a:lnTo>
                    <a:pt x="706" y="692"/>
                  </a:lnTo>
                  <a:lnTo>
                    <a:pt x="762" y="748"/>
                  </a:lnTo>
                  <a:lnTo>
                    <a:pt x="729" y="780"/>
                  </a:lnTo>
                  <a:lnTo>
                    <a:pt x="672" y="722"/>
                  </a:lnTo>
                  <a:lnTo>
                    <a:pt x="654" y="735"/>
                  </a:lnTo>
                  <a:cubicBezTo>
                    <a:pt x="609" y="766"/>
                    <a:pt x="557" y="786"/>
                    <a:pt x="503" y="792"/>
                  </a:cubicBezTo>
                  <a:lnTo>
                    <a:pt x="480" y="795"/>
                  </a:lnTo>
                  <a:lnTo>
                    <a:pt x="480" y="875"/>
                  </a:lnTo>
                  <a:lnTo>
                    <a:pt x="434" y="875"/>
                  </a:lnTo>
                  <a:lnTo>
                    <a:pt x="434" y="795"/>
                  </a:lnTo>
                  <a:lnTo>
                    <a:pt x="434" y="793"/>
                  </a:lnTo>
                  <a:lnTo>
                    <a:pt x="412" y="790"/>
                  </a:lnTo>
                  <a:cubicBezTo>
                    <a:pt x="363" y="781"/>
                    <a:pt x="315" y="761"/>
                    <a:pt x="274" y="732"/>
                  </a:cubicBezTo>
                  <a:lnTo>
                    <a:pt x="255" y="718"/>
                  </a:lnTo>
                  <a:lnTo>
                    <a:pt x="200" y="779"/>
                  </a:lnTo>
                  <a:lnTo>
                    <a:pt x="166" y="748"/>
                  </a:lnTo>
                  <a:lnTo>
                    <a:pt x="221" y="687"/>
                  </a:lnTo>
                  <a:lnTo>
                    <a:pt x="222" y="686"/>
                  </a:lnTo>
                  <a:lnTo>
                    <a:pt x="208" y="668"/>
                  </a:lnTo>
                  <a:cubicBezTo>
                    <a:pt x="171" y="621"/>
                    <a:pt x="148" y="565"/>
                    <a:pt x="140" y="505"/>
                  </a:cubicBezTo>
                  <a:lnTo>
                    <a:pt x="138" y="483"/>
                  </a:lnTo>
                  <a:lnTo>
                    <a:pt x="138" y="481"/>
                  </a:lnTo>
                  <a:lnTo>
                    <a:pt x="54" y="483"/>
                  </a:lnTo>
                  <a:lnTo>
                    <a:pt x="54" y="437"/>
                  </a:lnTo>
                  <a:lnTo>
                    <a:pt x="139" y="436"/>
                  </a:lnTo>
                  <a:lnTo>
                    <a:pt x="143" y="414"/>
                  </a:lnTo>
                  <a:cubicBezTo>
                    <a:pt x="151" y="357"/>
                    <a:pt x="175" y="303"/>
                    <a:pt x="212" y="258"/>
                  </a:cubicBezTo>
                  <a:lnTo>
                    <a:pt x="227" y="240"/>
                  </a:lnTo>
                  <a:lnTo>
                    <a:pt x="168" y="180"/>
                  </a:lnTo>
                  <a:lnTo>
                    <a:pt x="200" y="148"/>
                  </a:lnTo>
                  <a:lnTo>
                    <a:pt x="261" y="209"/>
                  </a:lnTo>
                  <a:lnTo>
                    <a:pt x="279" y="197"/>
                  </a:lnTo>
                  <a:cubicBezTo>
                    <a:pt x="323" y="166"/>
                    <a:pt x="374" y="147"/>
                    <a:pt x="427" y="140"/>
                  </a:cubicBezTo>
                  <a:lnTo>
                    <a:pt x="450" y="137"/>
                  </a:lnTo>
                  <a:lnTo>
                    <a:pt x="449" y="53"/>
                  </a:lnTo>
                  <a:lnTo>
                    <a:pt x="495" y="53"/>
                  </a:lnTo>
                  <a:lnTo>
                    <a:pt x="495" y="137"/>
                  </a:lnTo>
                  <a:lnTo>
                    <a:pt x="495" y="138"/>
                  </a:lnTo>
                  <a:lnTo>
                    <a:pt x="518" y="142"/>
                  </a:lnTo>
                  <a:cubicBezTo>
                    <a:pt x="567" y="150"/>
                    <a:pt x="614" y="169"/>
                    <a:pt x="656" y="198"/>
                  </a:cubicBezTo>
                  <a:lnTo>
                    <a:pt x="673" y="210"/>
                  </a:lnTo>
                  <a:lnTo>
                    <a:pt x="674" y="211"/>
                  </a:lnTo>
                  <a:lnTo>
                    <a:pt x="730" y="150"/>
                  </a:lnTo>
                  <a:lnTo>
                    <a:pt x="764" y="180"/>
                  </a:lnTo>
                  <a:lnTo>
                    <a:pt x="709" y="242"/>
                  </a:lnTo>
                  <a:lnTo>
                    <a:pt x="708" y="243"/>
                  </a:lnTo>
                  <a:lnTo>
                    <a:pt x="722" y="260"/>
                  </a:lnTo>
                  <a:cubicBezTo>
                    <a:pt x="760" y="307"/>
                    <a:pt x="784" y="364"/>
                    <a:pt x="792" y="423"/>
                  </a:cubicBezTo>
                  <a:lnTo>
                    <a:pt x="795" y="447"/>
                  </a:lnTo>
                  <a:lnTo>
                    <a:pt x="876" y="445"/>
                  </a:lnTo>
                  <a:lnTo>
                    <a:pt x="876" y="491"/>
                  </a:lnTo>
                  <a:lnTo>
                    <a:pt x="796" y="492"/>
                  </a:lnTo>
                  <a:close/>
                  <a:moveTo>
                    <a:pt x="928" y="394"/>
                  </a:moveTo>
                  <a:lnTo>
                    <a:pt x="928" y="392"/>
                  </a:lnTo>
                  <a:lnTo>
                    <a:pt x="840" y="393"/>
                  </a:lnTo>
                  <a:cubicBezTo>
                    <a:pt x="830" y="340"/>
                    <a:pt x="808" y="289"/>
                    <a:pt x="776" y="245"/>
                  </a:cubicBezTo>
                  <a:lnTo>
                    <a:pt x="837" y="177"/>
                  </a:lnTo>
                  <a:lnTo>
                    <a:pt x="838" y="176"/>
                  </a:lnTo>
                  <a:lnTo>
                    <a:pt x="727" y="76"/>
                  </a:lnTo>
                  <a:lnTo>
                    <a:pt x="726" y="75"/>
                  </a:lnTo>
                  <a:lnTo>
                    <a:pt x="666" y="142"/>
                  </a:lnTo>
                  <a:cubicBezTo>
                    <a:pt x="629" y="119"/>
                    <a:pt x="590" y="103"/>
                    <a:pt x="548" y="94"/>
                  </a:cubicBezTo>
                  <a:lnTo>
                    <a:pt x="547" y="1"/>
                  </a:lnTo>
                  <a:lnTo>
                    <a:pt x="547" y="0"/>
                  </a:lnTo>
                  <a:lnTo>
                    <a:pt x="398" y="1"/>
                  </a:lnTo>
                  <a:lnTo>
                    <a:pt x="397" y="1"/>
                  </a:lnTo>
                  <a:lnTo>
                    <a:pt x="397" y="92"/>
                  </a:lnTo>
                  <a:cubicBezTo>
                    <a:pt x="351" y="100"/>
                    <a:pt x="308" y="117"/>
                    <a:pt x="268" y="141"/>
                  </a:cubicBezTo>
                  <a:lnTo>
                    <a:pt x="201" y="73"/>
                  </a:lnTo>
                  <a:lnTo>
                    <a:pt x="94" y="179"/>
                  </a:lnTo>
                  <a:lnTo>
                    <a:pt x="157" y="244"/>
                  </a:lnTo>
                  <a:cubicBezTo>
                    <a:pt x="127" y="286"/>
                    <a:pt x="106" y="333"/>
                    <a:pt x="95" y="384"/>
                  </a:cubicBezTo>
                  <a:lnTo>
                    <a:pt x="2" y="385"/>
                  </a:lnTo>
                  <a:lnTo>
                    <a:pt x="0" y="385"/>
                  </a:lnTo>
                  <a:lnTo>
                    <a:pt x="2" y="535"/>
                  </a:lnTo>
                  <a:lnTo>
                    <a:pt x="2" y="536"/>
                  </a:lnTo>
                  <a:lnTo>
                    <a:pt x="92" y="535"/>
                  </a:lnTo>
                  <a:cubicBezTo>
                    <a:pt x="102" y="588"/>
                    <a:pt x="122" y="638"/>
                    <a:pt x="153" y="683"/>
                  </a:cubicBezTo>
                  <a:lnTo>
                    <a:pt x="93" y="751"/>
                  </a:lnTo>
                  <a:lnTo>
                    <a:pt x="92" y="752"/>
                  </a:lnTo>
                  <a:lnTo>
                    <a:pt x="203" y="852"/>
                  </a:lnTo>
                  <a:lnTo>
                    <a:pt x="204" y="853"/>
                  </a:lnTo>
                  <a:lnTo>
                    <a:pt x="263" y="788"/>
                  </a:lnTo>
                  <a:cubicBezTo>
                    <a:pt x="300" y="811"/>
                    <a:pt x="340" y="828"/>
                    <a:pt x="382" y="837"/>
                  </a:cubicBezTo>
                  <a:lnTo>
                    <a:pt x="383" y="927"/>
                  </a:lnTo>
                  <a:lnTo>
                    <a:pt x="383" y="928"/>
                  </a:lnTo>
                  <a:lnTo>
                    <a:pt x="532" y="927"/>
                  </a:lnTo>
                  <a:lnTo>
                    <a:pt x="533" y="927"/>
                  </a:lnTo>
                  <a:lnTo>
                    <a:pt x="533" y="841"/>
                  </a:lnTo>
                  <a:cubicBezTo>
                    <a:pt x="580" y="833"/>
                    <a:pt x="625" y="816"/>
                    <a:pt x="666" y="791"/>
                  </a:cubicBezTo>
                  <a:lnTo>
                    <a:pt x="729" y="855"/>
                  </a:lnTo>
                  <a:lnTo>
                    <a:pt x="836" y="749"/>
                  </a:lnTo>
                  <a:lnTo>
                    <a:pt x="776" y="688"/>
                  </a:lnTo>
                  <a:cubicBezTo>
                    <a:pt x="807" y="645"/>
                    <a:pt x="829" y="595"/>
                    <a:pt x="839" y="544"/>
                  </a:cubicBezTo>
                  <a:lnTo>
                    <a:pt x="928" y="543"/>
                  </a:lnTo>
                  <a:lnTo>
                    <a:pt x="930" y="543"/>
                  </a:lnTo>
                  <a:lnTo>
                    <a:pt x="928" y="39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78" name="Group 77">
            <a:extLst>
              <a:ext uri="{FF2B5EF4-FFF2-40B4-BE49-F238E27FC236}">
                <a16:creationId xmlns:a16="http://schemas.microsoft.com/office/drawing/2014/main" id="{37F83241-7DDD-AF3E-AB5C-CE3005776E43}"/>
              </a:ext>
            </a:extLst>
          </p:cNvPr>
          <p:cNvGrpSpPr/>
          <p:nvPr/>
        </p:nvGrpSpPr>
        <p:grpSpPr>
          <a:xfrm>
            <a:off x="5403851" y="5761039"/>
            <a:ext cx="274638" cy="339725"/>
            <a:chOff x="5403851" y="5761039"/>
            <a:chExt cx="274638" cy="339725"/>
          </a:xfrm>
        </p:grpSpPr>
        <p:sp>
          <p:nvSpPr>
            <p:cNvPr id="79" name="Freeform 40">
              <a:extLst>
                <a:ext uri="{FF2B5EF4-FFF2-40B4-BE49-F238E27FC236}">
                  <a16:creationId xmlns:a16="http://schemas.microsoft.com/office/drawing/2014/main" id="{1043FCB7-F2D5-D164-45B6-BAD3142C1FEC}"/>
                </a:ext>
              </a:extLst>
            </p:cNvPr>
            <p:cNvSpPr>
              <a:spLocks noEditPoints="1"/>
            </p:cNvSpPr>
            <p:nvPr userDrawn="1"/>
          </p:nvSpPr>
          <p:spPr bwMode="auto">
            <a:xfrm>
              <a:off x="5403851" y="5761039"/>
              <a:ext cx="274638" cy="339725"/>
            </a:xfrm>
            <a:custGeom>
              <a:avLst/>
              <a:gdLst>
                <a:gd name="T0" fmla="*/ 581 w 759"/>
                <a:gd name="T1" fmla="*/ 363 h 943"/>
                <a:gd name="T2" fmla="*/ 178 w 759"/>
                <a:gd name="T3" fmla="*/ 363 h 943"/>
                <a:gd name="T4" fmla="*/ 178 w 759"/>
                <a:gd name="T5" fmla="*/ 70 h 943"/>
                <a:gd name="T6" fmla="*/ 581 w 759"/>
                <a:gd name="T7" fmla="*/ 70 h 943"/>
                <a:gd name="T8" fmla="*/ 581 w 759"/>
                <a:gd name="T9" fmla="*/ 363 h 943"/>
                <a:gd name="T10" fmla="*/ 652 w 759"/>
                <a:gd name="T11" fmla="*/ 363 h 943"/>
                <a:gd name="T12" fmla="*/ 650 w 759"/>
                <a:gd name="T13" fmla="*/ 363 h 943"/>
                <a:gd name="T14" fmla="*/ 650 w 759"/>
                <a:gd name="T15" fmla="*/ 53 h 943"/>
                <a:gd name="T16" fmla="*/ 597 w 759"/>
                <a:gd name="T17" fmla="*/ 0 h 943"/>
                <a:gd name="T18" fmla="*/ 162 w 759"/>
                <a:gd name="T19" fmla="*/ 0 h 943"/>
                <a:gd name="T20" fmla="*/ 109 w 759"/>
                <a:gd name="T21" fmla="*/ 53 h 943"/>
                <a:gd name="T22" fmla="*/ 109 w 759"/>
                <a:gd name="T23" fmla="*/ 363 h 943"/>
                <a:gd name="T24" fmla="*/ 107 w 759"/>
                <a:gd name="T25" fmla="*/ 363 h 943"/>
                <a:gd name="T26" fmla="*/ 0 w 759"/>
                <a:gd name="T27" fmla="*/ 471 h 943"/>
                <a:gd name="T28" fmla="*/ 0 w 759"/>
                <a:gd name="T29" fmla="*/ 652 h 943"/>
                <a:gd name="T30" fmla="*/ 309 w 759"/>
                <a:gd name="T31" fmla="*/ 900 h 943"/>
                <a:gd name="T32" fmla="*/ 309 w 759"/>
                <a:gd name="T33" fmla="*/ 943 h 943"/>
                <a:gd name="T34" fmla="*/ 378 w 759"/>
                <a:gd name="T35" fmla="*/ 943 h 943"/>
                <a:gd name="T36" fmla="*/ 378 w 759"/>
                <a:gd name="T37" fmla="*/ 836 h 943"/>
                <a:gd name="T38" fmla="*/ 346 w 759"/>
                <a:gd name="T39" fmla="*/ 834 h 943"/>
                <a:gd name="T40" fmla="*/ 69 w 759"/>
                <a:gd name="T41" fmla="*/ 652 h 943"/>
                <a:gd name="T42" fmla="*/ 69 w 759"/>
                <a:gd name="T43" fmla="*/ 471 h 943"/>
                <a:gd name="T44" fmla="*/ 107 w 759"/>
                <a:gd name="T45" fmla="*/ 433 h 943"/>
                <a:gd name="T46" fmla="*/ 652 w 759"/>
                <a:gd name="T47" fmla="*/ 433 h 943"/>
                <a:gd name="T48" fmla="*/ 690 w 759"/>
                <a:gd name="T49" fmla="*/ 471 h 943"/>
                <a:gd name="T50" fmla="*/ 690 w 759"/>
                <a:gd name="T51" fmla="*/ 652 h 943"/>
                <a:gd name="T52" fmla="*/ 413 w 759"/>
                <a:gd name="T53" fmla="*/ 834 h 943"/>
                <a:gd name="T54" fmla="*/ 381 w 759"/>
                <a:gd name="T55" fmla="*/ 836 h 943"/>
                <a:gd name="T56" fmla="*/ 381 w 759"/>
                <a:gd name="T57" fmla="*/ 943 h 943"/>
                <a:gd name="T58" fmla="*/ 451 w 759"/>
                <a:gd name="T59" fmla="*/ 943 h 943"/>
                <a:gd name="T60" fmla="*/ 451 w 759"/>
                <a:gd name="T61" fmla="*/ 900 h 943"/>
                <a:gd name="T62" fmla="*/ 759 w 759"/>
                <a:gd name="T63" fmla="*/ 652 h 943"/>
                <a:gd name="T64" fmla="*/ 759 w 759"/>
                <a:gd name="T65" fmla="*/ 471 h 943"/>
                <a:gd name="T66" fmla="*/ 652 w 759"/>
                <a:gd name="T67" fmla="*/ 363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59" h="943">
                  <a:moveTo>
                    <a:pt x="581" y="363"/>
                  </a:moveTo>
                  <a:lnTo>
                    <a:pt x="178" y="363"/>
                  </a:lnTo>
                  <a:lnTo>
                    <a:pt x="178" y="70"/>
                  </a:lnTo>
                  <a:lnTo>
                    <a:pt x="581" y="70"/>
                  </a:lnTo>
                  <a:lnTo>
                    <a:pt x="581" y="363"/>
                  </a:lnTo>
                  <a:close/>
                  <a:moveTo>
                    <a:pt x="652" y="363"/>
                  </a:moveTo>
                  <a:lnTo>
                    <a:pt x="650" y="363"/>
                  </a:lnTo>
                  <a:lnTo>
                    <a:pt x="650" y="53"/>
                  </a:lnTo>
                  <a:cubicBezTo>
                    <a:pt x="650" y="24"/>
                    <a:pt x="627" y="0"/>
                    <a:pt x="597" y="0"/>
                  </a:cubicBezTo>
                  <a:lnTo>
                    <a:pt x="162" y="0"/>
                  </a:lnTo>
                  <a:cubicBezTo>
                    <a:pt x="133" y="0"/>
                    <a:pt x="109" y="24"/>
                    <a:pt x="109" y="53"/>
                  </a:cubicBezTo>
                  <a:lnTo>
                    <a:pt x="109" y="363"/>
                  </a:lnTo>
                  <a:lnTo>
                    <a:pt x="107" y="363"/>
                  </a:lnTo>
                  <a:cubicBezTo>
                    <a:pt x="48" y="363"/>
                    <a:pt x="0" y="412"/>
                    <a:pt x="0" y="471"/>
                  </a:cubicBezTo>
                  <a:lnTo>
                    <a:pt x="0" y="652"/>
                  </a:lnTo>
                  <a:cubicBezTo>
                    <a:pt x="0" y="775"/>
                    <a:pt x="131" y="878"/>
                    <a:pt x="309" y="900"/>
                  </a:cubicBezTo>
                  <a:lnTo>
                    <a:pt x="309" y="943"/>
                  </a:lnTo>
                  <a:lnTo>
                    <a:pt x="378" y="943"/>
                  </a:lnTo>
                  <a:lnTo>
                    <a:pt x="378" y="836"/>
                  </a:lnTo>
                  <a:lnTo>
                    <a:pt x="346" y="834"/>
                  </a:lnTo>
                  <a:cubicBezTo>
                    <a:pt x="191" y="824"/>
                    <a:pt x="69" y="744"/>
                    <a:pt x="69" y="652"/>
                  </a:cubicBezTo>
                  <a:lnTo>
                    <a:pt x="69" y="471"/>
                  </a:lnTo>
                  <a:cubicBezTo>
                    <a:pt x="69" y="450"/>
                    <a:pt x="87" y="433"/>
                    <a:pt x="107" y="433"/>
                  </a:cubicBezTo>
                  <a:lnTo>
                    <a:pt x="652" y="433"/>
                  </a:lnTo>
                  <a:cubicBezTo>
                    <a:pt x="673" y="433"/>
                    <a:pt x="690" y="450"/>
                    <a:pt x="690" y="471"/>
                  </a:cubicBezTo>
                  <a:lnTo>
                    <a:pt x="690" y="652"/>
                  </a:lnTo>
                  <a:cubicBezTo>
                    <a:pt x="690" y="744"/>
                    <a:pt x="569" y="824"/>
                    <a:pt x="413" y="834"/>
                  </a:cubicBezTo>
                  <a:lnTo>
                    <a:pt x="381" y="836"/>
                  </a:lnTo>
                  <a:lnTo>
                    <a:pt x="381" y="943"/>
                  </a:lnTo>
                  <a:lnTo>
                    <a:pt x="451" y="943"/>
                  </a:lnTo>
                  <a:lnTo>
                    <a:pt x="451" y="900"/>
                  </a:lnTo>
                  <a:cubicBezTo>
                    <a:pt x="629" y="878"/>
                    <a:pt x="759" y="775"/>
                    <a:pt x="759" y="652"/>
                  </a:cubicBezTo>
                  <a:lnTo>
                    <a:pt x="759" y="471"/>
                  </a:lnTo>
                  <a:cubicBezTo>
                    <a:pt x="759" y="412"/>
                    <a:pt x="711" y="363"/>
                    <a:pt x="652" y="36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80" name="Rectangle 41">
              <a:extLst>
                <a:ext uri="{FF2B5EF4-FFF2-40B4-BE49-F238E27FC236}">
                  <a16:creationId xmlns:a16="http://schemas.microsoft.com/office/drawing/2014/main" id="{427EA2E5-F954-694C-9F39-441C1FB010F2}"/>
                </a:ext>
              </a:extLst>
            </p:cNvPr>
            <p:cNvSpPr>
              <a:spLocks noChangeArrowheads="1"/>
            </p:cNvSpPr>
            <p:nvPr userDrawn="1"/>
          </p:nvSpPr>
          <p:spPr bwMode="auto">
            <a:xfrm>
              <a:off x="5483226" y="5945189"/>
              <a:ext cx="117475" cy="2381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81" name="Rectangle 42">
              <a:extLst>
                <a:ext uri="{FF2B5EF4-FFF2-40B4-BE49-F238E27FC236}">
                  <a16:creationId xmlns:a16="http://schemas.microsoft.com/office/drawing/2014/main" id="{5D4E30A2-0774-BD6A-B5E6-C3A378D5A045}"/>
                </a:ext>
              </a:extLst>
            </p:cNvPr>
            <p:cNvSpPr>
              <a:spLocks noChangeArrowheads="1"/>
            </p:cNvSpPr>
            <p:nvPr userDrawn="1"/>
          </p:nvSpPr>
          <p:spPr bwMode="auto">
            <a:xfrm>
              <a:off x="5483226" y="5997576"/>
              <a:ext cx="117475" cy="2381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82" name="Group 81">
            <a:extLst>
              <a:ext uri="{FF2B5EF4-FFF2-40B4-BE49-F238E27FC236}">
                <a16:creationId xmlns:a16="http://schemas.microsoft.com/office/drawing/2014/main" id="{906B843C-EA5A-5073-89FE-B288F2B04A37}"/>
              </a:ext>
            </a:extLst>
          </p:cNvPr>
          <p:cNvGrpSpPr/>
          <p:nvPr/>
        </p:nvGrpSpPr>
        <p:grpSpPr>
          <a:xfrm>
            <a:off x="4424363" y="3279776"/>
            <a:ext cx="331788" cy="331788"/>
            <a:chOff x="4424363" y="3279776"/>
            <a:chExt cx="331788" cy="331788"/>
          </a:xfrm>
        </p:grpSpPr>
        <p:sp>
          <p:nvSpPr>
            <p:cNvPr id="83" name="Freeform 43">
              <a:extLst>
                <a:ext uri="{FF2B5EF4-FFF2-40B4-BE49-F238E27FC236}">
                  <a16:creationId xmlns:a16="http://schemas.microsoft.com/office/drawing/2014/main" id="{87ED5055-3AE1-0E3E-1452-4939BB992F4E}"/>
                </a:ext>
              </a:extLst>
            </p:cNvPr>
            <p:cNvSpPr>
              <a:spLocks noEditPoints="1"/>
            </p:cNvSpPr>
            <p:nvPr userDrawn="1"/>
          </p:nvSpPr>
          <p:spPr bwMode="auto">
            <a:xfrm>
              <a:off x="4424363" y="3279776"/>
              <a:ext cx="331788" cy="331788"/>
            </a:xfrm>
            <a:custGeom>
              <a:avLst/>
              <a:gdLst>
                <a:gd name="T0" fmla="*/ 460 w 919"/>
                <a:gd name="T1" fmla="*/ 863 h 919"/>
                <a:gd name="T2" fmla="*/ 57 w 919"/>
                <a:gd name="T3" fmla="*/ 460 h 919"/>
                <a:gd name="T4" fmla="*/ 175 w 919"/>
                <a:gd name="T5" fmla="*/ 174 h 919"/>
                <a:gd name="T6" fmla="*/ 460 w 919"/>
                <a:gd name="T7" fmla="*/ 56 h 919"/>
                <a:gd name="T8" fmla="*/ 863 w 919"/>
                <a:gd name="T9" fmla="*/ 460 h 919"/>
                <a:gd name="T10" fmla="*/ 460 w 919"/>
                <a:gd name="T11" fmla="*/ 863 h 919"/>
                <a:gd name="T12" fmla="*/ 460 w 919"/>
                <a:gd name="T13" fmla="*/ 0 h 919"/>
                <a:gd name="T14" fmla="*/ 0 w 919"/>
                <a:gd name="T15" fmla="*/ 460 h 919"/>
                <a:gd name="T16" fmla="*/ 460 w 919"/>
                <a:gd name="T17" fmla="*/ 919 h 919"/>
                <a:gd name="T18" fmla="*/ 919 w 919"/>
                <a:gd name="T19" fmla="*/ 460 h 919"/>
                <a:gd name="T20" fmla="*/ 460 w 919"/>
                <a:gd name="T21" fmla="*/ 0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9" h="919">
                  <a:moveTo>
                    <a:pt x="460" y="863"/>
                  </a:moveTo>
                  <a:cubicBezTo>
                    <a:pt x="238" y="863"/>
                    <a:pt x="57" y="682"/>
                    <a:pt x="57" y="460"/>
                  </a:cubicBezTo>
                  <a:cubicBezTo>
                    <a:pt x="57" y="352"/>
                    <a:pt x="98" y="251"/>
                    <a:pt x="175" y="174"/>
                  </a:cubicBezTo>
                  <a:cubicBezTo>
                    <a:pt x="251" y="98"/>
                    <a:pt x="352" y="56"/>
                    <a:pt x="460" y="56"/>
                  </a:cubicBezTo>
                  <a:cubicBezTo>
                    <a:pt x="682" y="56"/>
                    <a:pt x="863" y="237"/>
                    <a:pt x="863" y="460"/>
                  </a:cubicBezTo>
                  <a:cubicBezTo>
                    <a:pt x="863" y="682"/>
                    <a:pt x="682" y="863"/>
                    <a:pt x="460" y="863"/>
                  </a:cubicBezTo>
                  <a:close/>
                  <a:moveTo>
                    <a:pt x="460" y="0"/>
                  </a:moveTo>
                  <a:cubicBezTo>
                    <a:pt x="206" y="0"/>
                    <a:pt x="0" y="206"/>
                    <a:pt x="0" y="460"/>
                  </a:cubicBezTo>
                  <a:cubicBezTo>
                    <a:pt x="0" y="713"/>
                    <a:pt x="206" y="919"/>
                    <a:pt x="460" y="919"/>
                  </a:cubicBezTo>
                  <a:cubicBezTo>
                    <a:pt x="713" y="919"/>
                    <a:pt x="919" y="713"/>
                    <a:pt x="919" y="460"/>
                  </a:cubicBezTo>
                  <a:cubicBezTo>
                    <a:pt x="919" y="206"/>
                    <a:pt x="713" y="0"/>
                    <a:pt x="460"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84" name="Freeform 44">
              <a:extLst>
                <a:ext uri="{FF2B5EF4-FFF2-40B4-BE49-F238E27FC236}">
                  <a16:creationId xmlns:a16="http://schemas.microsoft.com/office/drawing/2014/main" id="{C677FA26-D923-68FC-B392-78AF2D1F9E64}"/>
                </a:ext>
              </a:extLst>
            </p:cNvPr>
            <p:cNvSpPr>
              <a:spLocks noEditPoints="1"/>
            </p:cNvSpPr>
            <p:nvPr userDrawn="1"/>
          </p:nvSpPr>
          <p:spPr bwMode="auto">
            <a:xfrm>
              <a:off x="4500563" y="3355976"/>
              <a:ext cx="188913" cy="179388"/>
            </a:xfrm>
            <a:custGeom>
              <a:avLst/>
              <a:gdLst>
                <a:gd name="T0" fmla="*/ 385 w 522"/>
                <a:gd name="T1" fmla="*/ 385 h 497"/>
                <a:gd name="T2" fmla="*/ 249 w 522"/>
                <a:gd name="T3" fmla="*/ 441 h 497"/>
                <a:gd name="T4" fmla="*/ 113 w 522"/>
                <a:gd name="T5" fmla="*/ 385 h 497"/>
                <a:gd name="T6" fmla="*/ 56 w 522"/>
                <a:gd name="T7" fmla="*/ 249 h 497"/>
                <a:gd name="T8" fmla="*/ 113 w 522"/>
                <a:gd name="T9" fmla="*/ 112 h 497"/>
                <a:gd name="T10" fmla="*/ 249 w 522"/>
                <a:gd name="T11" fmla="*/ 56 h 497"/>
                <a:gd name="T12" fmla="*/ 385 w 522"/>
                <a:gd name="T13" fmla="*/ 112 h 497"/>
                <a:gd name="T14" fmla="*/ 385 w 522"/>
                <a:gd name="T15" fmla="*/ 385 h 497"/>
                <a:gd name="T16" fmla="*/ 249 w 522"/>
                <a:gd name="T17" fmla="*/ 0 h 497"/>
                <a:gd name="T18" fmla="*/ 73 w 522"/>
                <a:gd name="T19" fmla="*/ 73 h 497"/>
                <a:gd name="T20" fmla="*/ 0 w 522"/>
                <a:gd name="T21" fmla="*/ 249 h 497"/>
                <a:gd name="T22" fmla="*/ 73 w 522"/>
                <a:gd name="T23" fmla="*/ 425 h 497"/>
                <a:gd name="T24" fmla="*/ 249 w 522"/>
                <a:gd name="T25" fmla="*/ 497 h 497"/>
                <a:gd name="T26" fmla="*/ 425 w 522"/>
                <a:gd name="T27" fmla="*/ 425 h 497"/>
                <a:gd name="T28" fmla="*/ 425 w 522"/>
                <a:gd name="T29" fmla="*/ 73 h 497"/>
                <a:gd name="T30" fmla="*/ 249 w 522"/>
                <a:gd name="T31" fmla="*/ 0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2" h="497">
                  <a:moveTo>
                    <a:pt x="385" y="385"/>
                  </a:moveTo>
                  <a:cubicBezTo>
                    <a:pt x="348" y="421"/>
                    <a:pt x="300" y="441"/>
                    <a:pt x="249" y="441"/>
                  </a:cubicBezTo>
                  <a:cubicBezTo>
                    <a:pt x="197" y="441"/>
                    <a:pt x="149" y="421"/>
                    <a:pt x="113" y="385"/>
                  </a:cubicBezTo>
                  <a:cubicBezTo>
                    <a:pt x="76" y="348"/>
                    <a:pt x="56" y="300"/>
                    <a:pt x="56" y="249"/>
                  </a:cubicBezTo>
                  <a:cubicBezTo>
                    <a:pt x="56" y="197"/>
                    <a:pt x="76" y="149"/>
                    <a:pt x="113" y="112"/>
                  </a:cubicBezTo>
                  <a:cubicBezTo>
                    <a:pt x="149" y="76"/>
                    <a:pt x="197" y="56"/>
                    <a:pt x="249" y="56"/>
                  </a:cubicBezTo>
                  <a:cubicBezTo>
                    <a:pt x="300" y="56"/>
                    <a:pt x="348" y="76"/>
                    <a:pt x="385" y="112"/>
                  </a:cubicBezTo>
                  <a:cubicBezTo>
                    <a:pt x="460" y="187"/>
                    <a:pt x="460" y="310"/>
                    <a:pt x="385" y="385"/>
                  </a:cubicBezTo>
                  <a:close/>
                  <a:moveTo>
                    <a:pt x="249" y="0"/>
                  </a:moveTo>
                  <a:cubicBezTo>
                    <a:pt x="182" y="0"/>
                    <a:pt x="120" y="25"/>
                    <a:pt x="73" y="73"/>
                  </a:cubicBezTo>
                  <a:cubicBezTo>
                    <a:pt x="26" y="120"/>
                    <a:pt x="0" y="182"/>
                    <a:pt x="0" y="249"/>
                  </a:cubicBezTo>
                  <a:cubicBezTo>
                    <a:pt x="0" y="315"/>
                    <a:pt x="26" y="378"/>
                    <a:pt x="73" y="425"/>
                  </a:cubicBezTo>
                  <a:cubicBezTo>
                    <a:pt x="120" y="472"/>
                    <a:pt x="182" y="497"/>
                    <a:pt x="249" y="497"/>
                  </a:cubicBezTo>
                  <a:cubicBezTo>
                    <a:pt x="315" y="497"/>
                    <a:pt x="378" y="472"/>
                    <a:pt x="425" y="425"/>
                  </a:cubicBezTo>
                  <a:cubicBezTo>
                    <a:pt x="522" y="327"/>
                    <a:pt x="522" y="170"/>
                    <a:pt x="425" y="73"/>
                  </a:cubicBezTo>
                  <a:cubicBezTo>
                    <a:pt x="378" y="25"/>
                    <a:pt x="316" y="0"/>
                    <a:pt x="249"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85" name="Freeform 45">
              <a:extLst>
                <a:ext uri="{FF2B5EF4-FFF2-40B4-BE49-F238E27FC236}">
                  <a16:creationId xmlns:a16="http://schemas.microsoft.com/office/drawing/2014/main" id="{B70A77EF-57A6-BD49-B8A0-1F31CF660D67}"/>
                </a:ext>
              </a:extLst>
            </p:cNvPr>
            <p:cNvSpPr>
              <a:spLocks noEditPoints="1"/>
            </p:cNvSpPr>
            <p:nvPr userDrawn="1"/>
          </p:nvSpPr>
          <p:spPr bwMode="auto">
            <a:xfrm>
              <a:off x="4554538" y="3390901"/>
              <a:ext cx="71438" cy="111125"/>
            </a:xfrm>
            <a:custGeom>
              <a:avLst/>
              <a:gdLst>
                <a:gd name="T0" fmla="*/ 129 w 198"/>
                <a:gd name="T1" fmla="*/ 247 h 306"/>
                <a:gd name="T2" fmla="*/ 99 w 198"/>
                <a:gd name="T3" fmla="*/ 260 h 306"/>
                <a:gd name="T4" fmla="*/ 69 w 198"/>
                <a:gd name="T5" fmla="*/ 247 h 306"/>
                <a:gd name="T6" fmla="*/ 57 w 198"/>
                <a:gd name="T7" fmla="*/ 210 h 306"/>
                <a:gd name="T8" fmla="*/ 67 w 198"/>
                <a:gd name="T9" fmla="*/ 178 h 306"/>
                <a:gd name="T10" fmla="*/ 99 w 198"/>
                <a:gd name="T11" fmla="*/ 164 h 306"/>
                <a:gd name="T12" fmla="*/ 129 w 198"/>
                <a:gd name="T13" fmla="*/ 176 h 306"/>
                <a:gd name="T14" fmla="*/ 141 w 198"/>
                <a:gd name="T15" fmla="*/ 210 h 306"/>
                <a:gd name="T16" fmla="*/ 129 w 198"/>
                <a:gd name="T17" fmla="*/ 247 h 306"/>
                <a:gd name="T18" fmla="*/ 72 w 198"/>
                <a:gd name="T19" fmla="*/ 55 h 306"/>
                <a:gd name="T20" fmla="*/ 98 w 198"/>
                <a:gd name="T21" fmla="*/ 45 h 306"/>
                <a:gd name="T22" fmla="*/ 124 w 198"/>
                <a:gd name="T23" fmla="*/ 55 h 306"/>
                <a:gd name="T24" fmla="*/ 134 w 198"/>
                <a:gd name="T25" fmla="*/ 81 h 306"/>
                <a:gd name="T26" fmla="*/ 124 w 198"/>
                <a:gd name="T27" fmla="*/ 108 h 306"/>
                <a:gd name="T28" fmla="*/ 98 w 198"/>
                <a:gd name="T29" fmla="*/ 118 h 306"/>
                <a:gd name="T30" fmla="*/ 72 w 198"/>
                <a:gd name="T31" fmla="*/ 108 h 306"/>
                <a:gd name="T32" fmla="*/ 62 w 198"/>
                <a:gd name="T33" fmla="*/ 81 h 306"/>
                <a:gd name="T34" fmla="*/ 72 w 198"/>
                <a:gd name="T35" fmla="*/ 55 h 306"/>
                <a:gd name="T36" fmla="*/ 147 w 198"/>
                <a:gd name="T37" fmla="*/ 139 h 306"/>
                <a:gd name="T38" fmla="*/ 177 w 198"/>
                <a:gd name="T39" fmla="*/ 114 h 306"/>
                <a:gd name="T40" fmla="*/ 188 w 198"/>
                <a:gd name="T41" fmla="*/ 77 h 306"/>
                <a:gd name="T42" fmla="*/ 164 w 198"/>
                <a:gd name="T43" fmla="*/ 22 h 306"/>
                <a:gd name="T44" fmla="*/ 98 w 198"/>
                <a:gd name="T45" fmla="*/ 0 h 306"/>
                <a:gd name="T46" fmla="*/ 31 w 198"/>
                <a:gd name="T47" fmla="*/ 22 h 306"/>
                <a:gd name="T48" fmla="*/ 8 w 198"/>
                <a:gd name="T49" fmla="*/ 77 h 306"/>
                <a:gd name="T50" fmla="*/ 18 w 198"/>
                <a:gd name="T51" fmla="*/ 113 h 306"/>
                <a:gd name="T52" fmla="*/ 50 w 198"/>
                <a:gd name="T53" fmla="*/ 139 h 306"/>
                <a:gd name="T54" fmla="*/ 12 w 198"/>
                <a:gd name="T55" fmla="*/ 171 h 306"/>
                <a:gd name="T56" fmla="*/ 0 w 198"/>
                <a:gd name="T57" fmla="*/ 215 h 306"/>
                <a:gd name="T58" fmla="*/ 32 w 198"/>
                <a:gd name="T59" fmla="*/ 285 h 306"/>
                <a:gd name="T60" fmla="*/ 101 w 198"/>
                <a:gd name="T61" fmla="*/ 306 h 306"/>
                <a:gd name="T62" fmla="*/ 171 w 198"/>
                <a:gd name="T63" fmla="*/ 280 h 306"/>
                <a:gd name="T64" fmla="*/ 198 w 198"/>
                <a:gd name="T65" fmla="*/ 213 h 306"/>
                <a:gd name="T66" fmla="*/ 184 w 198"/>
                <a:gd name="T67" fmla="*/ 168 h 306"/>
                <a:gd name="T68" fmla="*/ 147 w 198"/>
                <a:gd name="T69" fmla="*/ 139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8" h="306">
                  <a:moveTo>
                    <a:pt x="129" y="247"/>
                  </a:moveTo>
                  <a:cubicBezTo>
                    <a:pt x="121" y="256"/>
                    <a:pt x="111" y="260"/>
                    <a:pt x="99" y="260"/>
                  </a:cubicBezTo>
                  <a:cubicBezTo>
                    <a:pt x="87" y="260"/>
                    <a:pt x="77" y="256"/>
                    <a:pt x="69" y="247"/>
                  </a:cubicBezTo>
                  <a:cubicBezTo>
                    <a:pt x="61" y="238"/>
                    <a:pt x="57" y="226"/>
                    <a:pt x="57" y="210"/>
                  </a:cubicBezTo>
                  <a:cubicBezTo>
                    <a:pt x="57" y="198"/>
                    <a:pt x="60" y="188"/>
                    <a:pt x="67" y="178"/>
                  </a:cubicBezTo>
                  <a:cubicBezTo>
                    <a:pt x="74" y="169"/>
                    <a:pt x="85" y="164"/>
                    <a:pt x="99" y="164"/>
                  </a:cubicBezTo>
                  <a:cubicBezTo>
                    <a:pt x="111" y="164"/>
                    <a:pt x="121" y="168"/>
                    <a:pt x="129" y="176"/>
                  </a:cubicBezTo>
                  <a:cubicBezTo>
                    <a:pt x="136" y="185"/>
                    <a:pt x="141" y="196"/>
                    <a:pt x="141" y="210"/>
                  </a:cubicBezTo>
                  <a:cubicBezTo>
                    <a:pt x="141" y="226"/>
                    <a:pt x="137" y="239"/>
                    <a:pt x="129" y="247"/>
                  </a:cubicBezTo>
                  <a:close/>
                  <a:moveTo>
                    <a:pt x="72" y="55"/>
                  </a:moveTo>
                  <a:cubicBezTo>
                    <a:pt x="79" y="49"/>
                    <a:pt x="87" y="45"/>
                    <a:pt x="98" y="45"/>
                  </a:cubicBezTo>
                  <a:cubicBezTo>
                    <a:pt x="109" y="45"/>
                    <a:pt x="118" y="49"/>
                    <a:pt x="124" y="55"/>
                  </a:cubicBezTo>
                  <a:cubicBezTo>
                    <a:pt x="131" y="62"/>
                    <a:pt x="134" y="70"/>
                    <a:pt x="134" y="81"/>
                  </a:cubicBezTo>
                  <a:cubicBezTo>
                    <a:pt x="134" y="92"/>
                    <a:pt x="131" y="101"/>
                    <a:pt x="124" y="108"/>
                  </a:cubicBezTo>
                  <a:cubicBezTo>
                    <a:pt x="118" y="114"/>
                    <a:pt x="109" y="118"/>
                    <a:pt x="98" y="118"/>
                  </a:cubicBezTo>
                  <a:cubicBezTo>
                    <a:pt x="87" y="118"/>
                    <a:pt x="78" y="114"/>
                    <a:pt x="72" y="108"/>
                  </a:cubicBezTo>
                  <a:cubicBezTo>
                    <a:pt x="66" y="102"/>
                    <a:pt x="62" y="93"/>
                    <a:pt x="62" y="81"/>
                  </a:cubicBezTo>
                  <a:cubicBezTo>
                    <a:pt x="62" y="70"/>
                    <a:pt x="66" y="62"/>
                    <a:pt x="72" y="55"/>
                  </a:cubicBezTo>
                  <a:close/>
                  <a:moveTo>
                    <a:pt x="147" y="139"/>
                  </a:moveTo>
                  <a:cubicBezTo>
                    <a:pt x="160" y="133"/>
                    <a:pt x="170" y="125"/>
                    <a:pt x="177" y="114"/>
                  </a:cubicBezTo>
                  <a:cubicBezTo>
                    <a:pt x="184" y="103"/>
                    <a:pt x="188" y="91"/>
                    <a:pt x="188" y="77"/>
                  </a:cubicBezTo>
                  <a:cubicBezTo>
                    <a:pt x="188" y="55"/>
                    <a:pt x="180" y="36"/>
                    <a:pt x="164" y="22"/>
                  </a:cubicBezTo>
                  <a:cubicBezTo>
                    <a:pt x="149" y="7"/>
                    <a:pt x="126" y="0"/>
                    <a:pt x="98" y="0"/>
                  </a:cubicBezTo>
                  <a:cubicBezTo>
                    <a:pt x="69" y="0"/>
                    <a:pt x="47" y="7"/>
                    <a:pt x="31" y="22"/>
                  </a:cubicBezTo>
                  <a:cubicBezTo>
                    <a:pt x="15" y="36"/>
                    <a:pt x="8" y="55"/>
                    <a:pt x="8" y="77"/>
                  </a:cubicBezTo>
                  <a:cubicBezTo>
                    <a:pt x="8" y="90"/>
                    <a:pt x="11" y="102"/>
                    <a:pt x="18" y="113"/>
                  </a:cubicBezTo>
                  <a:cubicBezTo>
                    <a:pt x="24" y="124"/>
                    <a:pt x="36" y="133"/>
                    <a:pt x="50" y="139"/>
                  </a:cubicBezTo>
                  <a:cubicBezTo>
                    <a:pt x="33" y="146"/>
                    <a:pt x="20" y="157"/>
                    <a:pt x="12" y="171"/>
                  </a:cubicBezTo>
                  <a:cubicBezTo>
                    <a:pt x="4" y="184"/>
                    <a:pt x="0" y="199"/>
                    <a:pt x="0" y="215"/>
                  </a:cubicBezTo>
                  <a:cubicBezTo>
                    <a:pt x="0" y="245"/>
                    <a:pt x="11" y="268"/>
                    <a:pt x="32" y="285"/>
                  </a:cubicBezTo>
                  <a:cubicBezTo>
                    <a:pt x="50" y="299"/>
                    <a:pt x="73" y="306"/>
                    <a:pt x="101" y="306"/>
                  </a:cubicBezTo>
                  <a:cubicBezTo>
                    <a:pt x="130" y="306"/>
                    <a:pt x="153" y="298"/>
                    <a:pt x="171" y="280"/>
                  </a:cubicBezTo>
                  <a:cubicBezTo>
                    <a:pt x="189" y="263"/>
                    <a:pt x="198" y="241"/>
                    <a:pt x="198" y="213"/>
                  </a:cubicBezTo>
                  <a:cubicBezTo>
                    <a:pt x="198" y="196"/>
                    <a:pt x="193" y="181"/>
                    <a:pt x="184" y="168"/>
                  </a:cubicBezTo>
                  <a:cubicBezTo>
                    <a:pt x="176" y="156"/>
                    <a:pt x="163" y="146"/>
                    <a:pt x="147" y="139"/>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86" name="Group 85">
            <a:extLst>
              <a:ext uri="{FF2B5EF4-FFF2-40B4-BE49-F238E27FC236}">
                <a16:creationId xmlns:a16="http://schemas.microsoft.com/office/drawing/2014/main" id="{613A9EF9-AC04-1919-DF44-3501FA847B2D}"/>
              </a:ext>
            </a:extLst>
          </p:cNvPr>
          <p:cNvGrpSpPr/>
          <p:nvPr/>
        </p:nvGrpSpPr>
        <p:grpSpPr>
          <a:xfrm>
            <a:off x="3487738" y="3279776"/>
            <a:ext cx="350838" cy="330200"/>
            <a:chOff x="3487738" y="3279776"/>
            <a:chExt cx="350838" cy="330200"/>
          </a:xfrm>
        </p:grpSpPr>
        <p:sp>
          <p:nvSpPr>
            <p:cNvPr id="87" name="Freeform 46">
              <a:extLst>
                <a:ext uri="{FF2B5EF4-FFF2-40B4-BE49-F238E27FC236}">
                  <a16:creationId xmlns:a16="http://schemas.microsoft.com/office/drawing/2014/main" id="{CF2D2E99-48F2-27A4-505B-BE2F04E1D552}"/>
                </a:ext>
              </a:extLst>
            </p:cNvPr>
            <p:cNvSpPr>
              <a:spLocks noEditPoints="1"/>
            </p:cNvSpPr>
            <p:nvPr userDrawn="1"/>
          </p:nvSpPr>
          <p:spPr bwMode="auto">
            <a:xfrm>
              <a:off x="3487738" y="3279776"/>
              <a:ext cx="350838" cy="330200"/>
            </a:xfrm>
            <a:custGeom>
              <a:avLst/>
              <a:gdLst>
                <a:gd name="T0" fmla="*/ 891 w 972"/>
                <a:gd name="T1" fmla="*/ 326 h 913"/>
                <a:gd name="T2" fmla="*/ 715 w 972"/>
                <a:gd name="T3" fmla="*/ 669 h 913"/>
                <a:gd name="T4" fmla="*/ 269 w 972"/>
                <a:gd name="T5" fmla="*/ 855 h 913"/>
                <a:gd name="T6" fmla="*/ 162 w 972"/>
                <a:gd name="T7" fmla="*/ 838 h 913"/>
                <a:gd name="T8" fmla="*/ 307 w 972"/>
                <a:gd name="T9" fmla="*/ 693 h 913"/>
                <a:gd name="T10" fmla="*/ 266 w 972"/>
                <a:gd name="T11" fmla="*/ 652 h 913"/>
                <a:gd name="T12" fmla="*/ 121 w 972"/>
                <a:gd name="T13" fmla="*/ 797 h 913"/>
                <a:gd name="T14" fmla="*/ 290 w 972"/>
                <a:gd name="T15" fmla="*/ 244 h 913"/>
                <a:gd name="T16" fmla="*/ 736 w 972"/>
                <a:gd name="T17" fmla="*/ 58 h 913"/>
                <a:gd name="T18" fmla="*/ 843 w 972"/>
                <a:gd name="T19" fmla="*/ 75 h 913"/>
                <a:gd name="T20" fmla="*/ 696 w 972"/>
                <a:gd name="T21" fmla="*/ 222 h 913"/>
                <a:gd name="T22" fmla="*/ 736 w 972"/>
                <a:gd name="T23" fmla="*/ 263 h 913"/>
                <a:gd name="T24" fmla="*/ 883 w 972"/>
                <a:gd name="T25" fmla="*/ 116 h 913"/>
                <a:gd name="T26" fmla="*/ 891 w 972"/>
                <a:gd name="T27" fmla="*/ 326 h 913"/>
                <a:gd name="T28" fmla="*/ 909 w 972"/>
                <a:gd name="T29" fmla="*/ 50 h 913"/>
                <a:gd name="T30" fmla="*/ 736 w 972"/>
                <a:gd name="T31" fmla="*/ 0 h 913"/>
                <a:gd name="T32" fmla="*/ 249 w 972"/>
                <a:gd name="T33" fmla="*/ 203 h 913"/>
                <a:gd name="T34" fmla="*/ 95 w 972"/>
                <a:gd name="T35" fmla="*/ 863 h 913"/>
                <a:gd name="T36" fmla="*/ 269 w 972"/>
                <a:gd name="T37" fmla="*/ 913 h 913"/>
                <a:gd name="T38" fmla="*/ 756 w 972"/>
                <a:gd name="T39" fmla="*/ 710 h 913"/>
                <a:gd name="T40" fmla="*/ 948 w 972"/>
                <a:gd name="T41" fmla="*/ 337 h 913"/>
                <a:gd name="T42" fmla="*/ 909 w 972"/>
                <a:gd name="T43" fmla="*/ 5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72" h="913">
                  <a:moveTo>
                    <a:pt x="891" y="326"/>
                  </a:moveTo>
                  <a:cubicBezTo>
                    <a:pt x="877" y="403"/>
                    <a:pt x="835" y="549"/>
                    <a:pt x="715" y="669"/>
                  </a:cubicBezTo>
                  <a:cubicBezTo>
                    <a:pt x="577" y="807"/>
                    <a:pt x="389" y="855"/>
                    <a:pt x="269" y="855"/>
                  </a:cubicBezTo>
                  <a:cubicBezTo>
                    <a:pt x="224" y="855"/>
                    <a:pt x="188" y="849"/>
                    <a:pt x="162" y="838"/>
                  </a:cubicBezTo>
                  <a:lnTo>
                    <a:pt x="307" y="693"/>
                  </a:lnTo>
                  <a:lnTo>
                    <a:pt x="266" y="652"/>
                  </a:lnTo>
                  <a:lnTo>
                    <a:pt x="121" y="797"/>
                  </a:lnTo>
                  <a:cubicBezTo>
                    <a:pt x="81" y="700"/>
                    <a:pt x="106" y="427"/>
                    <a:pt x="290" y="244"/>
                  </a:cubicBezTo>
                  <a:cubicBezTo>
                    <a:pt x="427" y="107"/>
                    <a:pt x="616" y="58"/>
                    <a:pt x="736" y="58"/>
                  </a:cubicBezTo>
                  <a:cubicBezTo>
                    <a:pt x="780" y="58"/>
                    <a:pt x="817" y="64"/>
                    <a:pt x="843" y="75"/>
                  </a:cubicBezTo>
                  <a:lnTo>
                    <a:pt x="696" y="222"/>
                  </a:lnTo>
                  <a:lnTo>
                    <a:pt x="736" y="263"/>
                  </a:lnTo>
                  <a:lnTo>
                    <a:pt x="883" y="116"/>
                  </a:lnTo>
                  <a:cubicBezTo>
                    <a:pt x="901" y="158"/>
                    <a:pt x="908" y="233"/>
                    <a:pt x="891" y="326"/>
                  </a:cubicBezTo>
                  <a:close/>
                  <a:moveTo>
                    <a:pt x="909" y="50"/>
                  </a:moveTo>
                  <a:cubicBezTo>
                    <a:pt x="877" y="18"/>
                    <a:pt x="815" y="0"/>
                    <a:pt x="736" y="0"/>
                  </a:cubicBezTo>
                  <a:cubicBezTo>
                    <a:pt x="605" y="0"/>
                    <a:pt x="398" y="53"/>
                    <a:pt x="249" y="203"/>
                  </a:cubicBezTo>
                  <a:cubicBezTo>
                    <a:pt x="32" y="420"/>
                    <a:pt x="0" y="768"/>
                    <a:pt x="95" y="863"/>
                  </a:cubicBezTo>
                  <a:cubicBezTo>
                    <a:pt x="128" y="896"/>
                    <a:pt x="189" y="913"/>
                    <a:pt x="269" y="913"/>
                  </a:cubicBezTo>
                  <a:cubicBezTo>
                    <a:pt x="399" y="913"/>
                    <a:pt x="606" y="860"/>
                    <a:pt x="756" y="710"/>
                  </a:cubicBezTo>
                  <a:cubicBezTo>
                    <a:pt x="887" y="579"/>
                    <a:pt x="933" y="420"/>
                    <a:pt x="948" y="337"/>
                  </a:cubicBezTo>
                  <a:cubicBezTo>
                    <a:pt x="972" y="210"/>
                    <a:pt x="956" y="97"/>
                    <a:pt x="909" y="5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88" name="Freeform 47">
              <a:extLst>
                <a:ext uri="{FF2B5EF4-FFF2-40B4-BE49-F238E27FC236}">
                  <a16:creationId xmlns:a16="http://schemas.microsoft.com/office/drawing/2014/main" id="{EC3F7AEF-58E4-AF5E-C805-080DDFB642B2}"/>
                </a:ext>
              </a:extLst>
            </p:cNvPr>
            <p:cNvSpPr>
              <a:spLocks/>
            </p:cNvSpPr>
            <p:nvPr userDrawn="1"/>
          </p:nvSpPr>
          <p:spPr bwMode="auto">
            <a:xfrm>
              <a:off x="3579813" y="3357564"/>
              <a:ext cx="176213" cy="174625"/>
            </a:xfrm>
            <a:custGeom>
              <a:avLst/>
              <a:gdLst>
                <a:gd name="T0" fmla="*/ 365 w 489"/>
                <a:gd name="T1" fmla="*/ 11 h 485"/>
                <a:gd name="T2" fmla="*/ 324 w 489"/>
                <a:gd name="T3" fmla="*/ 11 h 485"/>
                <a:gd name="T4" fmla="*/ 324 w 489"/>
                <a:gd name="T5" fmla="*/ 52 h 485"/>
                <a:gd name="T6" fmla="*/ 360 w 489"/>
                <a:gd name="T7" fmla="*/ 88 h 485"/>
                <a:gd name="T8" fmla="*/ 297 w 489"/>
                <a:gd name="T9" fmla="*/ 151 h 485"/>
                <a:gd name="T10" fmla="*/ 261 w 489"/>
                <a:gd name="T11" fmla="*/ 115 h 485"/>
                <a:gd name="T12" fmla="*/ 220 w 489"/>
                <a:gd name="T13" fmla="*/ 115 h 485"/>
                <a:gd name="T14" fmla="*/ 220 w 489"/>
                <a:gd name="T15" fmla="*/ 156 h 485"/>
                <a:gd name="T16" fmla="*/ 256 w 489"/>
                <a:gd name="T17" fmla="*/ 192 h 485"/>
                <a:gd name="T18" fmla="*/ 193 w 489"/>
                <a:gd name="T19" fmla="*/ 255 h 485"/>
                <a:gd name="T20" fmla="*/ 157 w 489"/>
                <a:gd name="T21" fmla="*/ 219 h 485"/>
                <a:gd name="T22" fmla="*/ 116 w 489"/>
                <a:gd name="T23" fmla="*/ 219 h 485"/>
                <a:gd name="T24" fmla="*/ 116 w 489"/>
                <a:gd name="T25" fmla="*/ 260 h 485"/>
                <a:gd name="T26" fmla="*/ 152 w 489"/>
                <a:gd name="T27" fmla="*/ 296 h 485"/>
                <a:gd name="T28" fmla="*/ 88 w 489"/>
                <a:gd name="T29" fmla="*/ 359 h 485"/>
                <a:gd name="T30" fmla="*/ 53 w 489"/>
                <a:gd name="T31" fmla="*/ 324 h 485"/>
                <a:gd name="T32" fmla="*/ 12 w 489"/>
                <a:gd name="T33" fmla="*/ 324 h 485"/>
                <a:gd name="T34" fmla="*/ 12 w 489"/>
                <a:gd name="T35" fmla="*/ 365 h 485"/>
                <a:gd name="T36" fmla="*/ 125 w 489"/>
                <a:gd name="T37" fmla="*/ 477 h 485"/>
                <a:gd name="T38" fmla="*/ 145 w 489"/>
                <a:gd name="T39" fmla="*/ 485 h 485"/>
                <a:gd name="T40" fmla="*/ 165 w 489"/>
                <a:gd name="T41" fmla="*/ 477 h 485"/>
                <a:gd name="T42" fmla="*/ 165 w 489"/>
                <a:gd name="T43" fmla="*/ 436 h 485"/>
                <a:gd name="T44" fmla="*/ 130 w 489"/>
                <a:gd name="T45" fmla="*/ 400 h 485"/>
                <a:gd name="T46" fmla="*/ 193 w 489"/>
                <a:gd name="T47" fmla="*/ 337 h 485"/>
                <a:gd name="T48" fmla="*/ 228 w 489"/>
                <a:gd name="T49" fmla="*/ 373 h 485"/>
                <a:gd name="T50" fmla="*/ 249 w 489"/>
                <a:gd name="T51" fmla="*/ 381 h 485"/>
                <a:gd name="T52" fmla="*/ 270 w 489"/>
                <a:gd name="T53" fmla="*/ 373 h 485"/>
                <a:gd name="T54" fmla="*/ 270 w 489"/>
                <a:gd name="T55" fmla="*/ 332 h 485"/>
                <a:gd name="T56" fmla="*/ 234 w 489"/>
                <a:gd name="T57" fmla="*/ 296 h 485"/>
                <a:gd name="T58" fmla="*/ 297 w 489"/>
                <a:gd name="T59" fmla="*/ 233 h 485"/>
                <a:gd name="T60" fmla="*/ 333 w 489"/>
                <a:gd name="T61" fmla="*/ 269 h 485"/>
                <a:gd name="T62" fmla="*/ 353 w 489"/>
                <a:gd name="T63" fmla="*/ 277 h 485"/>
                <a:gd name="T64" fmla="*/ 373 w 489"/>
                <a:gd name="T65" fmla="*/ 269 h 485"/>
                <a:gd name="T66" fmla="*/ 373 w 489"/>
                <a:gd name="T67" fmla="*/ 228 h 485"/>
                <a:gd name="T68" fmla="*/ 338 w 489"/>
                <a:gd name="T69" fmla="*/ 192 h 485"/>
                <a:gd name="T70" fmla="*/ 401 w 489"/>
                <a:gd name="T71" fmla="*/ 129 h 485"/>
                <a:gd name="T72" fmla="*/ 437 w 489"/>
                <a:gd name="T73" fmla="*/ 164 h 485"/>
                <a:gd name="T74" fmla="*/ 457 w 489"/>
                <a:gd name="T75" fmla="*/ 173 h 485"/>
                <a:gd name="T76" fmla="*/ 478 w 489"/>
                <a:gd name="T77" fmla="*/ 164 h 485"/>
                <a:gd name="T78" fmla="*/ 478 w 489"/>
                <a:gd name="T79" fmla="*/ 123 h 485"/>
                <a:gd name="T80" fmla="*/ 365 w 489"/>
                <a:gd name="T81" fmla="*/ 11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485">
                  <a:moveTo>
                    <a:pt x="365" y="11"/>
                  </a:moveTo>
                  <a:cubicBezTo>
                    <a:pt x="354" y="0"/>
                    <a:pt x="336" y="0"/>
                    <a:pt x="324" y="11"/>
                  </a:cubicBezTo>
                  <a:cubicBezTo>
                    <a:pt x="313" y="22"/>
                    <a:pt x="313" y="41"/>
                    <a:pt x="324" y="52"/>
                  </a:cubicBezTo>
                  <a:lnTo>
                    <a:pt x="360" y="88"/>
                  </a:lnTo>
                  <a:lnTo>
                    <a:pt x="297" y="151"/>
                  </a:lnTo>
                  <a:lnTo>
                    <a:pt x="261" y="115"/>
                  </a:lnTo>
                  <a:cubicBezTo>
                    <a:pt x="250" y="104"/>
                    <a:pt x="232" y="104"/>
                    <a:pt x="220" y="115"/>
                  </a:cubicBezTo>
                  <a:cubicBezTo>
                    <a:pt x="209" y="127"/>
                    <a:pt x="209" y="145"/>
                    <a:pt x="220" y="156"/>
                  </a:cubicBezTo>
                  <a:lnTo>
                    <a:pt x="256" y="192"/>
                  </a:lnTo>
                  <a:lnTo>
                    <a:pt x="193" y="255"/>
                  </a:lnTo>
                  <a:lnTo>
                    <a:pt x="157" y="219"/>
                  </a:lnTo>
                  <a:cubicBezTo>
                    <a:pt x="145" y="208"/>
                    <a:pt x="127" y="208"/>
                    <a:pt x="116" y="219"/>
                  </a:cubicBezTo>
                  <a:cubicBezTo>
                    <a:pt x="105" y="231"/>
                    <a:pt x="105" y="249"/>
                    <a:pt x="116" y="260"/>
                  </a:cubicBezTo>
                  <a:lnTo>
                    <a:pt x="152" y="296"/>
                  </a:lnTo>
                  <a:lnTo>
                    <a:pt x="88" y="359"/>
                  </a:lnTo>
                  <a:lnTo>
                    <a:pt x="53" y="324"/>
                  </a:lnTo>
                  <a:cubicBezTo>
                    <a:pt x="42" y="312"/>
                    <a:pt x="23" y="312"/>
                    <a:pt x="12" y="324"/>
                  </a:cubicBezTo>
                  <a:cubicBezTo>
                    <a:pt x="0" y="335"/>
                    <a:pt x="0" y="353"/>
                    <a:pt x="12" y="365"/>
                  </a:cubicBezTo>
                  <a:lnTo>
                    <a:pt x="125" y="477"/>
                  </a:lnTo>
                  <a:cubicBezTo>
                    <a:pt x="130" y="483"/>
                    <a:pt x="138" y="485"/>
                    <a:pt x="145" y="485"/>
                  </a:cubicBezTo>
                  <a:cubicBezTo>
                    <a:pt x="152" y="485"/>
                    <a:pt x="160" y="483"/>
                    <a:pt x="165" y="477"/>
                  </a:cubicBezTo>
                  <a:cubicBezTo>
                    <a:pt x="176" y="466"/>
                    <a:pt x="176" y="447"/>
                    <a:pt x="165" y="436"/>
                  </a:cubicBezTo>
                  <a:lnTo>
                    <a:pt x="130" y="400"/>
                  </a:lnTo>
                  <a:lnTo>
                    <a:pt x="193" y="337"/>
                  </a:lnTo>
                  <a:lnTo>
                    <a:pt x="228" y="373"/>
                  </a:lnTo>
                  <a:cubicBezTo>
                    <a:pt x="234" y="378"/>
                    <a:pt x="241" y="381"/>
                    <a:pt x="249" y="381"/>
                  </a:cubicBezTo>
                  <a:cubicBezTo>
                    <a:pt x="256" y="381"/>
                    <a:pt x="264" y="378"/>
                    <a:pt x="270" y="373"/>
                  </a:cubicBezTo>
                  <a:cubicBezTo>
                    <a:pt x="281" y="361"/>
                    <a:pt x="281" y="343"/>
                    <a:pt x="270" y="332"/>
                  </a:cubicBezTo>
                  <a:lnTo>
                    <a:pt x="234" y="296"/>
                  </a:lnTo>
                  <a:lnTo>
                    <a:pt x="297" y="233"/>
                  </a:lnTo>
                  <a:lnTo>
                    <a:pt x="333" y="269"/>
                  </a:lnTo>
                  <a:cubicBezTo>
                    <a:pt x="338" y="274"/>
                    <a:pt x="346" y="277"/>
                    <a:pt x="353" y="277"/>
                  </a:cubicBezTo>
                  <a:cubicBezTo>
                    <a:pt x="360" y="277"/>
                    <a:pt x="368" y="274"/>
                    <a:pt x="373" y="269"/>
                  </a:cubicBezTo>
                  <a:cubicBezTo>
                    <a:pt x="385" y="257"/>
                    <a:pt x="385" y="239"/>
                    <a:pt x="373" y="228"/>
                  </a:cubicBezTo>
                  <a:lnTo>
                    <a:pt x="338" y="192"/>
                  </a:lnTo>
                  <a:lnTo>
                    <a:pt x="401" y="129"/>
                  </a:lnTo>
                  <a:lnTo>
                    <a:pt x="437" y="164"/>
                  </a:lnTo>
                  <a:cubicBezTo>
                    <a:pt x="442" y="170"/>
                    <a:pt x="450" y="173"/>
                    <a:pt x="457" y="173"/>
                  </a:cubicBezTo>
                  <a:cubicBezTo>
                    <a:pt x="464" y="173"/>
                    <a:pt x="472" y="170"/>
                    <a:pt x="478" y="164"/>
                  </a:cubicBezTo>
                  <a:cubicBezTo>
                    <a:pt x="489" y="153"/>
                    <a:pt x="489" y="135"/>
                    <a:pt x="478" y="123"/>
                  </a:cubicBezTo>
                  <a:lnTo>
                    <a:pt x="365" y="11"/>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89" name="Group 88">
            <a:extLst>
              <a:ext uri="{FF2B5EF4-FFF2-40B4-BE49-F238E27FC236}">
                <a16:creationId xmlns:a16="http://schemas.microsoft.com/office/drawing/2014/main" id="{750A7B4B-C67D-F982-EF7A-B053D31F52FF}"/>
              </a:ext>
            </a:extLst>
          </p:cNvPr>
          <p:cNvGrpSpPr/>
          <p:nvPr/>
        </p:nvGrpSpPr>
        <p:grpSpPr>
          <a:xfrm>
            <a:off x="2538413" y="3276601"/>
            <a:ext cx="338138" cy="338138"/>
            <a:chOff x="2538413" y="3276601"/>
            <a:chExt cx="338138" cy="338138"/>
          </a:xfrm>
        </p:grpSpPr>
        <p:sp>
          <p:nvSpPr>
            <p:cNvPr id="90" name="Freeform 48">
              <a:extLst>
                <a:ext uri="{FF2B5EF4-FFF2-40B4-BE49-F238E27FC236}">
                  <a16:creationId xmlns:a16="http://schemas.microsoft.com/office/drawing/2014/main" id="{B5A165D1-20F1-3720-D486-07445145D6ED}"/>
                </a:ext>
              </a:extLst>
            </p:cNvPr>
            <p:cNvSpPr>
              <a:spLocks noEditPoints="1"/>
            </p:cNvSpPr>
            <p:nvPr userDrawn="1"/>
          </p:nvSpPr>
          <p:spPr bwMode="auto">
            <a:xfrm>
              <a:off x="2538413" y="3276601"/>
              <a:ext cx="338138" cy="338138"/>
            </a:xfrm>
            <a:custGeom>
              <a:avLst/>
              <a:gdLst>
                <a:gd name="T0" fmla="*/ 469 w 937"/>
                <a:gd name="T1" fmla="*/ 872 h 936"/>
                <a:gd name="T2" fmla="*/ 63 w 937"/>
                <a:gd name="T3" fmla="*/ 468 h 936"/>
                <a:gd name="T4" fmla="*/ 469 w 937"/>
                <a:gd name="T5" fmla="*/ 63 h 936"/>
                <a:gd name="T6" fmla="*/ 874 w 937"/>
                <a:gd name="T7" fmla="*/ 468 h 936"/>
                <a:gd name="T8" fmla="*/ 469 w 937"/>
                <a:gd name="T9" fmla="*/ 872 h 936"/>
                <a:gd name="T10" fmla="*/ 469 w 937"/>
                <a:gd name="T11" fmla="*/ 0 h 936"/>
                <a:gd name="T12" fmla="*/ 0 w 937"/>
                <a:gd name="T13" fmla="*/ 468 h 936"/>
                <a:gd name="T14" fmla="*/ 469 w 937"/>
                <a:gd name="T15" fmla="*/ 936 h 936"/>
                <a:gd name="T16" fmla="*/ 937 w 937"/>
                <a:gd name="T17" fmla="*/ 468 h 936"/>
                <a:gd name="T18" fmla="*/ 469 w 937"/>
                <a:gd name="T19"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7" h="936">
                  <a:moveTo>
                    <a:pt x="469" y="872"/>
                  </a:moveTo>
                  <a:cubicBezTo>
                    <a:pt x="245" y="872"/>
                    <a:pt x="63" y="691"/>
                    <a:pt x="63" y="468"/>
                  </a:cubicBezTo>
                  <a:cubicBezTo>
                    <a:pt x="63" y="244"/>
                    <a:pt x="245" y="63"/>
                    <a:pt x="469" y="63"/>
                  </a:cubicBezTo>
                  <a:cubicBezTo>
                    <a:pt x="692" y="63"/>
                    <a:pt x="874" y="244"/>
                    <a:pt x="874" y="468"/>
                  </a:cubicBezTo>
                  <a:cubicBezTo>
                    <a:pt x="874" y="691"/>
                    <a:pt x="692" y="872"/>
                    <a:pt x="469" y="872"/>
                  </a:cubicBezTo>
                  <a:close/>
                  <a:moveTo>
                    <a:pt x="469" y="0"/>
                  </a:moveTo>
                  <a:cubicBezTo>
                    <a:pt x="211" y="0"/>
                    <a:pt x="0" y="210"/>
                    <a:pt x="0" y="468"/>
                  </a:cubicBezTo>
                  <a:cubicBezTo>
                    <a:pt x="0" y="726"/>
                    <a:pt x="211" y="936"/>
                    <a:pt x="469" y="936"/>
                  </a:cubicBezTo>
                  <a:cubicBezTo>
                    <a:pt x="727" y="936"/>
                    <a:pt x="937" y="726"/>
                    <a:pt x="937" y="468"/>
                  </a:cubicBezTo>
                  <a:cubicBezTo>
                    <a:pt x="937" y="210"/>
                    <a:pt x="727" y="0"/>
                    <a:pt x="469"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91" name="Freeform 49">
              <a:extLst>
                <a:ext uri="{FF2B5EF4-FFF2-40B4-BE49-F238E27FC236}">
                  <a16:creationId xmlns:a16="http://schemas.microsoft.com/office/drawing/2014/main" id="{983CEB40-FD7B-3F5B-550D-AF5D0E7B5187}"/>
                </a:ext>
              </a:extLst>
            </p:cNvPr>
            <p:cNvSpPr>
              <a:spLocks noEditPoints="1"/>
            </p:cNvSpPr>
            <p:nvPr userDrawn="1"/>
          </p:nvSpPr>
          <p:spPr bwMode="auto">
            <a:xfrm>
              <a:off x="2620963" y="3341689"/>
              <a:ext cx="171450" cy="188913"/>
            </a:xfrm>
            <a:custGeom>
              <a:avLst/>
              <a:gdLst>
                <a:gd name="T0" fmla="*/ 253 w 479"/>
                <a:gd name="T1" fmla="*/ 371 h 523"/>
                <a:gd name="T2" fmla="*/ 241 w 479"/>
                <a:gd name="T3" fmla="*/ 368 h 523"/>
                <a:gd name="T4" fmla="*/ 228 w 479"/>
                <a:gd name="T5" fmla="*/ 371 h 523"/>
                <a:gd name="T6" fmla="*/ 97 w 479"/>
                <a:gd name="T7" fmla="*/ 429 h 523"/>
                <a:gd name="T8" fmla="*/ 241 w 479"/>
                <a:gd name="T9" fmla="*/ 109 h 523"/>
                <a:gd name="T10" fmla="*/ 384 w 479"/>
                <a:gd name="T11" fmla="*/ 429 h 523"/>
                <a:gd name="T12" fmla="*/ 253 w 479"/>
                <a:gd name="T13" fmla="*/ 371 h 523"/>
                <a:gd name="T14" fmla="*/ 269 w 479"/>
                <a:gd name="T15" fmla="*/ 19 h 523"/>
                <a:gd name="T16" fmla="*/ 241 w 479"/>
                <a:gd name="T17" fmla="*/ 0 h 523"/>
                <a:gd name="T18" fmla="*/ 212 w 479"/>
                <a:gd name="T19" fmla="*/ 19 h 523"/>
                <a:gd name="T20" fmla="*/ 5 w 479"/>
                <a:gd name="T21" fmla="*/ 478 h 523"/>
                <a:gd name="T22" fmla="*/ 11 w 479"/>
                <a:gd name="T23" fmla="*/ 514 h 523"/>
                <a:gd name="T24" fmla="*/ 34 w 479"/>
                <a:gd name="T25" fmla="*/ 523 h 523"/>
                <a:gd name="T26" fmla="*/ 46 w 479"/>
                <a:gd name="T27" fmla="*/ 520 h 523"/>
                <a:gd name="T28" fmla="*/ 241 w 479"/>
                <a:gd name="T29" fmla="*/ 434 h 523"/>
                <a:gd name="T30" fmla="*/ 435 w 479"/>
                <a:gd name="T31" fmla="*/ 520 h 523"/>
                <a:gd name="T32" fmla="*/ 447 w 479"/>
                <a:gd name="T33" fmla="*/ 523 h 523"/>
                <a:gd name="T34" fmla="*/ 448 w 479"/>
                <a:gd name="T35" fmla="*/ 523 h 523"/>
                <a:gd name="T36" fmla="*/ 479 w 479"/>
                <a:gd name="T37" fmla="*/ 491 h 523"/>
                <a:gd name="T38" fmla="*/ 474 w 479"/>
                <a:gd name="T39" fmla="*/ 475 h 523"/>
                <a:gd name="T40" fmla="*/ 269 w 479"/>
                <a:gd name="T41" fmla="*/ 19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9" h="523">
                  <a:moveTo>
                    <a:pt x="253" y="371"/>
                  </a:moveTo>
                  <a:cubicBezTo>
                    <a:pt x="250" y="369"/>
                    <a:pt x="245" y="368"/>
                    <a:pt x="241" y="368"/>
                  </a:cubicBezTo>
                  <a:cubicBezTo>
                    <a:pt x="236" y="368"/>
                    <a:pt x="232" y="369"/>
                    <a:pt x="228" y="371"/>
                  </a:cubicBezTo>
                  <a:lnTo>
                    <a:pt x="97" y="429"/>
                  </a:lnTo>
                  <a:lnTo>
                    <a:pt x="241" y="109"/>
                  </a:lnTo>
                  <a:lnTo>
                    <a:pt x="384" y="429"/>
                  </a:lnTo>
                  <a:lnTo>
                    <a:pt x="253" y="371"/>
                  </a:lnTo>
                  <a:close/>
                  <a:moveTo>
                    <a:pt x="269" y="19"/>
                  </a:moveTo>
                  <a:cubicBezTo>
                    <a:pt x="264" y="8"/>
                    <a:pt x="253" y="0"/>
                    <a:pt x="241" y="0"/>
                  </a:cubicBezTo>
                  <a:cubicBezTo>
                    <a:pt x="228" y="0"/>
                    <a:pt x="217" y="8"/>
                    <a:pt x="212" y="19"/>
                  </a:cubicBezTo>
                  <a:lnTo>
                    <a:pt x="5" y="478"/>
                  </a:lnTo>
                  <a:cubicBezTo>
                    <a:pt x="0" y="490"/>
                    <a:pt x="2" y="504"/>
                    <a:pt x="11" y="514"/>
                  </a:cubicBezTo>
                  <a:cubicBezTo>
                    <a:pt x="18" y="520"/>
                    <a:pt x="26" y="523"/>
                    <a:pt x="34" y="523"/>
                  </a:cubicBezTo>
                  <a:cubicBezTo>
                    <a:pt x="38" y="523"/>
                    <a:pt x="42" y="522"/>
                    <a:pt x="46" y="520"/>
                  </a:cubicBezTo>
                  <a:lnTo>
                    <a:pt x="241" y="434"/>
                  </a:lnTo>
                  <a:lnTo>
                    <a:pt x="435" y="520"/>
                  </a:lnTo>
                  <a:cubicBezTo>
                    <a:pt x="439" y="522"/>
                    <a:pt x="443" y="523"/>
                    <a:pt x="447" y="523"/>
                  </a:cubicBezTo>
                  <a:lnTo>
                    <a:pt x="448" y="523"/>
                  </a:lnTo>
                  <a:cubicBezTo>
                    <a:pt x="465" y="523"/>
                    <a:pt x="479" y="509"/>
                    <a:pt x="479" y="491"/>
                  </a:cubicBezTo>
                  <a:cubicBezTo>
                    <a:pt x="479" y="485"/>
                    <a:pt x="477" y="478"/>
                    <a:pt x="474" y="475"/>
                  </a:cubicBezTo>
                  <a:lnTo>
                    <a:pt x="269" y="19"/>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92" name="Group 91">
            <a:extLst>
              <a:ext uri="{FF2B5EF4-FFF2-40B4-BE49-F238E27FC236}">
                <a16:creationId xmlns:a16="http://schemas.microsoft.com/office/drawing/2014/main" id="{41AEB54B-3780-B17E-E2BC-8AF85BA8B293}"/>
              </a:ext>
            </a:extLst>
          </p:cNvPr>
          <p:cNvGrpSpPr/>
          <p:nvPr/>
        </p:nvGrpSpPr>
        <p:grpSpPr>
          <a:xfrm>
            <a:off x="6303963" y="4060826"/>
            <a:ext cx="333375" cy="333376"/>
            <a:chOff x="6303963" y="4060826"/>
            <a:chExt cx="333375" cy="333376"/>
          </a:xfrm>
        </p:grpSpPr>
        <p:sp>
          <p:nvSpPr>
            <p:cNvPr id="93" name="Freeform 50">
              <a:extLst>
                <a:ext uri="{FF2B5EF4-FFF2-40B4-BE49-F238E27FC236}">
                  <a16:creationId xmlns:a16="http://schemas.microsoft.com/office/drawing/2014/main" id="{0015BEEC-25B9-402C-C0DA-44D150EC3E75}"/>
                </a:ext>
              </a:extLst>
            </p:cNvPr>
            <p:cNvSpPr>
              <a:spLocks/>
            </p:cNvSpPr>
            <p:nvPr userDrawn="1"/>
          </p:nvSpPr>
          <p:spPr bwMode="auto">
            <a:xfrm>
              <a:off x="6303963" y="4060826"/>
              <a:ext cx="223838" cy="169863"/>
            </a:xfrm>
            <a:custGeom>
              <a:avLst/>
              <a:gdLst>
                <a:gd name="T0" fmla="*/ 128 w 620"/>
                <a:gd name="T1" fmla="*/ 443 h 468"/>
                <a:gd name="T2" fmla="*/ 102 w 620"/>
                <a:gd name="T3" fmla="*/ 417 h 468"/>
                <a:gd name="T4" fmla="*/ 52 w 620"/>
                <a:gd name="T5" fmla="*/ 417 h 468"/>
                <a:gd name="T6" fmla="*/ 52 w 620"/>
                <a:gd name="T7" fmla="*/ 83 h 468"/>
                <a:gd name="T8" fmla="*/ 83 w 620"/>
                <a:gd name="T9" fmla="*/ 52 h 468"/>
                <a:gd name="T10" fmla="*/ 417 w 620"/>
                <a:gd name="T11" fmla="*/ 52 h 468"/>
                <a:gd name="T12" fmla="*/ 417 w 620"/>
                <a:gd name="T13" fmla="*/ 174 h 468"/>
                <a:gd name="T14" fmla="*/ 438 w 620"/>
                <a:gd name="T15" fmla="*/ 212 h 468"/>
                <a:gd name="T16" fmla="*/ 483 w 620"/>
                <a:gd name="T17" fmla="*/ 213 h 468"/>
                <a:gd name="T18" fmla="*/ 518 w 620"/>
                <a:gd name="T19" fmla="*/ 203 h 468"/>
                <a:gd name="T20" fmla="*/ 568 w 620"/>
                <a:gd name="T21" fmla="*/ 253 h 468"/>
                <a:gd name="T22" fmla="*/ 518 w 620"/>
                <a:gd name="T23" fmla="*/ 303 h 468"/>
                <a:gd name="T24" fmla="*/ 483 w 620"/>
                <a:gd name="T25" fmla="*/ 293 h 468"/>
                <a:gd name="T26" fmla="*/ 438 w 620"/>
                <a:gd name="T27" fmla="*/ 295 h 468"/>
                <a:gd name="T28" fmla="*/ 417 w 620"/>
                <a:gd name="T29" fmla="*/ 333 h 468"/>
                <a:gd name="T30" fmla="*/ 417 w 620"/>
                <a:gd name="T31" fmla="*/ 443 h 468"/>
                <a:gd name="T32" fmla="*/ 443 w 620"/>
                <a:gd name="T33" fmla="*/ 468 h 468"/>
                <a:gd name="T34" fmla="*/ 469 w 620"/>
                <a:gd name="T35" fmla="*/ 443 h 468"/>
                <a:gd name="T36" fmla="*/ 469 w 620"/>
                <a:gd name="T37" fmla="*/ 344 h 468"/>
                <a:gd name="T38" fmla="*/ 518 w 620"/>
                <a:gd name="T39" fmla="*/ 355 h 468"/>
                <a:gd name="T40" fmla="*/ 620 w 620"/>
                <a:gd name="T41" fmla="*/ 253 h 468"/>
                <a:gd name="T42" fmla="*/ 518 w 620"/>
                <a:gd name="T43" fmla="*/ 152 h 468"/>
                <a:gd name="T44" fmla="*/ 469 w 620"/>
                <a:gd name="T45" fmla="*/ 163 h 468"/>
                <a:gd name="T46" fmla="*/ 469 w 620"/>
                <a:gd name="T47" fmla="*/ 26 h 468"/>
                <a:gd name="T48" fmla="*/ 443 w 620"/>
                <a:gd name="T49" fmla="*/ 0 h 468"/>
                <a:gd name="T50" fmla="*/ 83 w 620"/>
                <a:gd name="T51" fmla="*/ 0 h 468"/>
                <a:gd name="T52" fmla="*/ 0 w 620"/>
                <a:gd name="T53" fmla="*/ 83 h 468"/>
                <a:gd name="T54" fmla="*/ 0 w 620"/>
                <a:gd name="T55" fmla="*/ 443 h 468"/>
                <a:gd name="T56" fmla="*/ 26 w 620"/>
                <a:gd name="T57" fmla="*/ 468 h 468"/>
                <a:gd name="T58" fmla="*/ 102 w 620"/>
                <a:gd name="T59" fmla="*/ 468 h 468"/>
                <a:gd name="T60" fmla="*/ 128 w 620"/>
                <a:gd name="T61" fmla="*/ 443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0" h="468">
                  <a:moveTo>
                    <a:pt x="128" y="443"/>
                  </a:moveTo>
                  <a:cubicBezTo>
                    <a:pt x="128" y="428"/>
                    <a:pt x="116" y="417"/>
                    <a:pt x="102" y="417"/>
                  </a:cubicBezTo>
                  <a:lnTo>
                    <a:pt x="52" y="417"/>
                  </a:lnTo>
                  <a:lnTo>
                    <a:pt x="52" y="83"/>
                  </a:lnTo>
                  <a:cubicBezTo>
                    <a:pt x="52" y="66"/>
                    <a:pt x="66" y="52"/>
                    <a:pt x="83" y="52"/>
                  </a:cubicBezTo>
                  <a:lnTo>
                    <a:pt x="417" y="52"/>
                  </a:lnTo>
                  <a:lnTo>
                    <a:pt x="417" y="174"/>
                  </a:lnTo>
                  <a:cubicBezTo>
                    <a:pt x="417" y="189"/>
                    <a:pt x="425" y="204"/>
                    <a:pt x="438" y="212"/>
                  </a:cubicBezTo>
                  <a:cubicBezTo>
                    <a:pt x="452" y="220"/>
                    <a:pt x="469" y="221"/>
                    <a:pt x="483" y="213"/>
                  </a:cubicBezTo>
                  <a:cubicBezTo>
                    <a:pt x="494" y="207"/>
                    <a:pt x="507" y="203"/>
                    <a:pt x="518" y="203"/>
                  </a:cubicBezTo>
                  <a:cubicBezTo>
                    <a:pt x="546" y="203"/>
                    <a:pt x="568" y="226"/>
                    <a:pt x="568" y="253"/>
                  </a:cubicBezTo>
                  <a:cubicBezTo>
                    <a:pt x="568" y="281"/>
                    <a:pt x="546" y="303"/>
                    <a:pt x="518" y="303"/>
                  </a:cubicBezTo>
                  <a:cubicBezTo>
                    <a:pt x="507" y="303"/>
                    <a:pt x="494" y="300"/>
                    <a:pt x="483" y="293"/>
                  </a:cubicBezTo>
                  <a:cubicBezTo>
                    <a:pt x="469" y="286"/>
                    <a:pt x="452" y="286"/>
                    <a:pt x="438" y="295"/>
                  </a:cubicBezTo>
                  <a:cubicBezTo>
                    <a:pt x="425" y="303"/>
                    <a:pt x="417" y="317"/>
                    <a:pt x="417" y="333"/>
                  </a:cubicBezTo>
                  <a:lnTo>
                    <a:pt x="417" y="443"/>
                  </a:lnTo>
                  <a:cubicBezTo>
                    <a:pt x="417" y="457"/>
                    <a:pt x="428" y="468"/>
                    <a:pt x="443" y="468"/>
                  </a:cubicBezTo>
                  <a:cubicBezTo>
                    <a:pt x="457" y="468"/>
                    <a:pt x="469" y="457"/>
                    <a:pt x="469" y="443"/>
                  </a:cubicBezTo>
                  <a:lnTo>
                    <a:pt x="469" y="344"/>
                  </a:lnTo>
                  <a:cubicBezTo>
                    <a:pt x="485" y="351"/>
                    <a:pt x="502" y="355"/>
                    <a:pt x="518" y="355"/>
                  </a:cubicBezTo>
                  <a:cubicBezTo>
                    <a:pt x="574" y="355"/>
                    <a:pt x="620" y="309"/>
                    <a:pt x="620" y="253"/>
                  </a:cubicBezTo>
                  <a:cubicBezTo>
                    <a:pt x="620" y="197"/>
                    <a:pt x="574" y="152"/>
                    <a:pt x="518" y="152"/>
                  </a:cubicBezTo>
                  <a:cubicBezTo>
                    <a:pt x="502" y="152"/>
                    <a:pt x="485" y="156"/>
                    <a:pt x="469" y="163"/>
                  </a:cubicBezTo>
                  <a:lnTo>
                    <a:pt x="469" y="26"/>
                  </a:lnTo>
                  <a:cubicBezTo>
                    <a:pt x="469" y="12"/>
                    <a:pt x="457" y="0"/>
                    <a:pt x="443" y="0"/>
                  </a:cubicBezTo>
                  <a:lnTo>
                    <a:pt x="83" y="0"/>
                  </a:lnTo>
                  <a:cubicBezTo>
                    <a:pt x="37" y="0"/>
                    <a:pt x="0" y="37"/>
                    <a:pt x="0" y="83"/>
                  </a:cubicBezTo>
                  <a:lnTo>
                    <a:pt x="0" y="443"/>
                  </a:lnTo>
                  <a:cubicBezTo>
                    <a:pt x="0" y="457"/>
                    <a:pt x="12" y="468"/>
                    <a:pt x="26" y="468"/>
                  </a:cubicBezTo>
                  <a:lnTo>
                    <a:pt x="102" y="468"/>
                  </a:lnTo>
                  <a:cubicBezTo>
                    <a:pt x="116" y="468"/>
                    <a:pt x="128" y="457"/>
                    <a:pt x="128" y="443"/>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94" name="Freeform 51">
              <a:extLst>
                <a:ext uri="{FF2B5EF4-FFF2-40B4-BE49-F238E27FC236}">
                  <a16:creationId xmlns:a16="http://schemas.microsoft.com/office/drawing/2014/main" id="{34449724-1057-F83B-D859-BA5CAF39F4DA}"/>
                </a:ext>
              </a:extLst>
            </p:cNvPr>
            <p:cNvSpPr>
              <a:spLocks noEditPoints="1"/>
            </p:cNvSpPr>
            <p:nvPr userDrawn="1"/>
          </p:nvSpPr>
          <p:spPr bwMode="auto">
            <a:xfrm>
              <a:off x="6316663" y="4087814"/>
              <a:ext cx="320675" cy="306388"/>
            </a:xfrm>
            <a:custGeom>
              <a:avLst/>
              <a:gdLst>
                <a:gd name="T0" fmla="*/ 802 w 885"/>
                <a:gd name="T1" fmla="*/ 795 h 847"/>
                <a:gd name="T2" fmla="*/ 468 w 885"/>
                <a:gd name="T3" fmla="*/ 711 h 847"/>
                <a:gd name="T4" fmla="*/ 402 w 885"/>
                <a:gd name="T5" fmla="*/ 672 h 847"/>
                <a:gd name="T6" fmla="*/ 317 w 885"/>
                <a:gd name="T7" fmla="*/ 631 h 847"/>
                <a:gd name="T8" fmla="*/ 402 w 885"/>
                <a:gd name="T9" fmla="*/ 591 h 847"/>
                <a:gd name="T10" fmla="*/ 468 w 885"/>
                <a:gd name="T11" fmla="*/ 552 h 847"/>
                <a:gd name="T12" fmla="*/ 545 w 885"/>
                <a:gd name="T13" fmla="*/ 468 h 847"/>
                <a:gd name="T14" fmla="*/ 635 w 885"/>
                <a:gd name="T15" fmla="*/ 619 h 847"/>
                <a:gd name="T16" fmla="*/ 726 w 885"/>
                <a:gd name="T17" fmla="*/ 468 h 847"/>
                <a:gd name="T18" fmla="*/ 833 w 885"/>
                <a:gd name="T19" fmla="*/ 764 h 847"/>
                <a:gd name="T20" fmla="*/ 83 w 885"/>
                <a:gd name="T21" fmla="*/ 795 h 847"/>
                <a:gd name="T22" fmla="*/ 52 w 885"/>
                <a:gd name="T23" fmla="*/ 468 h 847"/>
                <a:gd name="T24" fmla="*/ 174 w 885"/>
                <a:gd name="T25" fmla="*/ 447 h 847"/>
                <a:gd name="T26" fmla="*/ 165 w 885"/>
                <a:gd name="T27" fmla="*/ 367 h 847"/>
                <a:gd name="T28" fmla="*/ 265 w 885"/>
                <a:gd name="T29" fmla="*/ 367 h 847"/>
                <a:gd name="T30" fmla="*/ 257 w 885"/>
                <a:gd name="T31" fmla="*/ 447 h 847"/>
                <a:gd name="T32" fmla="*/ 417 w 885"/>
                <a:gd name="T33" fmla="*/ 468 h 847"/>
                <a:gd name="T34" fmla="*/ 367 w 885"/>
                <a:gd name="T35" fmla="*/ 530 h 847"/>
                <a:gd name="T36" fmla="*/ 367 w 885"/>
                <a:gd name="T37" fmla="*/ 733 h 847"/>
                <a:gd name="T38" fmla="*/ 417 w 885"/>
                <a:gd name="T39" fmla="*/ 795 h 847"/>
                <a:gd name="T40" fmla="*/ 480 w 885"/>
                <a:gd name="T41" fmla="*/ 0 h 847"/>
                <a:gd name="T42" fmla="*/ 480 w 885"/>
                <a:gd name="T43" fmla="*/ 52 h 847"/>
                <a:gd name="T44" fmla="*/ 833 w 885"/>
                <a:gd name="T45" fmla="*/ 83 h 847"/>
                <a:gd name="T46" fmla="*/ 715 w 885"/>
                <a:gd name="T47" fmla="*/ 416 h 847"/>
                <a:gd name="T48" fmla="*/ 676 w 885"/>
                <a:gd name="T49" fmla="*/ 482 h 847"/>
                <a:gd name="T50" fmla="*/ 635 w 885"/>
                <a:gd name="T51" fmla="*/ 568 h 847"/>
                <a:gd name="T52" fmla="*/ 595 w 885"/>
                <a:gd name="T53" fmla="*/ 482 h 847"/>
                <a:gd name="T54" fmla="*/ 556 w 885"/>
                <a:gd name="T55" fmla="*/ 416 h 847"/>
                <a:gd name="T56" fmla="*/ 317 w 885"/>
                <a:gd name="T57" fmla="*/ 367 h 847"/>
                <a:gd name="T58" fmla="*/ 114 w 885"/>
                <a:gd name="T59" fmla="*/ 367 h 847"/>
                <a:gd name="T60" fmla="*/ 26 w 885"/>
                <a:gd name="T61" fmla="*/ 416 h 847"/>
                <a:gd name="T62" fmla="*/ 0 w 885"/>
                <a:gd name="T63" fmla="*/ 764 h 847"/>
                <a:gd name="T64" fmla="*/ 802 w 885"/>
                <a:gd name="T65" fmla="*/ 847 h 847"/>
                <a:gd name="T66" fmla="*/ 885 w 885"/>
                <a:gd name="T67" fmla="*/ 83 h 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5" h="847">
                  <a:moveTo>
                    <a:pt x="833" y="764"/>
                  </a:moveTo>
                  <a:cubicBezTo>
                    <a:pt x="833" y="781"/>
                    <a:pt x="819" y="795"/>
                    <a:pt x="802" y="795"/>
                  </a:cubicBezTo>
                  <a:lnTo>
                    <a:pt x="468" y="795"/>
                  </a:lnTo>
                  <a:lnTo>
                    <a:pt x="468" y="711"/>
                  </a:lnTo>
                  <a:cubicBezTo>
                    <a:pt x="468" y="695"/>
                    <a:pt x="461" y="681"/>
                    <a:pt x="447" y="673"/>
                  </a:cubicBezTo>
                  <a:cubicBezTo>
                    <a:pt x="433" y="665"/>
                    <a:pt x="417" y="664"/>
                    <a:pt x="402" y="672"/>
                  </a:cubicBezTo>
                  <a:cubicBezTo>
                    <a:pt x="391" y="678"/>
                    <a:pt x="378" y="681"/>
                    <a:pt x="367" y="681"/>
                  </a:cubicBezTo>
                  <a:cubicBezTo>
                    <a:pt x="339" y="681"/>
                    <a:pt x="317" y="659"/>
                    <a:pt x="317" y="631"/>
                  </a:cubicBezTo>
                  <a:cubicBezTo>
                    <a:pt x="317" y="604"/>
                    <a:pt x="339" y="582"/>
                    <a:pt x="367" y="582"/>
                  </a:cubicBezTo>
                  <a:cubicBezTo>
                    <a:pt x="378" y="582"/>
                    <a:pt x="391" y="585"/>
                    <a:pt x="402" y="591"/>
                  </a:cubicBezTo>
                  <a:cubicBezTo>
                    <a:pt x="417" y="599"/>
                    <a:pt x="433" y="598"/>
                    <a:pt x="447" y="590"/>
                  </a:cubicBezTo>
                  <a:cubicBezTo>
                    <a:pt x="461" y="582"/>
                    <a:pt x="468" y="568"/>
                    <a:pt x="468" y="552"/>
                  </a:cubicBezTo>
                  <a:lnTo>
                    <a:pt x="468" y="468"/>
                  </a:lnTo>
                  <a:lnTo>
                    <a:pt x="545" y="468"/>
                  </a:lnTo>
                  <a:cubicBezTo>
                    <a:pt x="538" y="484"/>
                    <a:pt x="534" y="502"/>
                    <a:pt x="534" y="518"/>
                  </a:cubicBezTo>
                  <a:cubicBezTo>
                    <a:pt x="534" y="574"/>
                    <a:pt x="580" y="619"/>
                    <a:pt x="635" y="619"/>
                  </a:cubicBezTo>
                  <a:cubicBezTo>
                    <a:pt x="691" y="619"/>
                    <a:pt x="737" y="574"/>
                    <a:pt x="737" y="518"/>
                  </a:cubicBezTo>
                  <a:cubicBezTo>
                    <a:pt x="737" y="502"/>
                    <a:pt x="734" y="484"/>
                    <a:pt x="726" y="468"/>
                  </a:cubicBezTo>
                  <a:lnTo>
                    <a:pt x="833" y="468"/>
                  </a:lnTo>
                  <a:lnTo>
                    <a:pt x="833" y="764"/>
                  </a:lnTo>
                  <a:close/>
                  <a:moveTo>
                    <a:pt x="417" y="795"/>
                  </a:moveTo>
                  <a:lnTo>
                    <a:pt x="83" y="795"/>
                  </a:lnTo>
                  <a:cubicBezTo>
                    <a:pt x="66" y="795"/>
                    <a:pt x="52" y="781"/>
                    <a:pt x="52" y="764"/>
                  </a:cubicBezTo>
                  <a:lnTo>
                    <a:pt x="52" y="468"/>
                  </a:lnTo>
                  <a:lnTo>
                    <a:pt x="136" y="468"/>
                  </a:lnTo>
                  <a:cubicBezTo>
                    <a:pt x="151" y="468"/>
                    <a:pt x="166" y="460"/>
                    <a:pt x="174" y="447"/>
                  </a:cubicBezTo>
                  <a:cubicBezTo>
                    <a:pt x="182" y="433"/>
                    <a:pt x="182" y="416"/>
                    <a:pt x="175" y="402"/>
                  </a:cubicBezTo>
                  <a:cubicBezTo>
                    <a:pt x="169" y="391"/>
                    <a:pt x="165" y="377"/>
                    <a:pt x="165" y="367"/>
                  </a:cubicBezTo>
                  <a:cubicBezTo>
                    <a:pt x="165" y="339"/>
                    <a:pt x="188" y="317"/>
                    <a:pt x="215" y="317"/>
                  </a:cubicBezTo>
                  <a:cubicBezTo>
                    <a:pt x="243" y="317"/>
                    <a:pt x="265" y="339"/>
                    <a:pt x="265" y="367"/>
                  </a:cubicBezTo>
                  <a:cubicBezTo>
                    <a:pt x="265" y="377"/>
                    <a:pt x="262" y="391"/>
                    <a:pt x="255" y="402"/>
                  </a:cubicBezTo>
                  <a:cubicBezTo>
                    <a:pt x="248" y="416"/>
                    <a:pt x="248" y="433"/>
                    <a:pt x="257" y="447"/>
                  </a:cubicBezTo>
                  <a:cubicBezTo>
                    <a:pt x="265" y="460"/>
                    <a:pt x="279" y="468"/>
                    <a:pt x="295" y="468"/>
                  </a:cubicBezTo>
                  <a:lnTo>
                    <a:pt x="417" y="468"/>
                  </a:lnTo>
                  <a:lnTo>
                    <a:pt x="417" y="541"/>
                  </a:lnTo>
                  <a:cubicBezTo>
                    <a:pt x="400" y="534"/>
                    <a:pt x="383" y="530"/>
                    <a:pt x="367" y="530"/>
                  </a:cubicBezTo>
                  <a:cubicBezTo>
                    <a:pt x="311" y="530"/>
                    <a:pt x="265" y="576"/>
                    <a:pt x="265" y="631"/>
                  </a:cubicBezTo>
                  <a:cubicBezTo>
                    <a:pt x="265" y="687"/>
                    <a:pt x="311" y="733"/>
                    <a:pt x="367" y="733"/>
                  </a:cubicBezTo>
                  <a:cubicBezTo>
                    <a:pt x="383" y="733"/>
                    <a:pt x="400" y="729"/>
                    <a:pt x="417" y="722"/>
                  </a:cubicBezTo>
                  <a:lnTo>
                    <a:pt x="417" y="795"/>
                  </a:lnTo>
                  <a:close/>
                  <a:moveTo>
                    <a:pt x="802" y="0"/>
                  </a:moveTo>
                  <a:lnTo>
                    <a:pt x="480" y="0"/>
                  </a:lnTo>
                  <a:cubicBezTo>
                    <a:pt x="466" y="0"/>
                    <a:pt x="454" y="12"/>
                    <a:pt x="454" y="26"/>
                  </a:cubicBezTo>
                  <a:cubicBezTo>
                    <a:pt x="454" y="40"/>
                    <a:pt x="466" y="52"/>
                    <a:pt x="480" y="52"/>
                  </a:cubicBezTo>
                  <a:lnTo>
                    <a:pt x="802" y="52"/>
                  </a:lnTo>
                  <a:cubicBezTo>
                    <a:pt x="819" y="52"/>
                    <a:pt x="833" y="66"/>
                    <a:pt x="833" y="83"/>
                  </a:cubicBezTo>
                  <a:lnTo>
                    <a:pt x="833" y="416"/>
                  </a:lnTo>
                  <a:lnTo>
                    <a:pt x="715" y="416"/>
                  </a:lnTo>
                  <a:cubicBezTo>
                    <a:pt x="699" y="416"/>
                    <a:pt x="685" y="424"/>
                    <a:pt x="677" y="438"/>
                  </a:cubicBezTo>
                  <a:cubicBezTo>
                    <a:pt x="669" y="451"/>
                    <a:pt x="668" y="468"/>
                    <a:pt x="676" y="482"/>
                  </a:cubicBezTo>
                  <a:cubicBezTo>
                    <a:pt x="682" y="494"/>
                    <a:pt x="686" y="507"/>
                    <a:pt x="686" y="518"/>
                  </a:cubicBezTo>
                  <a:cubicBezTo>
                    <a:pt x="686" y="545"/>
                    <a:pt x="663" y="568"/>
                    <a:pt x="635" y="568"/>
                  </a:cubicBezTo>
                  <a:cubicBezTo>
                    <a:pt x="608" y="568"/>
                    <a:pt x="586" y="545"/>
                    <a:pt x="586" y="518"/>
                  </a:cubicBezTo>
                  <a:cubicBezTo>
                    <a:pt x="586" y="507"/>
                    <a:pt x="589" y="494"/>
                    <a:pt x="595" y="482"/>
                  </a:cubicBezTo>
                  <a:cubicBezTo>
                    <a:pt x="603" y="468"/>
                    <a:pt x="602" y="451"/>
                    <a:pt x="594" y="438"/>
                  </a:cubicBezTo>
                  <a:cubicBezTo>
                    <a:pt x="586" y="424"/>
                    <a:pt x="572" y="416"/>
                    <a:pt x="556" y="416"/>
                  </a:cubicBezTo>
                  <a:lnTo>
                    <a:pt x="306" y="416"/>
                  </a:lnTo>
                  <a:cubicBezTo>
                    <a:pt x="313" y="400"/>
                    <a:pt x="317" y="383"/>
                    <a:pt x="317" y="367"/>
                  </a:cubicBezTo>
                  <a:cubicBezTo>
                    <a:pt x="317" y="311"/>
                    <a:pt x="272" y="265"/>
                    <a:pt x="215" y="265"/>
                  </a:cubicBezTo>
                  <a:cubicBezTo>
                    <a:pt x="159" y="265"/>
                    <a:pt x="114" y="311"/>
                    <a:pt x="114" y="367"/>
                  </a:cubicBezTo>
                  <a:cubicBezTo>
                    <a:pt x="114" y="383"/>
                    <a:pt x="117" y="400"/>
                    <a:pt x="125" y="416"/>
                  </a:cubicBezTo>
                  <a:lnTo>
                    <a:pt x="26" y="416"/>
                  </a:lnTo>
                  <a:cubicBezTo>
                    <a:pt x="12" y="416"/>
                    <a:pt x="0" y="428"/>
                    <a:pt x="0" y="442"/>
                  </a:cubicBezTo>
                  <a:lnTo>
                    <a:pt x="0" y="764"/>
                  </a:lnTo>
                  <a:cubicBezTo>
                    <a:pt x="0" y="809"/>
                    <a:pt x="37" y="847"/>
                    <a:pt x="83" y="847"/>
                  </a:cubicBezTo>
                  <a:lnTo>
                    <a:pt x="802" y="847"/>
                  </a:lnTo>
                  <a:cubicBezTo>
                    <a:pt x="848" y="847"/>
                    <a:pt x="885" y="809"/>
                    <a:pt x="885" y="764"/>
                  </a:cubicBezTo>
                  <a:lnTo>
                    <a:pt x="885" y="83"/>
                  </a:lnTo>
                  <a:cubicBezTo>
                    <a:pt x="885" y="37"/>
                    <a:pt x="848" y="0"/>
                    <a:pt x="802"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95" name="Group 94">
            <a:extLst>
              <a:ext uri="{FF2B5EF4-FFF2-40B4-BE49-F238E27FC236}">
                <a16:creationId xmlns:a16="http://schemas.microsoft.com/office/drawing/2014/main" id="{A05D5450-DB58-2C84-FEE1-74FF436AE387}"/>
              </a:ext>
            </a:extLst>
          </p:cNvPr>
          <p:cNvGrpSpPr/>
          <p:nvPr/>
        </p:nvGrpSpPr>
        <p:grpSpPr>
          <a:xfrm>
            <a:off x="3556001" y="4879976"/>
            <a:ext cx="223838" cy="331788"/>
            <a:chOff x="3556001" y="4879976"/>
            <a:chExt cx="223838" cy="331788"/>
          </a:xfrm>
          <a:solidFill>
            <a:srgbClr val="EC0000"/>
          </a:solidFill>
        </p:grpSpPr>
        <p:sp>
          <p:nvSpPr>
            <p:cNvPr id="96" name="Freeform 52">
              <a:extLst>
                <a:ext uri="{FF2B5EF4-FFF2-40B4-BE49-F238E27FC236}">
                  <a16:creationId xmlns:a16="http://schemas.microsoft.com/office/drawing/2014/main" id="{61CDAAC4-18BB-159D-AE45-3F5E7CB18E05}"/>
                </a:ext>
              </a:extLst>
            </p:cNvPr>
            <p:cNvSpPr>
              <a:spLocks noEditPoints="1"/>
            </p:cNvSpPr>
            <p:nvPr userDrawn="1"/>
          </p:nvSpPr>
          <p:spPr bwMode="auto">
            <a:xfrm>
              <a:off x="3602038" y="4962526"/>
              <a:ext cx="133350" cy="119063"/>
            </a:xfrm>
            <a:custGeom>
              <a:avLst/>
              <a:gdLst>
                <a:gd name="T0" fmla="*/ 184 w 369"/>
                <a:gd name="T1" fmla="*/ 59 h 329"/>
                <a:gd name="T2" fmla="*/ 321 w 369"/>
                <a:gd name="T3" fmla="*/ 226 h 329"/>
                <a:gd name="T4" fmla="*/ 276 w 369"/>
                <a:gd name="T5" fmla="*/ 281 h 329"/>
                <a:gd name="T6" fmla="*/ 209 w 369"/>
                <a:gd name="T7" fmla="*/ 239 h 329"/>
                <a:gd name="T8" fmla="*/ 202 w 369"/>
                <a:gd name="T9" fmla="*/ 232 h 329"/>
                <a:gd name="T10" fmla="*/ 168 w 369"/>
                <a:gd name="T11" fmla="*/ 232 h 329"/>
                <a:gd name="T12" fmla="*/ 160 w 369"/>
                <a:gd name="T13" fmla="*/ 239 h 329"/>
                <a:gd name="T14" fmla="*/ 93 w 369"/>
                <a:gd name="T15" fmla="*/ 281 h 329"/>
                <a:gd name="T16" fmla="*/ 48 w 369"/>
                <a:gd name="T17" fmla="*/ 226 h 329"/>
                <a:gd name="T18" fmla="*/ 184 w 369"/>
                <a:gd name="T19" fmla="*/ 59 h 329"/>
                <a:gd name="T20" fmla="*/ 93 w 369"/>
                <a:gd name="T21" fmla="*/ 329 h 329"/>
                <a:gd name="T22" fmla="*/ 185 w 369"/>
                <a:gd name="T23" fmla="*/ 282 h 329"/>
                <a:gd name="T24" fmla="*/ 276 w 369"/>
                <a:gd name="T25" fmla="*/ 329 h 329"/>
                <a:gd name="T26" fmla="*/ 369 w 369"/>
                <a:gd name="T27" fmla="*/ 226 h 329"/>
                <a:gd name="T28" fmla="*/ 201 w 369"/>
                <a:gd name="T29" fmla="*/ 9 h 329"/>
                <a:gd name="T30" fmla="*/ 169 w 369"/>
                <a:gd name="T31" fmla="*/ 8 h 329"/>
                <a:gd name="T32" fmla="*/ 0 w 369"/>
                <a:gd name="T33" fmla="*/ 226 h 329"/>
                <a:gd name="T34" fmla="*/ 93 w 369"/>
                <a:gd name="T35" fmla="*/ 329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 h="329">
                  <a:moveTo>
                    <a:pt x="184" y="59"/>
                  </a:moveTo>
                  <a:cubicBezTo>
                    <a:pt x="260" y="133"/>
                    <a:pt x="321" y="207"/>
                    <a:pt x="321" y="226"/>
                  </a:cubicBezTo>
                  <a:cubicBezTo>
                    <a:pt x="321" y="271"/>
                    <a:pt x="288" y="281"/>
                    <a:pt x="276" y="281"/>
                  </a:cubicBezTo>
                  <a:cubicBezTo>
                    <a:pt x="252" y="281"/>
                    <a:pt x="238" y="268"/>
                    <a:pt x="209" y="239"/>
                  </a:cubicBezTo>
                  <a:lnTo>
                    <a:pt x="202" y="232"/>
                  </a:lnTo>
                  <a:cubicBezTo>
                    <a:pt x="193" y="223"/>
                    <a:pt x="176" y="223"/>
                    <a:pt x="168" y="232"/>
                  </a:cubicBezTo>
                  <a:lnTo>
                    <a:pt x="160" y="239"/>
                  </a:lnTo>
                  <a:cubicBezTo>
                    <a:pt x="131" y="269"/>
                    <a:pt x="118" y="281"/>
                    <a:pt x="93" y="281"/>
                  </a:cubicBezTo>
                  <a:cubicBezTo>
                    <a:pt x="91" y="281"/>
                    <a:pt x="48" y="278"/>
                    <a:pt x="48" y="226"/>
                  </a:cubicBezTo>
                  <a:cubicBezTo>
                    <a:pt x="48" y="205"/>
                    <a:pt x="109" y="131"/>
                    <a:pt x="184" y="59"/>
                  </a:cubicBezTo>
                  <a:close/>
                  <a:moveTo>
                    <a:pt x="93" y="329"/>
                  </a:moveTo>
                  <a:cubicBezTo>
                    <a:pt x="133" y="329"/>
                    <a:pt x="157" y="310"/>
                    <a:pt x="185" y="282"/>
                  </a:cubicBezTo>
                  <a:cubicBezTo>
                    <a:pt x="211" y="308"/>
                    <a:pt x="236" y="329"/>
                    <a:pt x="276" y="329"/>
                  </a:cubicBezTo>
                  <a:cubicBezTo>
                    <a:pt x="315" y="329"/>
                    <a:pt x="369" y="297"/>
                    <a:pt x="369" y="226"/>
                  </a:cubicBezTo>
                  <a:cubicBezTo>
                    <a:pt x="369" y="173"/>
                    <a:pt x="252" y="56"/>
                    <a:pt x="201" y="9"/>
                  </a:cubicBezTo>
                  <a:cubicBezTo>
                    <a:pt x="192" y="0"/>
                    <a:pt x="178" y="0"/>
                    <a:pt x="169" y="8"/>
                  </a:cubicBezTo>
                  <a:cubicBezTo>
                    <a:pt x="118" y="55"/>
                    <a:pt x="0" y="170"/>
                    <a:pt x="0" y="226"/>
                  </a:cubicBezTo>
                  <a:cubicBezTo>
                    <a:pt x="0" y="297"/>
                    <a:pt x="55" y="329"/>
                    <a:pt x="93" y="329"/>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97" name="Freeform 53">
              <a:extLst>
                <a:ext uri="{FF2B5EF4-FFF2-40B4-BE49-F238E27FC236}">
                  <a16:creationId xmlns:a16="http://schemas.microsoft.com/office/drawing/2014/main" id="{27B8A922-106E-EFDB-8E72-447147A585DF}"/>
                </a:ext>
              </a:extLst>
            </p:cNvPr>
            <p:cNvSpPr>
              <a:spLocks/>
            </p:cNvSpPr>
            <p:nvPr userDrawn="1"/>
          </p:nvSpPr>
          <p:spPr bwMode="auto">
            <a:xfrm>
              <a:off x="3629026" y="5078414"/>
              <a:ext cx="77788" cy="33338"/>
            </a:xfrm>
            <a:custGeom>
              <a:avLst/>
              <a:gdLst>
                <a:gd name="T0" fmla="*/ 200 w 217"/>
                <a:gd name="T1" fmla="*/ 41 h 90"/>
                <a:gd name="T2" fmla="*/ 117 w 217"/>
                <a:gd name="T3" fmla="*/ 2 h 90"/>
                <a:gd name="T4" fmla="*/ 116 w 217"/>
                <a:gd name="T5" fmla="*/ 2 h 90"/>
                <a:gd name="T6" fmla="*/ 113 w 217"/>
                <a:gd name="T7" fmla="*/ 1 h 90"/>
                <a:gd name="T8" fmla="*/ 111 w 217"/>
                <a:gd name="T9" fmla="*/ 1 h 90"/>
                <a:gd name="T10" fmla="*/ 107 w 217"/>
                <a:gd name="T11" fmla="*/ 1 h 90"/>
                <a:gd name="T12" fmla="*/ 104 w 217"/>
                <a:gd name="T13" fmla="*/ 1 h 90"/>
                <a:gd name="T14" fmla="*/ 102 w 217"/>
                <a:gd name="T15" fmla="*/ 2 h 90"/>
                <a:gd name="T16" fmla="*/ 100 w 217"/>
                <a:gd name="T17" fmla="*/ 2 h 90"/>
                <a:gd name="T18" fmla="*/ 17 w 217"/>
                <a:gd name="T19" fmla="*/ 41 h 90"/>
                <a:gd name="T20" fmla="*/ 5 w 217"/>
                <a:gd name="T21" fmla="*/ 73 h 90"/>
                <a:gd name="T22" fmla="*/ 37 w 217"/>
                <a:gd name="T23" fmla="*/ 84 h 90"/>
                <a:gd name="T24" fmla="*/ 109 w 217"/>
                <a:gd name="T25" fmla="*/ 51 h 90"/>
                <a:gd name="T26" fmla="*/ 181 w 217"/>
                <a:gd name="T27" fmla="*/ 84 h 90"/>
                <a:gd name="T28" fmla="*/ 190 w 217"/>
                <a:gd name="T29" fmla="*/ 86 h 90"/>
                <a:gd name="T30" fmla="*/ 212 w 217"/>
                <a:gd name="T31" fmla="*/ 73 h 90"/>
                <a:gd name="T32" fmla="*/ 200 w 217"/>
                <a:gd name="T33" fmla="*/ 4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7" h="90">
                  <a:moveTo>
                    <a:pt x="200" y="41"/>
                  </a:moveTo>
                  <a:lnTo>
                    <a:pt x="117" y="2"/>
                  </a:lnTo>
                  <a:cubicBezTo>
                    <a:pt x="117" y="2"/>
                    <a:pt x="116" y="2"/>
                    <a:pt x="116" y="2"/>
                  </a:cubicBezTo>
                  <a:cubicBezTo>
                    <a:pt x="115" y="1"/>
                    <a:pt x="114" y="1"/>
                    <a:pt x="113" y="1"/>
                  </a:cubicBezTo>
                  <a:cubicBezTo>
                    <a:pt x="113" y="1"/>
                    <a:pt x="112" y="1"/>
                    <a:pt x="111" y="1"/>
                  </a:cubicBezTo>
                  <a:cubicBezTo>
                    <a:pt x="109" y="0"/>
                    <a:pt x="108" y="0"/>
                    <a:pt x="107" y="1"/>
                  </a:cubicBezTo>
                  <a:cubicBezTo>
                    <a:pt x="106" y="1"/>
                    <a:pt x="105" y="1"/>
                    <a:pt x="104" y="1"/>
                  </a:cubicBezTo>
                  <a:cubicBezTo>
                    <a:pt x="103" y="1"/>
                    <a:pt x="102" y="1"/>
                    <a:pt x="102" y="2"/>
                  </a:cubicBezTo>
                  <a:cubicBezTo>
                    <a:pt x="101" y="2"/>
                    <a:pt x="100" y="2"/>
                    <a:pt x="100" y="2"/>
                  </a:cubicBezTo>
                  <a:lnTo>
                    <a:pt x="17" y="41"/>
                  </a:lnTo>
                  <a:cubicBezTo>
                    <a:pt x="5" y="47"/>
                    <a:pt x="0" y="61"/>
                    <a:pt x="5" y="73"/>
                  </a:cubicBezTo>
                  <a:cubicBezTo>
                    <a:pt x="11" y="84"/>
                    <a:pt x="26" y="90"/>
                    <a:pt x="37" y="84"/>
                  </a:cubicBezTo>
                  <a:lnTo>
                    <a:pt x="109" y="51"/>
                  </a:lnTo>
                  <a:lnTo>
                    <a:pt x="181" y="84"/>
                  </a:lnTo>
                  <a:cubicBezTo>
                    <a:pt x="183" y="86"/>
                    <a:pt x="187" y="86"/>
                    <a:pt x="190" y="86"/>
                  </a:cubicBezTo>
                  <a:cubicBezTo>
                    <a:pt x="199" y="86"/>
                    <a:pt x="208" y="81"/>
                    <a:pt x="212" y="73"/>
                  </a:cubicBezTo>
                  <a:cubicBezTo>
                    <a:pt x="217" y="61"/>
                    <a:pt x="213" y="47"/>
                    <a:pt x="200" y="41"/>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98" name="Freeform 54">
              <a:extLst>
                <a:ext uri="{FF2B5EF4-FFF2-40B4-BE49-F238E27FC236}">
                  <a16:creationId xmlns:a16="http://schemas.microsoft.com/office/drawing/2014/main" id="{B663CC1A-ABD9-8897-17AC-98114A6CED00}"/>
                </a:ext>
              </a:extLst>
            </p:cNvPr>
            <p:cNvSpPr>
              <a:spLocks/>
            </p:cNvSpPr>
            <p:nvPr userDrawn="1"/>
          </p:nvSpPr>
          <p:spPr bwMode="auto">
            <a:xfrm>
              <a:off x="3641726" y="5164139"/>
              <a:ext cx="52388" cy="17463"/>
            </a:xfrm>
            <a:custGeom>
              <a:avLst/>
              <a:gdLst>
                <a:gd name="T0" fmla="*/ 24 w 144"/>
                <a:gd name="T1" fmla="*/ 47 h 47"/>
                <a:gd name="T2" fmla="*/ 120 w 144"/>
                <a:gd name="T3" fmla="*/ 47 h 47"/>
                <a:gd name="T4" fmla="*/ 144 w 144"/>
                <a:gd name="T5" fmla="*/ 23 h 47"/>
                <a:gd name="T6" fmla="*/ 120 w 144"/>
                <a:gd name="T7" fmla="*/ 0 h 47"/>
                <a:gd name="T8" fmla="*/ 24 w 144"/>
                <a:gd name="T9" fmla="*/ 0 h 47"/>
                <a:gd name="T10" fmla="*/ 0 w 144"/>
                <a:gd name="T11" fmla="*/ 23 h 47"/>
                <a:gd name="T12" fmla="*/ 24 w 144"/>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44" h="47">
                  <a:moveTo>
                    <a:pt x="24" y="47"/>
                  </a:moveTo>
                  <a:lnTo>
                    <a:pt x="120" y="47"/>
                  </a:lnTo>
                  <a:cubicBezTo>
                    <a:pt x="133" y="47"/>
                    <a:pt x="144" y="37"/>
                    <a:pt x="144" y="23"/>
                  </a:cubicBezTo>
                  <a:cubicBezTo>
                    <a:pt x="144" y="10"/>
                    <a:pt x="133" y="0"/>
                    <a:pt x="120" y="0"/>
                  </a:cubicBezTo>
                  <a:lnTo>
                    <a:pt x="24" y="0"/>
                  </a:lnTo>
                  <a:cubicBezTo>
                    <a:pt x="10" y="0"/>
                    <a:pt x="0" y="10"/>
                    <a:pt x="0" y="23"/>
                  </a:cubicBezTo>
                  <a:cubicBezTo>
                    <a:pt x="0" y="37"/>
                    <a:pt x="10" y="47"/>
                    <a:pt x="24"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99" name="Freeform 55">
              <a:extLst>
                <a:ext uri="{FF2B5EF4-FFF2-40B4-BE49-F238E27FC236}">
                  <a16:creationId xmlns:a16="http://schemas.microsoft.com/office/drawing/2014/main" id="{97E120C1-BDF9-1686-ADB8-A0D7DBEA187B}"/>
                </a:ext>
              </a:extLst>
            </p:cNvPr>
            <p:cNvSpPr>
              <a:spLocks noEditPoints="1"/>
            </p:cNvSpPr>
            <p:nvPr userDrawn="1"/>
          </p:nvSpPr>
          <p:spPr bwMode="auto">
            <a:xfrm>
              <a:off x="3556001" y="4879976"/>
              <a:ext cx="223838" cy="331788"/>
            </a:xfrm>
            <a:custGeom>
              <a:avLst/>
              <a:gdLst>
                <a:gd name="T0" fmla="*/ 575 w 623"/>
                <a:gd name="T1" fmla="*/ 114 h 919"/>
                <a:gd name="T2" fmla="*/ 48 w 623"/>
                <a:gd name="T3" fmla="*/ 114 h 919"/>
                <a:gd name="T4" fmla="*/ 48 w 623"/>
                <a:gd name="T5" fmla="*/ 71 h 919"/>
                <a:gd name="T6" fmla="*/ 71 w 623"/>
                <a:gd name="T7" fmla="*/ 48 h 919"/>
                <a:gd name="T8" fmla="*/ 552 w 623"/>
                <a:gd name="T9" fmla="*/ 48 h 919"/>
                <a:gd name="T10" fmla="*/ 575 w 623"/>
                <a:gd name="T11" fmla="*/ 71 h 919"/>
                <a:gd name="T12" fmla="*/ 575 w 623"/>
                <a:gd name="T13" fmla="*/ 114 h 919"/>
                <a:gd name="T14" fmla="*/ 575 w 623"/>
                <a:gd name="T15" fmla="*/ 698 h 919"/>
                <a:gd name="T16" fmla="*/ 48 w 623"/>
                <a:gd name="T17" fmla="*/ 698 h 919"/>
                <a:gd name="T18" fmla="*/ 48 w 623"/>
                <a:gd name="T19" fmla="*/ 162 h 919"/>
                <a:gd name="T20" fmla="*/ 575 w 623"/>
                <a:gd name="T21" fmla="*/ 162 h 919"/>
                <a:gd name="T22" fmla="*/ 575 w 623"/>
                <a:gd name="T23" fmla="*/ 698 h 919"/>
                <a:gd name="T24" fmla="*/ 575 w 623"/>
                <a:gd name="T25" fmla="*/ 848 h 919"/>
                <a:gd name="T26" fmla="*/ 552 w 623"/>
                <a:gd name="T27" fmla="*/ 871 h 919"/>
                <a:gd name="T28" fmla="*/ 71 w 623"/>
                <a:gd name="T29" fmla="*/ 871 h 919"/>
                <a:gd name="T30" fmla="*/ 48 w 623"/>
                <a:gd name="T31" fmla="*/ 848 h 919"/>
                <a:gd name="T32" fmla="*/ 48 w 623"/>
                <a:gd name="T33" fmla="*/ 745 h 919"/>
                <a:gd name="T34" fmla="*/ 575 w 623"/>
                <a:gd name="T35" fmla="*/ 745 h 919"/>
                <a:gd name="T36" fmla="*/ 575 w 623"/>
                <a:gd name="T37" fmla="*/ 848 h 919"/>
                <a:gd name="T38" fmla="*/ 552 w 623"/>
                <a:gd name="T39" fmla="*/ 0 h 919"/>
                <a:gd name="T40" fmla="*/ 71 w 623"/>
                <a:gd name="T41" fmla="*/ 0 h 919"/>
                <a:gd name="T42" fmla="*/ 0 w 623"/>
                <a:gd name="T43" fmla="*/ 71 h 919"/>
                <a:gd name="T44" fmla="*/ 0 w 623"/>
                <a:gd name="T45" fmla="*/ 848 h 919"/>
                <a:gd name="T46" fmla="*/ 71 w 623"/>
                <a:gd name="T47" fmla="*/ 919 h 919"/>
                <a:gd name="T48" fmla="*/ 552 w 623"/>
                <a:gd name="T49" fmla="*/ 919 h 919"/>
                <a:gd name="T50" fmla="*/ 623 w 623"/>
                <a:gd name="T51" fmla="*/ 848 h 919"/>
                <a:gd name="T52" fmla="*/ 623 w 623"/>
                <a:gd name="T53" fmla="*/ 71 h 919"/>
                <a:gd name="T54" fmla="*/ 552 w 623"/>
                <a:gd name="T55" fmla="*/ 0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23" h="919">
                  <a:moveTo>
                    <a:pt x="575" y="114"/>
                  </a:moveTo>
                  <a:lnTo>
                    <a:pt x="48" y="114"/>
                  </a:lnTo>
                  <a:lnTo>
                    <a:pt x="48" y="71"/>
                  </a:lnTo>
                  <a:cubicBezTo>
                    <a:pt x="48" y="58"/>
                    <a:pt x="59" y="48"/>
                    <a:pt x="71" y="48"/>
                  </a:cubicBezTo>
                  <a:lnTo>
                    <a:pt x="552" y="48"/>
                  </a:lnTo>
                  <a:cubicBezTo>
                    <a:pt x="565" y="48"/>
                    <a:pt x="575" y="58"/>
                    <a:pt x="575" y="71"/>
                  </a:cubicBezTo>
                  <a:lnTo>
                    <a:pt x="575" y="114"/>
                  </a:lnTo>
                  <a:close/>
                  <a:moveTo>
                    <a:pt x="575" y="698"/>
                  </a:moveTo>
                  <a:lnTo>
                    <a:pt x="48" y="698"/>
                  </a:lnTo>
                  <a:lnTo>
                    <a:pt x="48" y="162"/>
                  </a:lnTo>
                  <a:lnTo>
                    <a:pt x="575" y="162"/>
                  </a:lnTo>
                  <a:lnTo>
                    <a:pt x="575" y="698"/>
                  </a:lnTo>
                  <a:close/>
                  <a:moveTo>
                    <a:pt x="575" y="848"/>
                  </a:moveTo>
                  <a:cubicBezTo>
                    <a:pt x="575" y="861"/>
                    <a:pt x="565" y="871"/>
                    <a:pt x="552" y="871"/>
                  </a:cubicBezTo>
                  <a:lnTo>
                    <a:pt x="71" y="871"/>
                  </a:lnTo>
                  <a:cubicBezTo>
                    <a:pt x="59" y="871"/>
                    <a:pt x="48" y="861"/>
                    <a:pt x="48" y="848"/>
                  </a:cubicBezTo>
                  <a:lnTo>
                    <a:pt x="48" y="745"/>
                  </a:lnTo>
                  <a:lnTo>
                    <a:pt x="575" y="745"/>
                  </a:lnTo>
                  <a:lnTo>
                    <a:pt x="575" y="848"/>
                  </a:lnTo>
                  <a:close/>
                  <a:moveTo>
                    <a:pt x="552" y="0"/>
                  </a:moveTo>
                  <a:lnTo>
                    <a:pt x="71" y="0"/>
                  </a:lnTo>
                  <a:cubicBezTo>
                    <a:pt x="32" y="0"/>
                    <a:pt x="0" y="32"/>
                    <a:pt x="0" y="71"/>
                  </a:cubicBezTo>
                  <a:lnTo>
                    <a:pt x="0" y="848"/>
                  </a:lnTo>
                  <a:cubicBezTo>
                    <a:pt x="0" y="887"/>
                    <a:pt x="32" y="919"/>
                    <a:pt x="71" y="919"/>
                  </a:cubicBezTo>
                  <a:lnTo>
                    <a:pt x="552" y="919"/>
                  </a:lnTo>
                  <a:cubicBezTo>
                    <a:pt x="591" y="919"/>
                    <a:pt x="623" y="887"/>
                    <a:pt x="623" y="848"/>
                  </a:cubicBezTo>
                  <a:lnTo>
                    <a:pt x="623" y="71"/>
                  </a:lnTo>
                  <a:cubicBezTo>
                    <a:pt x="623" y="32"/>
                    <a:pt x="591" y="0"/>
                    <a:pt x="55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00" name="Group 99">
            <a:extLst>
              <a:ext uri="{FF2B5EF4-FFF2-40B4-BE49-F238E27FC236}">
                <a16:creationId xmlns:a16="http://schemas.microsoft.com/office/drawing/2014/main" id="{15494B8E-1FC1-9C58-4A04-3F6FAFC5E019}"/>
              </a:ext>
            </a:extLst>
          </p:cNvPr>
          <p:cNvGrpSpPr/>
          <p:nvPr/>
        </p:nvGrpSpPr>
        <p:grpSpPr>
          <a:xfrm>
            <a:off x="1563688" y="4876801"/>
            <a:ext cx="334963" cy="336551"/>
            <a:chOff x="1563688" y="4876801"/>
            <a:chExt cx="334963" cy="336551"/>
          </a:xfrm>
          <a:solidFill>
            <a:srgbClr val="EC0000"/>
          </a:solidFill>
        </p:grpSpPr>
        <p:sp>
          <p:nvSpPr>
            <p:cNvPr id="101" name="Freeform 56">
              <a:extLst>
                <a:ext uri="{FF2B5EF4-FFF2-40B4-BE49-F238E27FC236}">
                  <a16:creationId xmlns:a16="http://schemas.microsoft.com/office/drawing/2014/main" id="{D55432A0-BAD2-76D1-CF83-2A342B995AEA}"/>
                </a:ext>
              </a:extLst>
            </p:cNvPr>
            <p:cNvSpPr>
              <a:spLocks noEditPoints="1"/>
            </p:cNvSpPr>
            <p:nvPr userDrawn="1"/>
          </p:nvSpPr>
          <p:spPr bwMode="auto">
            <a:xfrm>
              <a:off x="1563688" y="5027614"/>
              <a:ext cx="133350" cy="133350"/>
            </a:xfrm>
            <a:custGeom>
              <a:avLst/>
              <a:gdLst>
                <a:gd name="T0" fmla="*/ 152 w 367"/>
                <a:gd name="T1" fmla="*/ 303 h 370"/>
                <a:gd name="T2" fmla="*/ 67 w 367"/>
                <a:gd name="T3" fmla="*/ 218 h 370"/>
                <a:gd name="T4" fmla="*/ 215 w 367"/>
                <a:gd name="T5" fmla="*/ 70 h 370"/>
                <a:gd name="T6" fmla="*/ 300 w 367"/>
                <a:gd name="T7" fmla="*/ 155 h 370"/>
                <a:gd name="T8" fmla="*/ 152 w 367"/>
                <a:gd name="T9" fmla="*/ 303 h 370"/>
                <a:gd name="T10" fmla="*/ 234 w 367"/>
                <a:gd name="T11" fmla="*/ 11 h 370"/>
                <a:gd name="T12" fmla="*/ 195 w 367"/>
                <a:gd name="T13" fmla="*/ 11 h 370"/>
                <a:gd name="T14" fmla="*/ 8 w 367"/>
                <a:gd name="T15" fmla="*/ 198 h 370"/>
                <a:gd name="T16" fmla="*/ 0 w 367"/>
                <a:gd name="T17" fmla="*/ 218 h 370"/>
                <a:gd name="T18" fmla="*/ 8 w 367"/>
                <a:gd name="T19" fmla="*/ 237 h 370"/>
                <a:gd name="T20" fmla="*/ 133 w 367"/>
                <a:gd name="T21" fmla="*/ 362 h 370"/>
                <a:gd name="T22" fmla="*/ 152 w 367"/>
                <a:gd name="T23" fmla="*/ 370 h 370"/>
                <a:gd name="T24" fmla="*/ 172 w 367"/>
                <a:gd name="T25" fmla="*/ 362 h 370"/>
                <a:gd name="T26" fmla="*/ 359 w 367"/>
                <a:gd name="T27" fmla="*/ 175 h 370"/>
                <a:gd name="T28" fmla="*/ 367 w 367"/>
                <a:gd name="T29" fmla="*/ 155 h 370"/>
                <a:gd name="T30" fmla="*/ 359 w 367"/>
                <a:gd name="T31" fmla="*/ 136 h 370"/>
                <a:gd name="T32" fmla="*/ 234 w 367"/>
                <a:gd name="T33" fmla="*/ 11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370">
                  <a:moveTo>
                    <a:pt x="152" y="303"/>
                  </a:moveTo>
                  <a:lnTo>
                    <a:pt x="67" y="218"/>
                  </a:lnTo>
                  <a:lnTo>
                    <a:pt x="215" y="70"/>
                  </a:lnTo>
                  <a:lnTo>
                    <a:pt x="300" y="155"/>
                  </a:lnTo>
                  <a:lnTo>
                    <a:pt x="152" y="303"/>
                  </a:lnTo>
                  <a:close/>
                  <a:moveTo>
                    <a:pt x="234" y="11"/>
                  </a:moveTo>
                  <a:cubicBezTo>
                    <a:pt x="224" y="0"/>
                    <a:pt x="206" y="0"/>
                    <a:pt x="195" y="11"/>
                  </a:cubicBezTo>
                  <a:lnTo>
                    <a:pt x="8" y="198"/>
                  </a:lnTo>
                  <a:cubicBezTo>
                    <a:pt x="3" y="203"/>
                    <a:pt x="0" y="210"/>
                    <a:pt x="0" y="218"/>
                  </a:cubicBezTo>
                  <a:cubicBezTo>
                    <a:pt x="0" y="225"/>
                    <a:pt x="3" y="232"/>
                    <a:pt x="8" y="237"/>
                  </a:cubicBezTo>
                  <a:lnTo>
                    <a:pt x="133" y="362"/>
                  </a:lnTo>
                  <a:cubicBezTo>
                    <a:pt x="138" y="367"/>
                    <a:pt x="145" y="370"/>
                    <a:pt x="152" y="370"/>
                  </a:cubicBezTo>
                  <a:cubicBezTo>
                    <a:pt x="160" y="370"/>
                    <a:pt x="167" y="367"/>
                    <a:pt x="172" y="362"/>
                  </a:cubicBezTo>
                  <a:lnTo>
                    <a:pt x="359" y="175"/>
                  </a:lnTo>
                  <a:cubicBezTo>
                    <a:pt x="364" y="170"/>
                    <a:pt x="367" y="163"/>
                    <a:pt x="367" y="155"/>
                  </a:cubicBezTo>
                  <a:cubicBezTo>
                    <a:pt x="367" y="148"/>
                    <a:pt x="364" y="141"/>
                    <a:pt x="359" y="136"/>
                  </a:cubicBezTo>
                  <a:lnTo>
                    <a:pt x="23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02" name="Freeform 57">
              <a:extLst>
                <a:ext uri="{FF2B5EF4-FFF2-40B4-BE49-F238E27FC236}">
                  <a16:creationId xmlns:a16="http://schemas.microsoft.com/office/drawing/2014/main" id="{FE7204EA-1F97-1C88-472A-D8C8FAD58F98}"/>
                </a:ext>
              </a:extLst>
            </p:cNvPr>
            <p:cNvSpPr>
              <a:spLocks noEditPoints="1"/>
            </p:cNvSpPr>
            <p:nvPr userDrawn="1"/>
          </p:nvSpPr>
          <p:spPr bwMode="auto">
            <a:xfrm>
              <a:off x="1714501" y="4876801"/>
              <a:ext cx="131763" cy="133350"/>
            </a:xfrm>
            <a:custGeom>
              <a:avLst/>
              <a:gdLst>
                <a:gd name="T0" fmla="*/ 214 w 366"/>
                <a:gd name="T1" fmla="*/ 69 h 370"/>
                <a:gd name="T2" fmla="*/ 299 w 366"/>
                <a:gd name="T3" fmla="*/ 155 h 370"/>
                <a:gd name="T4" fmla="*/ 152 w 366"/>
                <a:gd name="T5" fmla="*/ 303 h 370"/>
                <a:gd name="T6" fmla="*/ 66 w 366"/>
                <a:gd name="T7" fmla="*/ 217 h 370"/>
                <a:gd name="T8" fmla="*/ 214 w 366"/>
                <a:gd name="T9" fmla="*/ 69 h 370"/>
                <a:gd name="T10" fmla="*/ 132 w 366"/>
                <a:gd name="T11" fmla="*/ 362 h 370"/>
                <a:gd name="T12" fmla="*/ 152 w 366"/>
                <a:gd name="T13" fmla="*/ 370 h 370"/>
                <a:gd name="T14" fmla="*/ 171 w 366"/>
                <a:gd name="T15" fmla="*/ 362 h 370"/>
                <a:gd name="T16" fmla="*/ 358 w 366"/>
                <a:gd name="T17" fmla="*/ 175 h 370"/>
                <a:gd name="T18" fmla="*/ 366 w 366"/>
                <a:gd name="T19" fmla="*/ 155 h 370"/>
                <a:gd name="T20" fmla="*/ 358 w 366"/>
                <a:gd name="T21" fmla="*/ 135 h 370"/>
                <a:gd name="T22" fmla="*/ 234 w 366"/>
                <a:gd name="T23" fmla="*/ 11 h 370"/>
                <a:gd name="T24" fmla="*/ 195 w 366"/>
                <a:gd name="T25" fmla="*/ 11 h 370"/>
                <a:gd name="T26" fmla="*/ 8 w 366"/>
                <a:gd name="T27" fmla="*/ 198 h 370"/>
                <a:gd name="T28" fmla="*/ 0 w 366"/>
                <a:gd name="T29" fmla="*/ 217 h 370"/>
                <a:gd name="T30" fmla="*/ 8 w 366"/>
                <a:gd name="T31" fmla="*/ 237 h 370"/>
                <a:gd name="T32" fmla="*/ 132 w 366"/>
                <a:gd name="T33" fmla="*/ 362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6" h="370">
                  <a:moveTo>
                    <a:pt x="214" y="69"/>
                  </a:moveTo>
                  <a:lnTo>
                    <a:pt x="299" y="155"/>
                  </a:lnTo>
                  <a:lnTo>
                    <a:pt x="152" y="303"/>
                  </a:lnTo>
                  <a:lnTo>
                    <a:pt x="66" y="217"/>
                  </a:lnTo>
                  <a:lnTo>
                    <a:pt x="214" y="69"/>
                  </a:lnTo>
                  <a:close/>
                  <a:moveTo>
                    <a:pt x="132" y="362"/>
                  </a:moveTo>
                  <a:cubicBezTo>
                    <a:pt x="137" y="367"/>
                    <a:pt x="145" y="370"/>
                    <a:pt x="152" y="370"/>
                  </a:cubicBezTo>
                  <a:cubicBezTo>
                    <a:pt x="159" y="370"/>
                    <a:pt x="166" y="367"/>
                    <a:pt x="171" y="362"/>
                  </a:cubicBezTo>
                  <a:lnTo>
                    <a:pt x="358" y="175"/>
                  </a:lnTo>
                  <a:cubicBezTo>
                    <a:pt x="363" y="169"/>
                    <a:pt x="366" y="162"/>
                    <a:pt x="366" y="155"/>
                  </a:cubicBezTo>
                  <a:cubicBezTo>
                    <a:pt x="366" y="148"/>
                    <a:pt x="363" y="141"/>
                    <a:pt x="358" y="135"/>
                  </a:cubicBezTo>
                  <a:lnTo>
                    <a:pt x="234" y="11"/>
                  </a:lnTo>
                  <a:cubicBezTo>
                    <a:pt x="223" y="0"/>
                    <a:pt x="205" y="0"/>
                    <a:pt x="195" y="11"/>
                  </a:cubicBezTo>
                  <a:lnTo>
                    <a:pt x="8" y="198"/>
                  </a:lnTo>
                  <a:cubicBezTo>
                    <a:pt x="2" y="203"/>
                    <a:pt x="0" y="210"/>
                    <a:pt x="0" y="217"/>
                  </a:cubicBezTo>
                  <a:cubicBezTo>
                    <a:pt x="0" y="225"/>
                    <a:pt x="2" y="232"/>
                    <a:pt x="8" y="237"/>
                  </a:cubicBezTo>
                  <a:lnTo>
                    <a:pt x="132"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03" name="Freeform 58">
              <a:extLst>
                <a:ext uri="{FF2B5EF4-FFF2-40B4-BE49-F238E27FC236}">
                  <a16:creationId xmlns:a16="http://schemas.microsoft.com/office/drawing/2014/main" id="{030E4B5E-9DBD-8D35-2E96-59A8B44A432C}"/>
                </a:ext>
              </a:extLst>
            </p:cNvPr>
            <p:cNvSpPr>
              <a:spLocks noEditPoints="1"/>
            </p:cNvSpPr>
            <p:nvPr userDrawn="1"/>
          </p:nvSpPr>
          <p:spPr bwMode="auto">
            <a:xfrm>
              <a:off x="1608138" y="4922839"/>
              <a:ext cx="246063" cy="244475"/>
            </a:xfrm>
            <a:custGeom>
              <a:avLst/>
              <a:gdLst>
                <a:gd name="T0" fmla="*/ 361 w 683"/>
                <a:gd name="T1" fmla="*/ 613 h 679"/>
                <a:gd name="T2" fmla="*/ 327 w 683"/>
                <a:gd name="T3" fmla="*/ 526 h 679"/>
                <a:gd name="T4" fmla="*/ 327 w 683"/>
                <a:gd name="T5" fmla="*/ 455 h 679"/>
                <a:gd name="T6" fmla="*/ 456 w 683"/>
                <a:gd name="T7" fmla="*/ 326 h 679"/>
                <a:gd name="T8" fmla="*/ 528 w 683"/>
                <a:gd name="T9" fmla="*/ 326 h 679"/>
                <a:gd name="T10" fmla="*/ 614 w 683"/>
                <a:gd name="T11" fmla="*/ 359 h 679"/>
                <a:gd name="T12" fmla="*/ 361 w 683"/>
                <a:gd name="T13" fmla="*/ 613 h 679"/>
                <a:gd name="T14" fmla="*/ 162 w 683"/>
                <a:gd name="T15" fmla="*/ 246 h 679"/>
                <a:gd name="T16" fmla="*/ 247 w 683"/>
                <a:gd name="T17" fmla="*/ 161 h 679"/>
                <a:gd name="T18" fmla="*/ 395 w 683"/>
                <a:gd name="T19" fmla="*/ 308 h 679"/>
                <a:gd name="T20" fmla="*/ 310 w 683"/>
                <a:gd name="T21" fmla="*/ 394 h 679"/>
                <a:gd name="T22" fmla="*/ 162 w 683"/>
                <a:gd name="T23" fmla="*/ 246 h 679"/>
                <a:gd name="T24" fmla="*/ 112 w 683"/>
                <a:gd name="T25" fmla="*/ 209 h 679"/>
                <a:gd name="T26" fmla="*/ 80 w 683"/>
                <a:gd name="T27" fmla="*/ 204 h 679"/>
                <a:gd name="T28" fmla="*/ 205 w 683"/>
                <a:gd name="T29" fmla="*/ 78 h 679"/>
                <a:gd name="T30" fmla="*/ 210 w 683"/>
                <a:gd name="T31" fmla="*/ 111 h 679"/>
                <a:gd name="T32" fmla="*/ 211 w 683"/>
                <a:gd name="T33" fmla="*/ 118 h 679"/>
                <a:gd name="T34" fmla="*/ 120 w 683"/>
                <a:gd name="T35" fmla="*/ 210 h 679"/>
                <a:gd name="T36" fmla="*/ 112 w 683"/>
                <a:gd name="T37" fmla="*/ 209 h 679"/>
                <a:gd name="T38" fmla="*/ 504 w 683"/>
                <a:gd name="T39" fmla="*/ 572 h 679"/>
                <a:gd name="T40" fmla="*/ 573 w 683"/>
                <a:gd name="T41" fmla="*/ 503 h 679"/>
                <a:gd name="T42" fmla="*/ 569 w 683"/>
                <a:gd name="T43" fmla="*/ 483 h 679"/>
                <a:gd name="T44" fmla="*/ 672 w 683"/>
                <a:gd name="T45" fmla="*/ 380 h 679"/>
                <a:gd name="T46" fmla="*/ 674 w 683"/>
                <a:gd name="T47" fmla="*/ 344 h 679"/>
                <a:gd name="T48" fmla="*/ 528 w 683"/>
                <a:gd name="T49" fmla="*/ 270 h 679"/>
                <a:gd name="T50" fmla="*/ 435 w 683"/>
                <a:gd name="T51" fmla="*/ 270 h 679"/>
                <a:gd name="T52" fmla="*/ 264 w 683"/>
                <a:gd name="T53" fmla="*/ 99 h 679"/>
                <a:gd name="T54" fmla="*/ 241 w 683"/>
                <a:gd name="T55" fmla="*/ 16 h 679"/>
                <a:gd name="T56" fmla="*/ 221 w 683"/>
                <a:gd name="T57" fmla="*/ 1 h 679"/>
                <a:gd name="T58" fmla="*/ 197 w 683"/>
                <a:gd name="T59" fmla="*/ 8 h 679"/>
                <a:gd name="T60" fmla="*/ 10 w 683"/>
                <a:gd name="T61" fmla="*/ 195 h 679"/>
                <a:gd name="T62" fmla="*/ 2 w 683"/>
                <a:gd name="T63" fmla="*/ 219 h 679"/>
                <a:gd name="T64" fmla="*/ 17 w 683"/>
                <a:gd name="T65" fmla="*/ 240 h 679"/>
                <a:gd name="T66" fmla="*/ 100 w 683"/>
                <a:gd name="T67" fmla="*/ 263 h 679"/>
                <a:gd name="T68" fmla="*/ 272 w 683"/>
                <a:gd name="T69" fmla="*/ 434 h 679"/>
                <a:gd name="T70" fmla="*/ 272 w 683"/>
                <a:gd name="T71" fmla="*/ 526 h 679"/>
                <a:gd name="T72" fmla="*/ 345 w 683"/>
                <a:gd name="T73" fmla="*/ 673 h 679"/>
                <a:gd name="T74" fmla="*/ 362 w 683"/>
                <a:gd name="T75" fmla="*/ 679 h 679"/>
                <a:gd name="T76" fmla="*/ 381 w 683"/>
                <a:gd name="T77" fmla="*/ 671 h 679"/>
                <a:gd name="T78" fmla="*/ 483 w 683"/>
                <a:gd name="T79" fmla="*/ 568 h 679"/>
                <a:gd name="T80" fmla="*/ 504 w 683"/>
                <a:gd name="T81" fmla="*/ 572 h 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3" h="679">
                  <a:moveTo>
                    <a:pt x="361" y="613"/>
                  </a:moveTo>
                  <a:cubicBezTo>
                    <a:pt x="339" y="589"/>
                    <a:pt x="327" y="558"/>
                    <a:pt x="327" y="526"/>
                  </a:cubicBezTo>
                  <a:lnTo>
                    <a:pt x="327" y="455"/>
                  </a:lnTo>
                  <a:lnTo>
                    <a:pt x="456" y="326"/>
                  </a:lnTo>
                  <a:lnTo>
                    <a:pt x="528" y="326"/>
                  </a:lnTo>
                  <a:cubicBezTo>
                    <a:pt x="559" y="326"/>
                    <a:pt x="590" y="338"/>
                    <a:pt x="614" y="359"/>
                  </a:cubicBezTo>
                  <a:lnTo>
                    <a:pt x="361" y="613"/>
                  </a:lnTo>
                  <a:close/>
                  <a:moveTo>
                    <a:pt x="162" y="246"/>
                  </a:moveTo>
                  <a:lnTo>
                    <a:pt x="247" y="161"/>
                  </a:lnTo>
                  <a:lnTo>
                    <a:pt x="395" y="308"/>
                  </a:lnTo>
                  <a:lnTo>
                    <a:pt x="310" y="394"/>
                  </a:lnTo>
                  <a:lnTo>
                    <a:pt x="162" y="246"/>
                  </a:lnTo>
                  <a:close/>
                  <a:moveTo>
                    <a:pt x="112" y="209"/>
                  </a:moveTo>
                  <a:cubicBezTo>
                    <a:pt x="104" y="208"/>
                    <a:pt x="92" y="206"/>
                    <a:pt x="80" y="204"/>
                  </a:cubicBezTo>
                  <a:lnTo>
                    <a:pt x="205" y="78"/>
                  </a:lnTo>
                  <a:cubicBezTo>
                    <a:pt x="207" y="91"/>
                    <a:pt x="209" y="102"/>
                    <a:pt x="210" y="111"/>
                  </a:cubicBezTo>
                  <a:cubicBezTo>
                    <a:pt x="211" y="114"/>
                    <a:pt x="211" y="117"/>
                    <a:pt x="211" y="118"/>
                  </a:cubicBezTo>
                  <a:lnTo>
                    <a:pt x="120" y="210"/>
                  </a:lnTo>
                  <a:cubicBezTo>
                    <a:pt x="118" y="210"/>
                    <a:pt x="115" y="209"/>
                    <a:pt x="112" y="209"/>
                  </a:cubicBezTo>
                  <a:close/>
                  <a:moveTo>
                    <a:pt x="504" y="572"/>
                  </a:moveTo>
                  <a:cubicBezTo>
                    <a:pt x="541" y="572"/>
                    <a:pt x="573" y="541"/>
                    <a:pt x="573" y="503"/>
                  </a:cubicBezTo>
                  <a:cubicBezTo>
                    <a:pt x="573" y="496"/>
                    <a:pt x="571" y="489"/>
                    <a:pt x="569" y="483"/>
                  </a:cubicBezTo>
                  <a:lnTo>
                    <a:pt x="672" y="380"/>
                  </a:lnTo>
                  <a:cubicBezTo>
                    <a:pt x="682" y="370"/>
                    <a:pt x="683" y="355"/>
                    <a:pt x="674" y="344"/>
                  </a:cubicBezTo>
                  <a:cubicBezTo>
                    <a:pt x="640" y="298"/>
                    <a:pt x="585" y="270"/>
                    <a:pt x="528" y="270"/>
                  </a:cubicBezTo>
                  <a:lnTo>
                    <a:pt x="435" y="270"/>
                  </a:lnTo>
                  <a:lnTo>
                    <a:pt x="264" y="99"/>
                  </a:lnTo>
                  <a:cubicBezTo>
                    <a:pt x="263" y="81"/>
                    <a:pt x="258" y="48"/>
                    <a:pt x="241" y="16"/>
                  </a:cubicBezTo>
                  <a:cubicBezTo>
                    <a:pt x="237" y="8"/>
                    <a:pt x="229" y="2"/>
                    <a:pt x="221" y="1"/>
                  </a:cubicBezTo>
                  <a:cubicBezTo>
                    <a:pt x="212" y="0"/>
                    <a:pt x="203" y="2"/>
                    <a:pt x="197" y="8"/>
                  </a:cubicBezTo>
                  <a:lnTo>
                    <a:pt x="10" y="195"/>
                  </a:lnTo>
                  <a:cubicBezTo>
                    <a:pt x="4" y="202"/>
                    <a:pt x="0" y="211"/>
                    <a:pt x="2" y="219"/>
                  </a:cubicBezTo>
                  <a:cubicBezTo>
                    <a:pt x="3" y="228"/>
                    <a:pt x="9" y="236"/>
                    <a:pt x="17" y="240"/>
                  </a:cubicBezTo>
                  <a:cubicBezTo>
                    <a:pt x="50" y="256"/>
                    <a:pt x="82" y="261"/>
                    <a:pt x="100" y="263"/>
                  </a:cubicBezTo>
                  <a:lnTo>
                    <a:pt x="272" y="434"/>
                  </a:lnTo>
                  <a:lnTo>
                    <a:pt x="272" y="526"/>
                  </a:lnTo>
                  <a:cubicBezTo>
                    <a:pt x="272" y="584"/>
                    <a:pt x="299" y="639"/>
                    <a:pt x="345" y="673"/>
                  </a:cubicBezTo>
                  <a:cubicBezTo>
                    <a:pt x="350" y="677"/>
                    <a:pt x="356" y="679"/>
                    <a:pt x="362" y="679"/>
                  </a:cubicBezTo>
                  <a:cubicBezTo>
                    <a:pt x="369" y="679"/>
                    <a:pt x="376" y="676"/>
                    <a:pt x="381" y="671"/>
                  </a:cubicBezTo>
                  <a:lnTo>
                    <a:pt x="483" y="568"/>
                  </a:lnTo>
                  <a:cubicBezTo>
                    <a:pt x="490" y="571"/>
                    <a:pt x="497" y="572"/>
                    <a:pt x="504" y="5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04" name="Freeform 59">
              <a:extLst>
                <a:ext uri="{FF2B5EF4-FFF2-40B4-BE49-F238E27FC236}">
                  <a16:creationId xmlns:a16="http://schemas.microsoft.com/office/drawing/2014/main" id="{ED2B6E74-CC5D-6157-9AA1-D482B56EDDA1}"/>
                </a:ext>
              </a:extLst>
            </p:cNvPr>
            <p:cNvSpPr>
              <a:spLocks/>
            </p:cNvSpPr>
            <p:nvPr userDrawn="1"/>
          </p:nvSpPr>
          <p:spPr bwMode="auto">
            <a:xfrm>
              <a:off x="1773238" y="5087939"/>
              <a:ext cx="88900" cy="87313"/>
            </a:xfrm>
            <a:custGeom>
              <a:avLst/>
              <a:gdLst>
                <a:gd name="T0" fmla="*/ 190 w 247"/>
                <a:gd name="T1" fmla="*/ 24 h 245"/>
                <a:gd name="T2" fmla="*/ 135 w 247"/>
                <a:gd name="T3" fmla="*/ 135 h 245"/>
                <a:gd name="T4" fmla="*/ 24 w 247"/>
                <a:gd name="T5" fmla="*/ 190 h 245"/>
                <a:gd name="T6" fmla="*/ 4 w 247"/>
                <a:gd name="T7" fmla="*/ 223 h 245"/>
                <a:gd name="T8" fmla="*/ 30 w 247"/>
                <a:gd name="T9" fmla="*/ 245 h 245"/>
                <a:gd name="T10" fmla="*/ 36 w 247"/>
                <a:gd name="T11" fmla="*/ 244 h 245"/>
                <a:gd name="T12" fmla="*/ 174 w 247"/>
                <a:gd name="T13" fmla="*/ 174 h 245"/>
                <a:gd name="T14" fmla="*/ 244 w 247"/>
                <a:gd name="T15" fmla="*/ 36 h 245"/>
                <a:gd name="T16" fmla="*/ 223 w 247"/>
                <a:gd name="T17" fmla="*/ 3 h 245"/>
                <a:gd name="T18" fmla="*/ 190 w 247"/>
                <a:gd name="T19" fmla="*/ 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7" h="245">
                  <a:moveTo>
                    <a:pt x="190" y="24"/>
                  </a:moveTo>
                  <a:cubicBezTo>
                    <a:pt x="186" y="41"/>
                    <a:pt x="172" y="98"/>
                    <a:pt x="135" y="135"/>
                  </a:cubicBezTo>
                  <a:cubicBezTo>
                    <a:pt x="99" y="172"/>
                    <a:pt x="41" y="186"/>
                    <a:pt x="24" y="190"/>
                  </a:cubicBezTo>
                  <a:cubicBezTo>
                    <a:pt x="10" y="193"/>
                    <a:pt x="0" y="208"/>
                    <a:pt x="4" y="223"/>
                  </a:cubicBezTo>
                  <a:cubicBezTo>
                    <a:pt x="6" y="235"/>
                    <a:pt x="18" y="245"/>
                    <a:pt x="30" y="245"/>
                  </a:cubicBezTo>
                  <a:cubicBezTo>
                    <a:pt x="32" y="245"/>
                    <a:pt x="35" y="244"/>
                    <a:pt x="36" y="244"/>
                  </a:cubicBezTo>
                  <a:cubicBezTo>
                    <a:pt x="62" y="238"/>
                    <a:pt x="128" y="220"/>
                    <a:pt x="174" y="174"/>
                  </a:cubicBezTo>
                  <a:cubicBezTo>
                    <a:pt x="221" y="128"/>
                    <a:pt x="239" y="62"/>
                    <a:pt x="244" y="36"/>
                  </a:cubicBezTo>
                  <a:cubicBezTo>
                    <a:pt x="247" y="21"/>
                    <a:pt x="238" y="6"/>
                    <a:pt x="223" y="3"/>
                  </a:cubicBezTo>
                  <a:cubicBezTo>
                    <a:pt x="208" y="0"/>
                    <a:pt x="193" y="9"/>
                    <a:pt x="190" y="24"/>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05" name="Freeform 60">
              <a:extLst>
                <a:ext uri="{FF2B5EF4-FFF2-40B4-BE49-F238E27FC236}">
                  <a16:creationId xmlns:a16="http://schemas.microsoft.com/office/drawing/2014/main" id="{05EEAF9B-A97B-D66B-88EC-125C3CEEB2B8}"/>
                </a:ext>
              </a:extLst>
            </p:cNvPr>
            <p:cNvSpPr>
              <a:spLocks/>
            </p:cNvSpPr>
            <p:nvPr userDrawn="1"/>
          </p:nvSpPr>
          <p:spPr bwMode="auto">
            <a:xfrm>
              <a:off x="1773238" y="5087939"/>
              <a:ext cx="125413" cy="125413"/>
            </a:xfrm>
            <a:custGeom>
              <a:avLst/>
              <a:gdLst>
                <a:gd name="T0" fmla="*/ 344 w 350"/>
                <a:gd name="T1" fmla="*/ 15 h 348"/>
                <a:gd name="T2" fmla="*/ 327 w 350"/>
                <a:gd name="T3" fmla="*/ 3 h 348"/>
                <a:gd name="T4" fmla="*/ 294 w 350"/>
                <a:gd name="T5" fmla="*/ 24 h 348"/>
                <a:gd name="T6" fmla="*/ 198 w 350"/>
                <a:gd name="T7" fmla="*/ 197 h 348"/>
                <a:gd name="T8" fmla="*/ 24 w 350"/>
                <a:gd name="T9" fmla="*/ 294 h 348"/>
                <a:gd name="T10" fmla="*/ 4 w 350"/>
                <a:gd name="T11" fmla="*/ 327 h 348"/>
                <a:gd name="T12" fmla="*/ 30 w 350"/>
                <a:gd name="T13" fmla="*/ 348 h 348"/>
                <a:gd name="T14" fmla="*/ 36 w 350"/>
                <a:gd name="T15" fmla="*/ 348 h 348"/>
                <a:gd name="T16" fmla="*/ 237 w 350"/>
                <a:gd name="T17" fmla="*/ 236 h 348"/>
                <a:gd name="T18" fmla="*/ 348 w 350"/>
                <a:gd name="T19" fmla="*/ 36 h 348"/>
                <a:gd name="T20" fmla="*/ 344 w 350"/>
                <a:gd name="T21" fmla="*/ 15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0" h="348">
                  <a:moveTo>
                    <a:pt x="344" y="15"/>
                  </a:moveTo>
                  <a:cubicBezTo>
                    <a:pt x="340" y="9"/>
                    <a:pt x="334" y="4"/>
                    <a:pt x="327" y="3"/>
                  </a:cubicBezTo>
                  <a:cubicBezTo>
                    <a:pt x="312" y="0"/>
                    <a:pt x="297" y="9"/>
                    <a:pt x="294" y="24"/>
                  </a:cubicBezTo>
                  <a:cubicBezTo>
                    <a:pt x="280" y="88"/>
                    <a:pt x="247" y="148"/>
                    <a:pt x="198" y="197"/>
                  </a:cubicBezTo>
                  <a:cubicBezTo>
                    <a:pt x="149" y="247"/>
                    <a:pt x="88" y="280"/>
                    <a:pt x="24" y="294"/>
                  </a:cubicBezTo>
                  <a:cubicBezTo>
                    <a:pt x="10" y="297"/>
                    <a:pt x="0" y="312"/>
                    <a:pt x="4" y="327"/>
                  </a:cubicBezTo>
                  <a:cubicBezTo>
                    <a:pt x="6" y="339"/>
                    <a:pt x="18" y="348"/>
                    <a:pt x="30" y="348"/>
                  </a:cubicBezTo>
                  <a:cubicBezTo>
                    <a:pt x="32" y="348"/>
                    <a:pt x="35" y="348"/>
                    <a:pt x="36" y="348"/>
                  </a:cubicBezTo>
                  <a:cubicBezTo>
                    <a:pt x="110" y="332"/>
                    <a:pt x="180" y="293"/>
                    <a:pt x="237" y="236"/>
                  </a:cubicBezTo>
                  <a:cubicBezTo>
                    <a:pt x="294" y="180"/>
                    <a:pt x="332" y="110"/>
                    <a:pt x="348" y="36"/>
                  </a:cubicBezTo>
                  <a:cubicBezTo>
                    <a:pt x="350" y="29"/>
                    <a:pt x="348" y="21"/>
                    <a:pt x="344" y="15"/>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06" name="Group 105">
            <a:extLst>
              <a:ext uri="{FF2B5EF4-FFF2-40B4-BE49-F238E27FC236}">
                <a16:creationId xmlns:a16="http://schemas.microsoft.com/office/drawing/2014/main" id="{267D2418-CED1-A33E-FC51-BB669CF8FDE5}"/>
              </a:ext>
            </a:extLst>
          </p:cNvPr>
          <p:cNvGrpSpPr/>
          <p:nvPr/>
        </p:nvGrpSpPr>
        <p:grpSpPr>
          <a:xfrm>
            <a:off x="5322888" y="4060826"/>
            <a:ext cx="436563" cy="333376"/>
            <a:chOff x="5322888" y="4060826"/>
            <a:chExt cx="436563" cy="333376"/>
          </a:xfrm>
        </p:grpSpPr>
        <p:sp>
          <p:nvSpPr>
            <p:cNvPr id="107" name="Freeform 61">
              <a:extLst>
                <a:ext uri="{FF2B5EF4-FFF2-40B4-BE49-F238E27FC236}">
                  <a16:creationId xmlns:a16="http://schemas.microsoft.com/office/drawing/2014/main" id="{34284A4A-4845-A77C-4C7F-F250AF340B54}"/>
                </a:ext>
              </a:extLst>
            </p:cNvPr>
            <p:cNvSpPr>
              <a:spLocks noEditPoints="1"/>
            </p:cNvSpPr>
            <p:nvPr userDrawn="1"/>
          </p:nvSpPr>
          <p:spPr bwMode="auto">
            <a:xfrm>
              <a:off x="5367338" y="4219576"/>
              <a:ext cx="69850" cy="147638"/>
            </a:xfrm>
            <a:custGeom>
              <a:avLst/>
              <a:gdLst>
                <a:gd name="T0" fmla="*/ 48 w 193"/>
                <a:gd name="T1" fmla="*/ 47 h 410"/>
                <a:gd name="T2" fmla="*/ 145 w 193"/>
                <a:gd name="T3" fmla="*/ 47 h 410"/>
                <a:gd name="T4" fmla="*/ 145 w 193"/>
                <a:gd name="T5" fmla="*/ 362 h 410"/>
                <a:gd name="T6" fmla="*/ 48 w 193"/>
                <a:gd name="T7" fmla="*/ 362 h 410"/>
                <a:gd name="T8" fmla="*/ 48 w 193"/>
                <a:gd name="T9" fmla="*/ 47 h 410"/>
                <a:gd name="T10" fmla="*/ 24 w 193"/>
                <a:gd name="T11" fmla="*/ 410 h 410"/>
                <a:gd name="T12" fmla="*/ 169 w 193"/>
                <a:gd name="T13" fmla="*/ 410 h 410"/>
                <a:gd name="T14" fmla="*/ 193 w 193"/>
                <a:gd name="T15" fmla="*/ 386 h 410"/>
                <a:gd name="T16" fmla="*/ 193 w 193"/>
                <a:gd name="T17" fmla="*/ 23 h 410"/>
                <a:gd name="T18" fmla="*/ 169 w 193"/>
                <a:gd name="T19" fmla="*/ 0 h 410"/>
                <a:gd name="T20" fmla="*/ 24 w 193"/>
                <a:gd name="T21" fmla="*/ 0 h 410"/>
                <a:gd name="T22" fmla="*/ 0 w 193"/>
                <a:gd name="T23" fmla="*/ 23 h 410"/>
                <a:gd name="T24" fmla="*/ 0 w 193"/>
                <a:gd name="T25" fmla="*/ 386 h 410"/>
                <a:gd name="T26" fmla="*/ 24 w 193"/>
                <a:gd name="T27" fmla="*/ 410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3" h="410">
                  <a:moveTo>
                    <a:pt x="48" y="47"/>
                  </a:moveTo>
                  <a:lnTo>
                    <a:pt x="145" y="47"/>
                  </a:lnTo>
                  <a:lnTo>
                    <a:pt x="145" y="362"/>
                  </a:lnTo>
                  <a:lnTo>
                    <a:pt x="48" y="362"/>
                  </a:lnTo>
                  <a:lnTo>
                    <a:pt x="48" y="47"/>
                  </a:lnTo>
                  <a:close/>
                  <a:moveTo>
                    <a:pt x="24" y="410"/>
                  </a:moveTo>
                  <a:lnTo>
                    <a:pt x="169" y="410"/>
                  </a:lnTo>
                  <a:cubicBezTo>
                    <a:pt x="182" y="410"/>
                    <a:pt x="193" y="399"/>
                    <a:pt x="193" y="386"/>
                  </a:cubicBezTo>
                  <a:lnTo>
                    <a:pt x="193" y="23"/>
                  </a:lnTo>
                  <a:cubicBezTo>
                    <a:pt x="193" y="10"/>
                    <a:pt x="182" y="0"/>
                    <a:pt x="169" y="0"/>
                  </a:cubicBezTo>
                  <a:lnTo>
                    <a:pt x="24" y="0"/>
                  </a:lnTo>
                  <a:cubicBezTo>
                    <a:pt x="11" y="0"/>
                    <a:pt x="0" y="10"/>
                    <a:pt x="0" y="23"/>
                  </a:cubicBezTo>
                  <a:lnTo>
                    <a:pt x="0" y="386"/>
                  </a:lnTo>
                  <a:cubicBezTo>
                    <a:pt x="0" y="399"/>
                    <a:pt x="11" y="410"/>
                    <a:pt x="24" y="41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08" name="Freeform 62">
              <a:extLst>
                <a:ext uri="{FF2B5EF4-FFF2-40B4-BE49-F238E27FC236}">
                  <a16:creationId xmlns:a16="http://schemas.microsoft.com/office/drawing/2014/main" id="{4405814A-2EBA-2496-80C7-FAE734E84472}"/>
                </a:ext>
              </a:extLst>
            </p:cNvPr>
            <p:cNvSpPr>
              <a:spLocks noEditPoints="1"/>
            </p:cNvSpPr>
            <p:nvPr userDrawn="1"/>
          </p:nvSpPr>
          <p:spPr bwMode="auto">
            <a:xfrm>
              <a:off x="5461001" y="4154489"/>
              <a:ext cx="68263" cy="212725"/>
            </a:xfrm>
            <a:custGeom>
              <a:avLst/>
              <a:gdLst>
                <a:gd name="T0" fmla="*/ 145 w 192"/>
                <a:gd name="T1" fmla="*/ 544 h 592"/>
                <a:gd name="T2" fmla="*/ 47 w 192"/>
                <a:gd name="T3" fmla="*/ 544 h 592"/>
                <a:gd name="T4" fmla="*/ 47 w 192"/>
                <a:gd name="T5" fmla="*/ 48 h 592"/>
                <a:gd name="T6" fmla="*/ 145 w 192"/>
                <a:gd name="T7" fmla="*/ 48 h 592"/>
                <a:gd name="T8" fmla="*/ 145 w 192"/>
                <a:gd name="T9" fmla="*/ 544 h 592"/>
                <a:gd name="T10" fmla="*/ 24 w 192"/>
                <a:gd name="T11" fmla="*/ 0 h 592"/>
                <a:gd name="T12" fmla="*/ 0 w 192"/>
                <a:gd name="T13" fmla="*/ 24 h 592"/>
                <a:gd name="T14" fmla="*/ 0 w 192"/>
                <a:gd name="T15" fmla="*/ 568 h 592"/>
                <a:gd name="T16" fmla="*/ 24 w 192"/>
                <a:gd name="T17" fmla="*/ 592 h 592"/>
                <a:gd name="T18" fmla="*/ 169 w 192"/>
                <a:gd name="T19" fmla="*/ 592 h 592"/>
                <a:gd name="T20" fmla="*/ 192 w 192"/>
                <a:gd name="T21" fmla="*/ 568 h 592"/>
                <a:gd name="T22" fmla="*/ 192 w 192"/>
                <a:gd name="T23" fmla="*/ 24 h 592"/>
                <a:gd name="T24" fmla="*/ 169 w 192"/>
                <a:gd name="T25" fmla="*/ 0 h 592"/>
                <a:gd name="T26" fmla="*/ 24 w 192"/>
                <a:gd name="T27"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592">
                  <a:moveTo>
                    <a:pt x="145" y="544"/>
                  </a:moveTo>
                  <a:lnTo>
                    <a:pt x="47" y="544"/>
                  </a:lnTo>
                  <a:lnTo>
                    <a:pt x="47" y="48"/>
                  </a:lnTo>
                  <a:lnTo>
                    <a:pt x="145" y="48"/>
                  </a:lnTo>
                  <a:lnTo>
                    <a:pt x="145" y="544"/>
                  </a:lnTo>
                  <a:close/>
                  <a:moveTo>
                    <a:pt x="24" y="0"/>
                  </a:moveTo>
                  <a:cubicBezTo>
                    <a:pt x="11" y="0"/>
                    <a:pt x="0" y="11"/>
                    <a:pt x="0" y="24"/>
                  </a:cubicBezTo>
                  <a:lnTo>
                    <a:pt x="0" y="568"/>
                  </a:lnTo>
                  <a:cubicBezTo>
                    <a:pt x="0" y="581"/>
                    <a:pt x="11" y="592"/>
                    <a:pt x="24" y="592"/>
                  </a:cubicBezTo>
                  <a:lnTo>
                    <a:pt x="169" y="592"/>
                  </a:lnTo>
                  <a:cubicBezTo>
                    <a:pt x="182" y="592"/>
                    <a:pt x="192" y="581"/>
                    <a:pt x="192" y="568"/>
                  </a:cubicBezTo>
                  <a:lnTo>
                    <a:pt x="192" y="24"/>
                  </a:lnTo>
                  <a:cubicBezTo>
                    <a:pt x="192" y="11"/>
                    <a:pt x="182" y="0"/>
                    <a:pt x="169" y="0"/>
                  </a:cubicBezTo>
                  <a:lnTo>
                    <a:pt x="24" y="0"/>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09" name="Freeform 63">
              <a:extLst>
                <a:ext uri="{FF2B5EF4-FFF2-40B4-BE49-F238E27FC236}">
                  <a16:creationId xmlns:a16="http://schemas.microsoft.com/office/drawing/2014/main" id="{475A1B83-DAD4-99AA-6E55-BCFD2CAF0028}"/>
                </a:ext>
              </a:extLst>
            </p:cNvPr>
            <p:cNvSpPr>
              <a:spLocks noEditPoints="1"/>
            </p:cNvSpPr>
            <p:nvPr userDrawn="1"/>
          </p:nvSpPr>
          <p:spPr bwMode="auto">
            <a:xfrm>
              <a:off x="5553076" y="4259264"/>
              <a:ext cx="69850" cy="107950"/>
            </a:xfrm>
            <a:custGeom>
              <a:avLst/>
              <a:gdLst>
                <a:gd name="T0" fmla="*/ 145 w 193"/>
                <a:gd name="T1" fmla="*/ 254 h 302"/>
                <a:gd name="T2" fmla="*/ 48 w 193"/>
                <a:gd name="T3" fmla="*/ 254 h 302"/>
                <a:gd name="T4" fmla="*/ 48 w 193"/>
                <a:gd name="T5" fmla="*/ 48 h 302"/>
                <a:gd name="T6" fmla="*/ 145 w 193"/>
                <a:gd name="T7" fmla="*/ 48 h 302"/>
                <a:gd name="T8" fmla="*/ 145 w 193"/>
                <a:gd name="T9" fmla="*/ 254 h 302"/>
                <a:gd name="T10" fmla="*/ 24 w 193"/>
                <a:gd name="T11" fmla="*/ 0 h 302"/>
                <a:gd name="T12" fmla="*/ 0 w 193"/>
                <a:gd name="T13" fmla="*/ 24 h 302"/>
                <a:gd name="T14" fmla="*/ 0 w 193"/>
                <a:gd name="T15" fmla="*/ 278 h 302"/>
                <a:gd name="T16" fmla="*/ 24 w 193"/>
                <a:gd name="T17" fmla="*/ 302 h 302"/>
                <a:gd name="T18" fmla="*/ 170 w 193"/>
                <a:gd name="T19" fmla="*/ 302 h 302"/>
                <a:gd name="T20" fmla="*/ 193 w 193"/>
                <a:gd name="T21" fmla="*/ 278 h 302"/>
                <a:gd name="T22" fmla="*/ 193 w 193"/>
                <a:gd name="T23" fmla="*/ 24 h 302"/>
                <a:gd name="T24" fmla="*/ 170 w 193"/>
                <a:gd name="T25" fmla="*/ 0 h 302"/>
                <a:gd name="T26" fmla="*/ 24 w 193"/>
                <a:gd name="T27"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3" h="302">
                  <a:moveTo>
                    <a:pt x="145" y="254"/>
                  </a:moveTo>
                  <a:lnTo>
                    <a:pt x="48" y="254"/>
                  </a:lnTo>
                  <a:lnTo>
                    <a:pt x="48" y="48"/>
                  </a:lnTo>
                  <a:lnTo>
                    <a:pt x="145" y="48"/>
                  </a:lnTo>
                  <a:lnTo>
                    <a:pt x="145" y="254"/>
                  </a:lnTo>
                  <a:close/>
                  <a:moveTo>
                    <a:pt x="24" y="0"/>
                  </a:moveTo>
                  <a:cubicBezTo>
                    <a:pt x="11" y="0"/>
                    <a:pt x="0" y="11"/>
                    <a:pt x="0" y="24"/>
                  </a:cubicBezTo>
                  <a:lnTo>
                    <a:pt x="0" y="278"/>
                  </a:lnTo>
                  <a:cubicBezTo>
                    <a:pt x="0" y="291"/>
                    <a:pt x="11" y="302"/>
                    <a:pt x="24" y="302"/>
                  </a:cubicBezTo>
                  <a:lnTo>
                    <a:pt x="170" y="302"/>
                  </a:lnTo>
                  <a:cubicBezTo>
                    <a:pt x="183" y="302"/>
                    <a:pt x="193" y="291"/>
                    <a:pt x="193" y="278"/>
                  </a:cubicBezTo>
                  <a:lnTo>
                    <a:pt x="193" y="24"/>
                  </a:lnTo>
                  <a:cubicBezTo>
                    <a:pt x="193" y="11"/>
                    <a:pt x="183" y="0"/>
                    <a:pt x="170" y="0"/>
                  </a:cubicBezTo>
                  <a:lnTo>
                    <a:pt x="24" y="0"/>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10" name="Freeform 64">
              <a:extLst>
                <a:ext uri="{FF2B5EF4-FFF2-40B4-BE49-F238E27FC236}">
                  <a16:creationId xmlns:a16="http://schemas.microsoft.com/office/drawing/2014/main" id="{63CFCD1D-ACAC-0805-7F09-7AE2DBBC4880}"/>
                </a:ext>
              </a:extLst>
            </p:cNvPr>
            <p:cNvSpPr>
              <a:spLocks noEditPoints="1"/>
            </p:cNvSpPr>
            <p:nvPr userDrawn="1"/>
          </p:nvSpPr>
          <p:spPr bwMode="auto">
            <a:xfrm>
              <a:off x="5646738" y="4179889"/>
              <a:ext cx="69850" cy="187325"/>
            </a:xfrm>
            <a:custGeom>
              <a:avLst/>
              <a:gdLst>
                <a:gd name="T0" fmla="*/ 48 w 193"/>
                <a:gd name="T1" fmla="*/ 48 h 519"/>
                <a:gd name="T2" fmla="*/ 145 w 193"/>
                <a:gd name="T3" fmla="*/ 48 h 519"/>
                <a:gd name="T4" fmla="*/ 145 w 193"/>
                <a:gd name="T5" fmla="*/ 471 h 519"/>
                <a:gd name="T6" fmla="*/ 48 w 193"/>
                <a:gd name="T7" fmla="*/ 471 h 519"/>
                <a:gd name="T8" fmla="*/ 48 w 193"/>
                <a:gd name="T9" fmla="*/ 48 h 519"/>
                <a:gd name="T10" fmla="*/ 0 w 193"/>
                <a:gd name="T11" fmla="*/ 24 h 519"/>
                <a:gd name="T12" fmla="*/ 0 w 193"/>
                <a:gd name="T13" fmla="*/ 495 h 519"/>
                <a:gd name="T14" fmla="*/ 24 w 193"/>
                <a:gd name="T15" fmla="*/ 519 h 519"/>
                <a:gd name="T16" fmla="*/ 169 w 193"/>
                <a:gd name="T17" fmla="*/ 519 h 519"/>
                <a:gd name="T18" fmla="*/ 193 w 193"/>
                <a:gd name="T19" fmla="*/ 495 h 519"/>
                <a:gd name="T20" fmla="*/ 193 w 193"/>
                <a:gd name="T21" fmla="*/ 24 h 519"/>
                <a:gd name="T22" fmla="*/ 169 w 193"/>
                <a:gd name="T23" fmla="*/ 0 h 519"/>
                <a:gd name="T24" fmla="*/ 24 w 193"/>
                <a:gd name="T25" fmla="*/ 0 h 519"/>
                <a:gd name="T26" fmla="*/ 0 w 193"/>
                <a:gd name="T27" fmla="*/ 24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3" h="519">
                  <a:moveTo>
                    <a:pt x="48" y="48"/>
                  </a:moveTo>
                  <a:lnTo>
                    <a:pt x="145" y="48"/>
                  </a:lnTo>
                  <a:lnTo>
                    <a:pt x="145" y="471"/>
                  </a:lnTo>
                  <a:lnTo>
                    <a:pt x="48" y="471"/>
                  </a:lnTo>
                  <a:lnTo>
                    <a:pt x="48" y="48"/>
                  </a:lnTo>
                  <a:close/>
                  <a:moveTo>
                    <a:pt x="0" y="24"/>
                  </a:moveTo>
                  <a:lnTo>
                    <a:pt x="0" y="495"/>
                  </a:lnTo>
                  <a:cubicBezTo>
                    <a:pt x="0" y="508"/>
                    <a:pt x="11" y="519"/>
                    <a:pt x="24" y="519"/>
                  </a:cubicBezTo>
                  <a:lnTo>
                    <a:pt x="169" y="519"/>
                  </a:lnTo>
                  <a:cubicBezTo>
                    <a:pt x="182" y="519"/>
                    <a:pt x="193" y="508"/>
                    <a:pt x="193" y="495"/>
                  </a:cubicBezTo>
                  <a:lnTo>
                    <a:pt x="193" y="24"/>
                  </a:lnTo>
                  <a:cubicBezTo>
                    <a:pt x="193" y="10"/>
                    <a:pt x="182" y="0"/>
                    <a:pt x="169" y="0"/>
                  </a:cubicBezTo>
                  <a:lnTo>
                    <a:pt x="24" y="0"/>
                  </a:lnTo>
                  <a:cubicBezTo>
                    <a:pt x="11" y="0"/>
                    <a:pt x="0" y="10"/>
                    <a:pt x="0" y="24"/>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11" name="Freeform 65">
              <a:extLst>
                <a:ext uri="{FF2B5EF4-FFF2-40B4-BE49-F238E27FC236}">
                  <a16:creationId xmlns:a16="http://schemas.microsoft.com/office/drawing/2014/main" id="{28E03CE5-4515-91A1-D4E0-09F2016537EF}"/>
                </a:ext>
              </a:extLst>
            </p:cNvPr>
            <p:cNvSpPr>
              <a:spLocks/>
            </p:cNvSpPr>
            <p:nvPr userDrawn="1"/>
          </p:nvSpPr>
          <p:spPr bwMode="auto">
            <a:xfrm>
              <a:off x="5322888" y="4376739"/>
              <a:ext cx="436563" cy="17463"/>
            </a:xfrm>
            <a:custGeom>
              <a:avLst/>
              <a:gdLst>
                <a:gd name="T0" fmla="*/ 1186 w 1210"/>
                <a:gd name="T1" fmla="*/ 0 h 48"/>
                <a:gd name="T2" fmla="*/ 24 w 1210"/>
                <a:gd name="T3" fmla="*/ 0 h 48"/>
                <a:gd name="T4" fmla="*/ 0 w 1210"/>
                <a:gd name="T5" fmla="*/ 24 h 48"/>
                <a:gd name="T6" fmla="*/ 24 w 1210"/>
                <a:gd name="T7" fmla="*/ 48 h 48"/>
                <a:gd name="T8" fmla="*/ 1186 w 1210"/>
                <a:gd name="T9" fmla="*/ 48 h 48"/>
                <a:gd name="T10" fmla="*/ 1210 w 1210"/>
                <a:gd name="T11" fmla="*/ 24 h 48"/>
                <a:gd name="T12" fmla="*/ 1186 w 1210"/>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1210" h="48">
                  <a:moveTo>
                    <a:pt x="1186" y="0"/>
                  </a:moveTo>
                  <a:lnTo>
                    <a:pt x="24" y="0"/>
                  </a:lnTo>
                  <a:cubicBezTo>
                    <a:pt x="10" y="0"/>
                    <a:pt x="0" y="11"/>
                    <a:pt x="0" y="24"/>
                  </a:cubicBezTo>
                  <a:cubicBezTo>
                    <a:pt x="0" y="37"/>
                    <a:pt x="10" y="48"/>
                    <a:pt x="24" y="48"/>
                  </a:cubicBezTo>
                  <a:lnTo>
                    <a:pt x="1186" y="48"/>
                  </a:lnTo>
                  <a:cubicBezTo>
                    <a:pt x="1199" y="48"/>
                    <a:pt x="1210" y="37"/>
                    <a:pt x="1210" y="24"/>
                  </a:cubicBezTo>
                  <a:cubicBezTo>
                    <a:pt x="1210" y="11"/>
                    <a:pt x="1199" y="0"/>
                    <a:pt x="1186"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12" name="Freeform 66">
              <a:extLst>
                <a:ext uri="{FF2B5EF4-FFF2-40B4-BE49-F238E27FC236}">
                  <a16:creationId xmlns:a16="http://schemas.microsoft.com/office/drawing/2014/main" id="{DFFC40A6-B5F7-5240-B9FA-71F55244AFE8}"/>
                </a:ext>
              </a:extLst>
            </p:cNvPr>
            <p:cNvSpPr>
              <a:spLocks noEditPoints="1"/>
            </p:cNvSpPr>
            <p:nvPr userDrawn="1"/>
          </p:nvSpPr>
          <p:spPr bwMode="auto">
            <a:xfrm>
              <a:off x="5376863" y="4060826"/>
              <a:ext cx="328613" cy="153988"/>
            </a:xfrm>
            <a:custGeom>
              <a:avLst/>
              <a:gdLst>
                <a:gd name="T0" fmla="*/ 69 w 910"/>
                <a:gd name="T1" fmla="*/ 229 h 427"/>
                <a:gd name="T2" fmla="*/ 90 w 910"/>
                <a:gd name="T3" fmla="*/ 250 h 427"/>
                <a:gd name="T4" fmla="*/ 69 w 910"/>
                <a:gd name="T5" fmla="*/ 271 h 427"/>
                <a:gd name="T6" fmla="*/ 48 w 910"/>
                <a:gd name="T7" fmla="*/ 250 h 427"/>
                <a:gd name="T8" fmla="*/ 69 w 910"/>
                <a:gd name="T9" fmla="*/ 229 h 427"/>
                <a:gd name="T10" fmla="*/ 326 w 910"/>
                <a:gd name="T11" fmla="*/ 48 h 427"/>
                <a:gd name="T12" fmla="*/ 347 w 910"/>
                <a:gd name="T13" fmla="*/ 68 h 427"/>
                <a:gd name="T14" fmla="*/ 326 w 910"/>
                <a:gd name="T15" fmla="*/ 89 h 427"/>
                <a:gd name="T16" fmla="*/ 306 w 910"/>
                <a:gd name="T17" fmla="*/ 68 h 427"/>
                <a:gd name="T18" fmla="*/ 326 w 910"/>
                <a:gd name="T19" fmla="*/ 48 h 427"/>
                <a:gd name="T20" fmla="*/ 584 w 910"/>
                <a:gd name="T21" fmla="*/ 338 h 427"/>
                <a:gd name="T22" fmla="*/ 605 w 910"/>
                <a:gd name="T23" fmla="*/ 359 h 427"/>
                <a:gd name="T24" fmla="*/ 584 w 910"/>
                <a:gd name="T25" fmla="*/ 380 h 427"/>
                <a:gd name="T26" fmla="*/ 563 w 910"/>
                <a:gd name="T27" fmla="*/ 359 h 427"/>
                <a:gd name="T28" fmla="*/ 584 w 910"/>
                <a:gd name="T29" fmla="*/ 338 h 427"/>
                <a:gd name="T30" fmla="*/ 841 w 910"/>
                <a:gd name="T31" fmla="*/ 120 h 427"/>
                <a:gd name="T32" fmla="*/ 862 w 910"/>
                <a:gd name="T33" fmla="*/ 141 h 427"/>
                <a:gd name="T34" fmla="*/ 841 w 910"/>
                <a:gd name="T35" fmla="*/ 162 h 427"/>
                <a:gd name="T36" fmla="*/ 821 w 910"/>
                <a:gd name="T37" fmla="*/ 141 h 427"/>
                <a:gd name="T38" fmla="*/ 841 w 910"/>
                <a:gd name="T39" fmla="*/ 120 h 427"/>
                <a:gd name="T40" fmla="*/ 69 w 910"/>
                <a:gd name="T41" fmla="*/ 319 h 427"/>
                <a:gd name="T42" fmla="*/ 138 w 910"/>
                <a:gd name="T43" fmla="*/ 250 h 427"/>
                <a:gd name="T44" fmla="*/ 135 w 910"/>
                <a:gd name="T45" fmla="*/ 232 h 427"/>
                <a:gd name="T46" fmla="*/ 288 w 910"/>
                <a:gd name="T47" fmla="*/ 125 h 427"/>
                <a:gd name="T48" fmla="*/ 351 w 910"/>
                <a:gd name="T49" fmla="*/ 132 h 427"/>
                <a:gd name="T50" fmla="*/ 523 w 910"/>
                <a:gd name="T51" fmla="*/ 327 h 427"/>
                <a:gd name="T52" fmla="*/ 515 w 910"/>
                <a:gd name="T53" fmla="*/ 359 h 427"/>
                <a:gd name="T54" fmla="*/ 584 w 910"/>
                <a:gd name="T55" fmla="*/ 427 h 427"/>
                <a:gd name="T56" fmla="*/ 653 w 910"/>
                <a:gd name="T57" fmla="*/ 359 h 427"/>
                <a:gd name="T58" fmla="*/ 649 w 910"/>
                <a:gd name="T59" fmla="*/ 336 h 427"/>
                <a:gd name="T60" fmla="*/ 808 w 910"/>
                <a:gd name="T61" fmla="*/ 201 h 427"/>
                <a:gd name="T62" fmla="*/ 841 w 910"/>
                <a:gd name="T63" fmla="*/ 210 h 427"/>
                <a:gd name="T64" fmla="*/ 910 w 910"/>
                <a:gd name="T65" fmla="*/ 141 h 427"/>
                <a:gd name="T66" fmla="*/ 841 w 910"/>
                <a:gd name="T67" fmla="*/ 72 h 427"/>
                <a:gd name="T68" fmla="*/ 773 w 910"/>
                <a:gd name="T69" fmla="*/ 141 h 427"/>
                <a:gd name="T70" fmla="*/ 777 w 910"/>
                <a:gd name="T71" fmla="*/ 164 h 427"/>
                <a:gd name="T72" fmla="*/ 618 w 910"/>
                <a:gd name="T73" fmla="*/ 299 h 427"/>
                <a:gd name="T74" fmla="*/ 559 w 910"/>
                <a:gd name="T75" fmla="*/ 295 h 427"/>
                <a:gd name="T76" fmla="*/ 387 w 910"/>
                <a:gd name="T77" fmla="*/ 101 h 427"/>
                <a:gd name="T78" fmla="*/ 395 w 910"/>
                <a:gd name="T79" fmla="*/ 68 h 427"/>
                <a:gd name="T80" fmla="*/ 326 w 910"/>
                <a:gd name="T81" fmla="*/ 0 h 427"/>
                <a:gd name="T82" fmla="*/ 258 w 910"/>
                <a:gd name="T83" fmla="*/ 68 h 427"/>
                <a:gd name="T84" fmla="*/ 260 w 910"/>
                <a:gd name="T85" fmla="*/ 86 h 427"/>
                <a:gd name="T86" fmla="*/ 107 w 910"/>
                <a:gd name="T87" fmla="*/ 193 h 427"/>
                <a:gd name="T88" fmla="*/ 69 w 910"/>
                <a:gd name="T89" fmla="*/ 181 h 427"/>
                <a:gd name="T90" fmla="*/ 0 w 910"/>
                <a:gd name="T91" fmla="*/ 250 h 427"/>
                <a:gd name="T92" fmla="*/ 69 w 910"/>
                <a:gd name="T93" fmla="*/ 319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0" h="427">
                  <a:moveTo>
                    <a:pt x="69" y="229"/>
                  </a:moveTo>
                  <a:cubicBezTo>
                    <a:pt x="80" y="229"/>
                    <a:pt x="90" y="238"/>
                    <a:pt x="90" y="250"/>
                  </a:cubicBezTo>
                  <a:cubicBezTo>
                    <a:pt x="90" y="261"/>
                    <a:pt x="80" y="271"/>
                    <a:pt x="69" y="271"/>
                  </a:cubicBezTo>
                  <a:cubicBezTo>
                    <a:pt x="57" y="271"/>
                    <a:pt x="48" y="261"/>
                    <a:pt x="48" y="250"/>
                  </a:cubicBezTo>
                  <a:cubicBezTo>
                    <a:pt x="48" y="238"/>
                    <a:pt x="57" y="229"/>
                    <a:pt x="69" y="229"/>
                  </a:cubicBezTo>
                  <a:close/>
                  <a:moveTo>
                    <a:pt x="326" y="48"/>
                  </a:moveTo>
                  <a:cubicBezTo>
                    <a:pt x="338" y="48"/>
                    <a:pt x="347" y="57"/>
                    <a:pt x="347" y="68"/>
                  </a:cubicBezTo>
                  <a:cubicBezTo>
                    <a:pt x="347" y="80"/>
                    <a:pt x="338" y="89"/>
                    <a:pt x="326" y="89"/>
                  </a:cubicBezTo>
                  <a:cubicBezTo>
                    <a:pt x="315" y="89"/>
                    <a:pt x="306" y="80"/>
                    <a:pt x="306" y="68"/>
                  </a:cubicBezTo>
                  <a:cubicBezTo>
                    <a:pt x="306" y="57"/>
                    <a:pt x="315" y="48"/>
                    <a:pt x="326" y="48"/>
                  </a:cubicBezTo>
                  <a:close/>
                  <a:moveTo>
                    <a:pt x="584" y="338"/>
                  </a:moveTo>
                  <a:cubicBezTo>
                    <a:pt x="596" y="338"/>
                    <a:pt x="605" y="347"/>
                    <a:pt x="605" y="359"/>
                  </a:cubicBezTo>
                  <a:cubicBezTo>
                    <a:pt x="605" y="370"/>
                    <a:pt x="596" y="380"/>
                    <a:pt x="584" y="380"/>
                  </a:cubicBezTo>
                  <a:cubicBezTo>
                    <a:pt x="572" y="380"/>
                    <a:pt x="563" y="370"/>
                    <a:pt x="563" y="359"/>
                  </a:cubicBezTo>
                  <a:cubicBezTo>
                    <a:pt x="563" y="347"/>
                    <a:pt x="572" y="338"/>
                    <a:pt x="584" y="338"/>
                  </a:cubicBezTo>
                  <a:close/>
                  <a:moveTo>
                    <a:pt x="841" y="120"/>
                  </a:moveTo>
                  <a:cubicBezTo>
                    <a:pt x="853" y="120"/>
                    <a:pt x="862" y="129"/>
                    <a:pt x="862" y="141"/>
                  </a:cubicBezTo>
                  <a:cubicBezTo>
                    <a:pt x="862" y="153"/>
                    <a:pt x="853" y="162"/>
                    <a:pt x="841" y="162"/>
                  </a:cubicBezTo>
                  <a:cubicBezTo>
                    <a:pt x="830" y="162"/>
                    <a:pt x="821" y="153"/>
                    <a:pt x="821" y="141"/>
                  </a:cubicBezTo>
                  <a:cubicBezTo>
                    <a:pt x="821" y="129"/>
                    <a:pt x="830" y="120"/>
                    <a:pt x="841" y="120"/>
                  </a:cubicBezTo>
                  <a:close/>
                  <a:moveTo>
                    <a:pt x="69" y="319"/>
                  </a:moveTo>
                  <a:cubicBezTo>
                    <a:pt x="107" y="319"/>
                    <a:pt x="138" y="288"/>
                    <a:pt x="138" y="250"/>
                  </a:cubicBezTo>
                  <a:cubicBezTo>
                    <a:pt x="138" y="244"/>
                    <a:pt x="136" y="238"/>
                    <a:pt x="135" y="232"/>
                  </a:cubicBezTo>
                  <a:lnTo>
                    <a:pt x="288" y="125"/>
                  </a:lnTo>
                  <a:cubicBezTo>
                    <a:pt x="306" y="138"/>
                    <a:pt x="330" y="141"/>
                    <a:pt x="351" y="132"/>
                  </a:cubicBezTo>
                  <a:lnTo>
                    <a:pt x="523" y="327"/>
                  </a:lnTo>
                  <a:cubicBezTo>
                    <a:pt x="518" y="337"/>
                    <a:pt x="515" y="348"/>
                    <a:pt x="515" y="359"/>
                  </a:cubicBezTo>
                  <a:cubicBezTo>
                    <a:pt x="515" y="397"/>
                    <a:pt x="546" y="427"/>
                    <a:pt x="584" y="427"/>
                  </a:cubicBezTo>
                  <a:cubicBezTo>
                    <a:pt x="622" y="427"/>
                    <a:pt x="653" y="397"/>
                    <a:pt x="653" y="359"/>
                  </a:cubicBezTo>
                  <a:cubicBezTo>
                    <a:pt x="653" y="351"/>
                    <a:pt x="651" y="343"/>
                    <a:pt x="649" y="336"/>
                  </a:cubicBezTo>
                  <a:lnTo>
                    <a:pt x="808" y="201"/>
                  </a:lnTo>
                  <a:cubicBezTo>
                    <a:pt x="818" y="207"/>
                    <a:pt x="830" y="210"/>
                    <a:pt x="841" y="210"/>
                  </a:cubicBezTo>
                  <a:cubicBezTo>
                    <a:pt x="880" y="210"/>
                    <a:pt x="910" y="179"/>
                    <a:pt x="910" y="141"/>
                  </a:cubicBezTo>
                  <a:cubicBezTo>
                    <a:pt x="910" y="103"/>
                    <a:pt x="880" y="72"/>
                    <a:pt x="841" y="72"/>
                  </a:cubicBezTo>
                  <a:cubicBezTo>
                    <a:pt x="804" y="72"/>
                    <a:pt x="773" y="103"/>
                    <a:pt x="773" y="141"/>
                  </a:cubicBezTo>
                  <a:cubicBezTo>
                    <a:pt x="773" y="149"/>
                    <a:pt x="774" y="157"/>
                    <a:pt x="777" y="164"/>
                  </a:cubicBezTo>
                  <a:lnTo>
                    <a:pt x="618" y="299"/>
                  </a:lnTo>
                  <a:cubicBezTo>
                    <a:pt x="600" y="289"/>
                    <a:pt x="579" y="287"/>
                    <a:pt x="559" y="295"/>
                  </a:cubicBezTo>
                  <a:lnTo>
                    <a:pt x="387" y="101"/>
                  </a:lnTo>
                  <a:cubicBezTo>
                    <a:pt x="392" y="91"/>
                    <a:pt x="395" y="79"/>
                    <a:pt x="395" y="68"/>
                  </a:cubicBezTo>
                  <a:cubicBezTo>
                    <a:pt x="395" y="31"/>
                    <a:pt x="364" y="0"/>
                    <a:pt x="326" y="0"/>
                  </a:cubicBezTo>
                  <a:cubicBezTo>
                    <a:pt x="288" y="0"/>
                    <a:pt x="258" y="31"/>
                    <a:pt x="258" y="68"/>
                  </a:cubicBezTo>
                  <a:cubicBezTo>
                    <a:pt x="258" y="74"/>
                    <a:pt x="258" y="80"/>
                    <a:pt x="260" y="86"/>
                  </a:cubicBezTo>
                  <a:lnTo>
                    <a:pt x="107" y="193"/>
                  </a:lnTo>
                  <a:cubicBezTo>
                    <a:pt x="96" y="185"/>
                    <a:pt x="83" y="181"/>
                    <a:pt x="69" y="181"/>
                  </a:cubicBezTo>
                  <a:cubicBezTo>
                    <a:pt x="31" y="181"/>
                    <a:pt x="0" y="212"/>
                    <a:pt x="0" y="250"/>
                  </a:cubicBezTo>
                  <a:cubicBezTo>
                    <a:pt x="0" y="288"/>
                    <a:pt x="31" y="319"/>
                    <a:pt x="69" y="319"/>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13" name="Group 112">
            <a:extLst>
              <a:ext uri="{FF2B5EF4-FFF2-40B4-BE49-F238E27FC236}">
                <a16:creationId xmlns:a16="http://schemas.microsoft.com/office/drawing/2014/main" id="{A888E689-E9C6-643E-B54E-65C0D950F109}"/>
              </a:ext>
            </a:extLst>
          </p:cNvPr>
          <p:cNvGrpSpPr/>
          <p:nvPr/>
        </p:nvGrpSpPr>
        <p:grpSpPr>
          <a:xfrm>
            <a:off x="6327776" y="3278189"/>
            <a:ext cx="284163" cy="333375"/>
            <a:chOff x="6327776" y="3278189"/>
            <a:chExt cx="284163" cy="333375"/>
          </a:xfrm>
        </p:grpSpPr>
        <p:sp>
          <p:nvSpPr>
            <p:cNvPr id="114" name="Freeform 67">
              <a:extLst>
                <a:ext uri="{FF2B5EF4-FFF2-40B4-BE49-F238E27FC236}">
                  <a16:creationId xmlns:a16="http://schemas.microsoft.com/office/drawing/2014/main" id="{22786CC0-9C4D-6509-A190-020843F1900B}"/>
                </a:ext>
              </a:extLst>
            </p:cNvPr>
            <p:cNvSpPr>
              <a:spLocks noEditPoints="1"/>
            </p:cNvSpPr>
            <p:nvPr userDrawn="1"/>
          </p:nvSpPr>
          <p:spPr bwMode="auto">
            <a:xfrm>
              <a:off x="6327776" y="3278189"/>
              <a:ext cx="284163" cy="333375"/>
            </a:xfrm>
            <a:custGeom>
              <a:avLst/>
              <a:gdLst>
                <a:gd name="T0" fmla="*/ 394 w 789"/>
                <a:gd name="T1" fmla="*/ 875 h 927"/>
                <a:gd name="T2" fmla="*/ 51 w 789"/>
                <a:gd name="T3" fmla="*/ 532 h 927"/>
                <a:gd name="T4" fmla="*/ 394 w 789"/>
                <a:gd name="T5" fmla="*/ 188 h 927"/>
                <a:gd name="T6" fmla="*/ 738 w 789"/>
                <a:gd name="T7" fmla="*/ 532 h 927"/>
                <a:gd name="T8" fmla="*/ 394 w 789"/>
                <a:gd name="T9" fmla="*/ 875 h 927"/>
                <a:gd name="T10" fmla="*/ 445 w 789"/>
                <a:gd name="T11" fmla="*/ 140 h 927"/>
                <a:gd name="T12" fmla="*/ 445 w 789"/>
                <a:gd name="T13" fmla="*/ 114 h 927"/>
                <a:gd name="T14" fmla="*/ 503 w 789"/>
                <a:gd name="T15" fmla="*/ 114 h 927"/>
                <a:gd name="T16" fmla="*/ 503 w 789"/>
                <a:gd name="T17" fmla="*/ 0 h 927"/>
                <a:gd name="T18" fmla="*/ 286 w 789"/>
                <a:gd name="T19" fmla="*/ 0 h 927"/>
                <a:gd name="T20" fmla="*/ 286 w 789"/>
                <a:gd name="T21" fmla="*/ 114 h 927"/>
                <a:gd name="T22" fmla="*/ 344 w 789"/>
                <a:gd name="T23" fmla="*/ 114 h 927"/>
                <a:gd name="T24" fmla="*/ 344 w 789"/>
                <a:gd name="T25" fmla="*/ 140 h 927"/>
                <a:gd name="T26" fmla="*/ 0 w 789"/>
                <a:gd name="T27" fmla="*/ 532 h 927"/>
                <a:gd name="T28" fmla="*/ 394 w 789"/>
                <a:gd name="T29" fmla="*/ 927 h 927"/>
                <a:gd name="T30" fmla="*/ 789 w 789"/>
                <a:gd name="T31" fmla="*/ 532 h 927"/>
                <a:gd name="T32" fmla="*/ 445 w 789"/>
                <a:gd name="T33" fmla="*/ 140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89" h="927">
                  <a:moveTo>
                    <a:pt x="394" y="875"/>
                  </a:moveTo>
                  <a:cubicBezTo>
                    <a:pt x="205" y="875"/>
                    <a:pt x="51" y="721"/>
                    <a:pt x="51" y="532"/>
                  </a:cubicBezTo>
                  <a:cubicBezTo>
                    <a:pt x="51" y="342"/>
                    <a:pt x="205" y="188"/>
                    <a:pt x="394" y="188"/>
                  </a:cubicBezTo>
                  <a:cubicBezTo>
                    <a:pt x="584" y="188"/>
                    <a:pt x="738" y="342"/>
                    <a:pt x="738" y="532"/>
                  </a:cubicBezTo>
                  <a:cubicBezTo>
                    <a:pt x="738" y="721"/>
                    <a:pt x="584" y="875"/>
                    <a:pt x="394" y="875"/>
                  </a:cubicBezTo>
                  <a:close/>
                  <a:moveTo>
                    <a:pt x="445" y="140"/>
                  </a:moveTo>
                  <a:lnTo>
                    <a:pt x="445" y="114"/>
                  </a:lnTo>
                  <a:lnTo>
                    <a:pt x="503" y="114"/>
                  </a:lnTo>
                  <a:lnTo>
                    <a:pt x="503" y="0"/>
                  </a:lnTo>
                  <a:lnTo>
                    <a:pt x="286" y="0"/>
                  </a:lnTo>
                  <a:lnTo>
                    <a:pt x="286" y="114"/>
                  </a:lnTo>
                  <a:lnTo>
                    <a:pt x="344" y="114"/>
                  </a:lnTo>
                  <a:lnTo>
                    <a:pt x="344" y="140"/>
                  </a:lnTo>
                  <a:cubicBezTo>
                    <a:pt x="150" y="165"/>
                    <a:pt x="0" y="331"/>
                    <a:pt x="0" y="532"/>
                  </a:cubicBezTo>
                  <a:cubicBezTo>
                    <a:pt x="0" y="749"/>
                    <a:pt x="177" y="927"/>
                    <a:pt x="394" y="927"/>
                  </a:cubicBezTo>
                  <a:cubicBezTo>
                    <a:pt x="612" y="927"/>
                    <a:pt x="789" y="749"/>
                    <a:pt x="789" y="532"/>
                  </a:cubicBezTo>
                  <a:cubicBezTo>
                    <a:pt x="789" y="331"/>
                    <a:pt x="639" y="165"/>
                    <a:pt x="445" y="14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15" name="Freeform 68">
              <a:extLst>
                <a:ext uri="{FF2B5EF4-FFF2-40B4-BE49-F238E27FC236}">
                  <a16:creationId xmlns:a16="http://schemas.microsoft.com/office/drawing/2014/main" id="{5B86DF35-8ABE-5280-2EFD-FB4132B05C70}"/>
                </a:ext>
              </a:extLst>
            </p:cNvPr>
            <p:cNvSpPr>
              <a:spLocks noEditPoints="1"/>
            </p:cNvSpPr>
            <p:nvPr userDrawn="1"/>
          </p:nvSpPr>
          <p:spPr bwMode="auto">
            <a:xfrm>
              <a:off x="6359526" y="3359151"/>
              <a:ext cx="206375" cy="220663"/>
            </a:xfrm>
            <a:custGeom>
              <a:avLst/>
              <a:gdLst>
                <a:gd name="T0" fmla="*/ 306 w 574"/>
                <a:gd name="T1" fmla="*/ 561 h 611"/>
                <a:gd name="T2" fmla="*/ 51 w 574"/>
                <a:gd name="T3" fmla="*/ 306 h 611"/>
                <a:gd name="T4" fmla="*/ 281 w 574"/>
                <a:gd name="T5" fmla="*/ 52 h 611"/>
                <a:gd name="T6" fmla="*/ 281 w 574"/>
                <a:gd name="T7" fmla="*/ 319 h 611"/>
                <a:gd name="T8" fmla="*/ 503 w 574"/>
                <a:gd name="T9" fmla="*/ 468 h 611"/>
                <a:gd name="T10" fmla="*/ 306 w 574"/>
                <a:gd name="T11" fmla="*/ 561 h 611"/>
                <a:gd name="T12" fmla="*/ 331 w 574"/>
                <a:gd name="T13" fmla="*/ 292 h 611"/>
                <a:gd name="T14" fmla="*/ 331 w 574"/>
                <a:gd name="T15" fmla="*/ 0 h 611"/>
                <a:gd name="T16" fmla="*/ 306 w 574"/>
                <a:gd name="T17" fmla="*/ 0 h 611"/>
                <a:gd name="T18" fmla="*/ 0 w 574"/>
                <a:gd name="T19" fmla="*/ 306 h 611"/>
                <a:gd name="T20" fmla="*/ 306 w 574"/>
                <a:gd name="T21" fmla="*/ 611 h 611"/>
                <a:gd name="T22" fmla="*/ 560 w 574"/>
                <a:gd name="T23" fmla="*/ 476 h 611"/>
                <a:gd name="T24" fmla="*/ 574 w 574"/>
                <a:gd name="T25" fmla="*/ 455 h 611"/>
                <a:gd name="T26" fmla="*/ 331 w 574"/>
                <a:gd name="T27" fmla="*/ 292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4" h="611">
                  <a:moveTo>
                    <a:pt x="306" y="561"/>
                  </a:moveTo>
                  <a:cubicBezTo>
                    <a:pt x="166" y="561"/>
                    <a:pt x="51" y="446"/>
                    <a:pt x="51" y="306"/>
                  </a:cubicBezTo>
                  <a:cubicBezTo>
                    <a:pt x="51" y="173"/>
                    <a:pt x="152" y="64"/>
                    <a:pt x="281" y="52"/>
                  </a:cubicBezTo>
                  <a:lnTo>
                    <a:pt x="281" y="319"/>
                  </a:lnTo>
                  <a:lnTo>
                    <a:pt x="503" y="468"/>
                  </a:lnTo>
                  <a:cubicBezTo>
                    <a:pt x="455" y="527"/>
                    <a:pt x="383" y="561"/>
                    <a:pt x="306" y="561"/>
                  </a:cubicBezTo>
                  <a:close/>
                  <a:moveTo>
                    <a:pt x="331" y="292"/>
                  </a:moveTo>
                  <a:lnTo>
                    <a:pt x="331" y="0"/>
                  </a:lnTo>
                  <a:lnTo>
                    <a:pt x="306" y="0"/>
                  </a:lnTo>
                  <a:cubicBezTo>
                    <a:pt x="138" y="0"/>
                    <a:pt x="0" y="137"/>
                    <a:pt x="0" y="306"/>
                  </a:cubicBezTo>
                  <a:cubicBezTo>
                    <a:pt x="0" y="474"/>
                    <a:pt x="138" y="611"/>
                    <a:pt x="306" y="611"/>
                  </a:cubicBezTo>
                  <a:cubicBezTo>
                    <a:pt x="408" y="611"/>
                    <a:pt x="503" y="561"/>
                    <a:pt x="560" y="476"/>
                  </a:cubicBezTo>
                  <a:lnTo>
                    <a:pt x="574" y="455"/>
                  </a:lnTo>
                  <a:lnTo>
                    <a:pt x="331" y="292"/>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16" name="Group 115">
            <a:extLst>
              <a:ext uri="{FF2B5EF4-FFF2-40B4-BE49-F238E27FC236}">
                <a16:creationId xmlns:a16="http://schemas.microsoft.com/office/drawing/2014/main" id="{00217314-9523-42A0-2C90-36377DC95B33}"/>
              </a:ext>
            </a:extLst>
          </p:cNvPr>
          <p:cNvGrpSpPr/>
          <p:nvPr/>
        </p:nvGrpSpPr>
        <p:grpSpPr>
          <a:xfrm>
            <a:off x="2543176" y="4062414"/>
            <a:ext cx="328613" cy="330200"/>
            <a:chOff x="2543176" y="4062414"/>
            <a:chExt cx="328613" cy="330200"/>
          </a:xfrm>
        </p:grpSpPr>
        <p:sp>
          <p:nvSpPr>
            <p:cNvPr id="117" name="Freeform 69">
              <a:extLst>
                <a:ext uri="{FF2B5EF4-FFF2-40B4-BE49-F238E27FC236}">
                  <a16:creationId xmlns:a16="http://schemas.microsoft.com/office/drawing/2014/main" id="{3108A744-98C4-AFA6-A893-2B2E99FAC55D}"/>
                </a:ext>
              </a:extLst>
            </p:cNvPr>
            <p:cNvSpPr>
              <a:spLocks noEditPoints="1"/>
            </p:cNvSpPr>
            <p:nvPr userDrawn="1"/>
          </p:nvSpPr>
          <p:spPr bwMode="auto">
            <a:xfrm>
              <a:off x="2543176" y="4062414"/>
              <a:ext cx="328613" cy="330200"/>
            </a:xfrm>
            <a:custGeom>
              <a:avLst/>
              <a:gdLst>
                <a:gd name="T0" fmla="*/ 849 w 911"/>
                <a:gd name="T1" fmla="*/ 289 h 917"/>
                <a:gd name="T2" fmla="*/ 63 w 911"/>
                <a:gd name="T3" fmla="*/ 289 h 917"/>
                <a:gd name="T4" fmla="*/ 63 w 911"/>
                <a:gd name="T5" fmla="*/ 148 h 917"/>
                <a:gd name="T6" fmla="*/ 185 w 911"/>
                <a:gd name="T7" fmla="*/ 148 h 917"/>
                <a:gd name="T8" fmla="*/ 185 w 911"/>
                <a:gd name="T9" fmla="*/ 208 h 917"/>
                <a:gd name="T10" fmla="*/ 247 w 911"/>
                <a:gd name="T11" fmla="*/ 208 h 917"/>
                <a:gd name="T12" fmla="*/ 247 w 911"/>
                <a:gd name="T13" fmla="*/ 148 h 917"/>
                <a:gd name="T14" fmla="*/ 419 w 911"/>
                <a:gd name="T15" fmla="*/ 148 h 917"/>
                <a:gd name="T16" fmla="*/ 419 w 911"/>
                <a:gd name="T17" fmla="*/ 208 h 917"/>
                <a:gd name="T18" fmla="*/ 481 w 911"/>
                <a:gd name="T19" fmla="*/ 208 h 917"/>
                <a:gd name="T20" fmla="*/ 481 w 911"/>
                <a:gd name="T21" fmla="*/ 148 h 917"/>
                <a:gd name="T22" fmla="*/ 653 w 911"/>
                <a:gd name="T23" fmla="*/ 148 h 917"/>
                <a:gd name="T24" fmla="*/ 653 w 911"/>
                <a:gd name="T25" fmla="*/ 208 h 917"/>
                <a:gd name="T26" fmla="*/ 715 w 911"/>
                <a:gd name="T27" fmla="*/ 208 h 917"/>
                <a:gd name="T28" fmla="*/ 715 w 911"/>
                <a:gd name="T29" fmla="*/ 148 h 917"/>
                <a:gd name="T30" fmla="*/ 849 w 911"/>
                <a:gd name="T31" fmla="*/ 148 h 917"/>
                <a:gd name="T32" fmla="*/ 849 w 911"/>
                <a:gd name="T33" fmla="*/ 289 h 917"/>
                <a:gd name="T34" fmla="*/ 849 w 911"/>
                <a:gd name="T35" fmla="*/ 854 h 917"/>
                <a:gd name="T36" fmla="*/ 63 w 911"/>
                <a:gd name="T37" fmla="*/ 854 h 917"/>
                <a:gd name="T38" fmla="*/ 63 w 911"/>
                <a:gd name="T39" fmla="*/ 351 h 917"/>
                <a:gd name="T40" fmla="*/ 849 w 911"/>
                <a:gd name="T41" fmla="*/ 351 h 917"/>
                <a:gd name="T42" fmla="*/ 849 w 911"/>
                <a:gd name="T43" fmla="*/ 854 h 917"/>
                <a:gd name="T44" fmla="*/ 715 w 911"/>
                <a:gd name="T45" fmla="*/ 86 h 917"/>
                <a:gd name="T46" fmla="*/ 715 w 911"/>
                <a:gd name="T47" fmla="*/ 0 h 917"/>
                <a:gd name="T48" fmla="*/ 653 w 911"/>
                <a:gd name="T49" fmla="*/ 0 h 917"/>
                <a:gd name="T50" fmla="*/ 653 w 911"/>
                <a:gd name="T51" fmla="*/ 86 h 917"/>
                <a:gd name="T52" fmla="*/ 481 w 911"/>
                <a:gd name="T53" fmla="*/ 86 h 917"/>
                <a:gd name="T54" fmla="*/ 481 w 911"/>
                <a:gd name="T55" fmla="*/ 0 h 917"/>
                <a:gd name="T56" fmla="*/ 419 w 911"/>
                <a:gd name="T57" fmla="*/ 0 h 917"/>
                <a:gd name="T58" fmla="*/ 419 w 911"/>
                <a:gd name="T59" fmla="*/ 86 h 917"/>
                <a:gd name="T60" fmla="*/ 247 w 911"/>
                <a:gd name="T61" fmla="*/ 86 h 917"/>
                <a:gd name="T62" fmla="*/ 247 w 911"/>
                <a:gd name="T63" fmla="*/ 0 h 917"/>
                <a:gd name="T64" fmla="*/ 185 w 911"/>
                <a:gd name="T65" fmla="*/ 0 h 917"/>
                <a:gd name="T66" fmla="*/ 185 w 911"/>
                <a:gd name="T67" fmla="*/ 86 h 917"/>
                <a:gd name="T68" fmla="*/ 0 w 911"/>
                <a:gd name="T69" fmla="*/ 86 h 917"/>
                <a:gd name="T70" fmla="*/ 0 w 911"/>
                <a:gd name="T71" fmla="*/ 917 h 917"/>
                <a:gd name="T72" fmla="*/ 911 w 911"/>
                <a:gd name="T73" fmla="*/ 917 h 917"/>
                <a:gd name="T74" fmla="*/ 911 w 911"/>
                <a:gd name="T75" fmla="*/ 86 h 917"/>
                <a:gd name="T76" fmla="*/ 715 w 911"/>
                <a:gd name="T77" fmla="*/ 86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11" h="917">
                  <a:moveTo>
                    <a:pt x="849" y="289"/>
                  </a:moveTo>
                  <a:lnTo>
                    <a:pt x="63" y="289"/>
                  </a:lnTo>
                  <a:lnTo>
                    <a:pt x="63" y="148"/>
                  </a:lnTo>
                  <a:lnTo>
                    <a:pt x="185" y="148"/>
                  </a:lnTo>
                  <a:lnTo>
                    <a:pt x="185" y="208"/>
                  </a:lnTo>
                  <a:lnTo>
                    <a:pt x="247" y="208"/>
                  </a:lnTo>
                  <a:lnTo>
                    <a:pt x="247" y="148"/>
                  </a:lnTo>
                  <a:lnTo>
                    <a:pt x="419" y="148"/>
                  </a:lnTo>
                  <a:lnTo>
                    <a:pt x="419" y="208"/>
                  </a:lnTo>
                  <a:lnTo>
                    <a:pt x="481" y="208"/>
                  </a:lnTo>
                  <a:lnTo>
                    <a:pt x="481" y="148"/>
                  </a:lnTo>
                  <a:lnTo>
                    <a:pt x="653" y="148"/>
                  </a:lnTo>
                  <a:lnTo>
                    <a:pt x="653" y="208"/>
                  </a:lnTo>
                  <a:lnTo>
                    <a:pt x="715" y="208"/>
                  </a:lnTo>
                  <a:lnTo>
                    <a:pt x="715" y="148"/>
                  </a:lnTo>
                  <a:lnTo>
                    <a:pt x="849" y="148"/>
                  </a:lnTo>
                  <a:lnTo>
                    <a:pt x="849" y="289"/>
                  </a:lnTo>
                  <a:close/>
                  <a:moveTo>
                    <a:pt x="849" y="854"/>
                  </a:moveTo>
                  <a:lnTo>
                    <a:pt x="63" y="854"/>
                  </a:lnTo>
                  <a:lnTo>
                    <a:pt x="63" y="351"/>
                  </a:lnTo>
                  <a:lnTo>
                    <a:pt x="849" y="351"/>
                  </a:lnTo>
                  <a:lnTo>
                    <a:pt x="849" y="854"/>
                  </a:lnTo>
                  <a:close/>
                  <a:moveTo>
                    <a:pt x="715" y="86"/>
                  </a:moveTo>
                  <a:lnTo>
                    <a:pt x="715" y="0"/>
                  </a:lnTo>
                  <a:lnTo>
                    <a:pt x="653" y="0"/>
                  </a:lnTo>
                  <a:lnTo>
                    <a:pt x="653" y="86"/>
                  </a:lnTo>
                  <a:lnTo>
                    <a:pt x="481" y="86"/>
                  </a:lnTo>
                  <a:lnTo>
                    <a:pt x="481" y="0"/>
                  </a:lnTo>
                  <a:lnTo>
                    <a:pt x="419" y="0"/>
                  </a:lnTo>
                  <a:lnTo>
                    <a:pt x="419" y="86"/>
                  </a:lnTo>
                  <a:lnTo>
                    <a:pt x="247" y="86"/>
                  </a:lnTo>
                  <a:lnTo>
                    <a:pt x="247" y="0"/>
                  </a:lnTo>
                  <a:lnTo>
                    <a:pt x="185" y="0"/>
                  </a:lnTo>
                  <a:lnTo>
                    <a:pt x="185" y="86"/>
                  </a:lnTo>
                  <a:lnTo>
                    <a:pt x="0" y="86"/>
                  </a:lnTo>
                  <a:lnTo>
                    <a:pt x="0" y="917"/>
                  </a:lnTo>
                  <a:lnTo>
                    <a:pt x="911" y="917"/>
                  </a:lnTo>
                  <a:lnTo>
                    <a:pt x="911" y="86"/>
                  </a:lnTo>
                  <a:lnTo>
                    <a:pt x="715" y="86"/>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18" name="Rectangle 70">
              <a:extLst>
                <a:ext uri="{FF2B5EF4-FFF2-40B4-BE49-F238E27FC236}">
                  <a16:creationId xmlns:a16="http://schemas.microsoft.com/office/drawing/2014/main" id="{0992CBB3-C5F1-7392-6784-B9BBEF56E92D}"/>
                </a:ext>
              </a:extLst>
            </p:cNvPr>
            <p:cNvSpPr>
              <a:spLocks noChangeArrowheads="1"/>
            </p:cNvSpPr>
            <p:nvPr userDrawn="1"/>
          </p:nvSpPr>
          <p:spPr bwMode="auto">
            <a:xfrm>
              <a:off x="2644776" y="4224339"/>
              <a:ext cx="30163"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19" name="Rectangle 71">
              <a:extLst>
                <a:ext uri="{FF2B5EF4-FFF2-40B4-BE49-F238E27FC236}">
                  <a16:creationId xmlns:a16="http://schemas.microsoft.com/office/drawing/2014/main" id="{E74170A6-1F8A-2A8D-BAC9-3C47EFCF6D17}"/>
                </a:ext>
              </a:extLst>
            </p:cNvPr>
            <p:cNvSpPr>
              <a:spLocks noChangeArrowheads="1"/>
            </p:cNvSpPr>
            <p:nvPr userDrawn="1"/>
          </p:nvSpPr>
          <p:spPr bwMode="auto">
            <a:xfrm>
              <a:off x="2697163" y="4224339"/>
              <a:ext cx="28575"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0" name="Rectangle 72">
              <a:extLst>
                <a:ext uri="{FF2B5EF4-FFF2-40B4-BE49-F238E27FC236}">
                  <a16:creationId xmlns:a16="http://schemas.microsoft.com/office/drawing/2014/main" id="{CB0E98DB-5C21-0717-6E33-1DDCC69348D6}"/>
                </a:ext>
              </a:extLst>
            </p:cNvPr>
            <p:cNvSpPr>
              <a:spLocks noChangeArrowheads="1"/>
            </p:cNvSpPr>
            <p:nvPr userDrawn="1"/>
          </p:nvSpPr>
          <p:spPr bwMode="auto">
            <a:xfrm>
              <a:off x="2747963" y="4224339"/>
              <a:ext cx="28575"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1" name="Rectangle 73">
              <a:extLst>
                <a:ext uri="{FF2B5EF4-FFF2-40B4-BE49-F238E27FC236}">
                  <a16:creationId xmlns:a16="http://schemas.microsoft.com/office/drawing/2014/main" id="{616290C7-BD52-B5D2-BCE4-68D65DF82C6B}"/>
                </a:ext>
              </a:extLst>
            </p:cNvPr>
            <p:cNvSpPr>
              <a:spLocks noChangeArrowheads="1"/>
            </p:cNvSpPr>
            <p:nvPr userDrawn="1"/>
          </p:nvSpPr>
          <p:spPr bwMode="auto">
            <a:xfrm>
              <a:off x="2798763" y="4224339"/>
              <a:ext cx="30163"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2" name="Rectangle 74">
              <a:extLst>
                <a:ext uri="{FF2B5EF4-FFF2-40B4-BE49-F238E27FC236}">
                  <a16:creationId xmlns:a16="http://schemas.microsoft.com/office/drawing/2014/main" id="{7276BFB2-04D1-FC5D-0B53-A1F9289A0D50}"/>
                </a:ext>
              </a:extLst>
            </p:cNvPr>
            <p:cNvSpPr>
              <a:spLocks noChangeArrowheads="1"/>
            </p:cNvSpPr>
            <p:nvPr userDrawn="1"/>
          </p:nvSpPr>
          <p:spPr bwMode="auto">
            <a:xfrm>
              <a:off x="2592388" y="4271964"/>
              <a:ext cx="28575" cy="1746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3" name="Rectangle 75">
              <a:extLst>
                <a:ext uri="{FF2B5EF4-FFF2-40B4-BE49-F238E27FC236}">
                  <a16:creationId xmlns:a16="http://schemas.microsoft.com/office/drawing/2014/main" id="{51E08C94-A2AE-E015-A230-CF34D7ABE01A}"/>
                </a:ext>
              </a:extLst>
            </p:cNvPr>
            <p:cNvSpPr>
              <a:spLocks noChangeArrowheads="1"/>
            </p:cNvSpPr>
            <p:nvPr userDrawn="1"/>
          </p:nvSpPr>
          <p:spPr bwMode="auto">
            <a:xfrm>
              <a:off x="2644776" y="4271964"/>
              <a:ext cx="30163" cy="1746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4" name="Rectangle 76">
              <a:extLst>
                <a:ext uri="{FF2B5EF4-FFF2-40B4-BE49-F238E27FC236}">
                  <a16:creationId xmlns:a16="http://schemas.microsoft.com/office/drawing/2014/main" id="{46F66F8E-45A0-F4A8-C2C1-1B396CDCC339}"/>
                </a:ext>
              </a:extLst>
            </p:cNvPr>
            <p:cNvSpPr>
              <a:spLocks noChangeArrowheads="1"/>
            </p:cNvSpPr>
            <p:nvPr userDrawn="1"/>
          </p:nvSpPr>
          <p:spPr bwMode="auto">
            <a:xfrm>
              <a:off x="2697163" y="4271964"/>
              <a:ext cx="28575" cy="1746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5" name="Rectangle 77">
              <a:extLst>
                <a:ext uri="{FF2B5EF4-FFF2-40B4-BE49-F238E27FC236}">
                  <a16:creationId xmlns:a16="http://schemas.microsoft.com/office/drawing/2014/main" id="{6D81148D-B842-3625-C82C-B9D42BA999FB}"/>
                </a:ext>
              </a:extLst>
            </p:cNvPr>
            <p:cNvSpPr>
              <a:spLocks noChangeArrowheads="1"/>
            </p:cNvSpPr>
            <p:nvPr userDrawn="1"/>
          </p:nvSpPr>
          <p:spPr bwMode="auto">
            <a:xfrm>
              <a:off x="2747963" y="4271964"/>
              <a:ext cx="28575" cy="1746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6" name="Rectangle 78">
              <a:extLst>
                <a:ext uri="{FF2B5EF4-FFF2-40B4-BE49-F238E27FC236}">
                  <a16:creationId xmlns:a16="http://schemas.microsoft.com/office/drawing/2014/main" id="{A5B4FA81-87A8-E39C-D9C7-0B806F223A63}"/>
                </a:ext>
              </a:extLst>
            </p:cNvPr>
            <p:cNvSpPr>
              <a:spLocks noChangeArrowheads="1"/>
            </p:cNvSpPr>
            <p:nvPr userDrawn="1"/>
          </p:nvSpPr>
          <p:spPr bwMode="auto">
            <a:xfrm>
              <a:off x="2798763" y="4271964"/>
              <a:ext cx="30163" cy="17463"/>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7" name="Rectangle 79">
              <a:extLst>
                <a:ext uri="{FF2B5EF4-FFF2-40B4-BE49-F238E27FC236}">
                  <a16:creationId xmlns:a16="http://schemas.microsoft.com/office/drawing/2014/main" id="{2BE106A7-D81D-8AC4-F963-6DAB1E2002B8}"/>
                </a:ext>
              </a:extLst>
            </p:cNvPr>
            <p:cNvSpPr>
              <a:spLocks noChangeArrowheads="1"/>
            </p:cNvSpPr>
            <p:nvPr userDrawn="1"/>
          </p:nvSpPr>
          <p:spPr bwMode="auto">
            <a:xfrm>
              <a:off x="2592388" y="4318001"/>
              <a:ext cx="28575"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8" name="Rectangle 80">
              <a:extLst>
                <a:ext uri="{FF2B5EF4-FFF2-40B4-BE49-F238E27FC236}">
                  <a16:creationId xmlns:a16="http://schemas.microsoft.com/office/drawing/2014/main" id="{CC6A651E-B563-50AA-58F8-23900E0B2647}"/>
                </a:ext>
              </a:extLst>
            </p:cNvPr>
            <p:cNvSpPr>
              <a:spLocks noChangeArrowheads="1"/>
            </p:cNvSpPr>
            <p:nvPr userDrawn="1"/>
          </p:nvSpPr>
          <p:spPr bwMode="auto">
            <a:xfrm>
              <a:off x="2644776" y="4318001"/>
              <a:ext cx="30163"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29" name="Rectangle 81">
              <a:extLst>
                <a:ext uri="{FF2B5EF4-FFF2-40B4-BE49-F238E27FC236}">
                  <a16:creationId xmlns:a16="http://schemas.microsoft.com/office/drawing/2014/main" id="{3370B00A-5549-61DB-425F-078A129722E4}"/>
                </a:ext>
              </a:extLst>
            </p:cNvPr>
            <p:cNvSpPr>
              <a:spLocks noChangeArrowheads="1"/>
            </p:cNvSpPr>
            <p:nvPr userDrawn="1"/>
          </p:nvSpPr>
          <p:spPr bwMode="auto">
            <a:xfrm>
              <a:off x="2697163" y="4318001"/>
              <a:ext cx="28575" cy="19050"/>
            </a:xfrm>
            <a:prstGeom prst="rect">
              <a:avLst/>
            </a:prstGeom>
            <a:solidFill>
              <a:srgbClr val="2E333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30" name="Group 129">
            <a:extLst>
              <a:ext uri="{FF2B5EF4-FFF2-40B4-BE49-F238E27FC236}">
                <a16:creationId xmlns:a16="http://schemas.microsoft.com/office/drawing/2014/main" id="{230E509D-29F7-0478-CDDE-1DF4829BB875}"/>
              </a:ext>
            </a:extLst>
          </p:cNvPr>
          <p:cNvGrpSpPr/>
          <p:nvPr/>
        </p:nvGrpSpPr>
        <p:grpSpPr>
          <a:xfrm>
            <a:off x="3500438" y="4060826"/>
            <a:ext cx="334963" cy="334963"/>
            <a:chOff x="3500438" y="4060826"/>
            <a:chExt cx="334963" cy="334963"/>
          </a:xfrm>
        </p:grpSpPr>
        <p:sp>
          <p:nvSpPr>
            <p:cNvPr id="131" name="Freeform 82">
              <a:extLst>
                <a:ext uri="{FF2B5EF4-FFF2-40B4-BE49-F238E27FC236}">
                  <a16:creationId xmlns:a16="http://schemas.microsoft.com/office/drawing/2014/main" id="{1A3A65D3-59FE-2F36-EDF3-E52BE588B120}"/>
                </a:ext>
              </a:extLst>
            </p:cNvPr>
            <p:cNvSpPr>
              <a:spLocks noEditPoints="1"/>
            </p:cNvSpPr>
            <p:nvPr userDrawn="1"/>
          </p:nvSpPr>
          <p:spPr bwMode="auto">
            <a:xfrm>
              <a:off x="3500438" y="4060826"/>
              <a:ext cx="334963" cy="334963"/>
            </a:xfrm>
            <a:custGeom>
              <a:avLst/>
              <a:gdLst>
                <a:gd name="T0" fmla="*/ 745 w 927"/>
                <a:gd name="T1" fmla="*/ 745 h 927"/>
                <a:gd name="T2" fmla="*/ 464 w 927"/>
                <a:gd name="T3" fmla="*/ 862 h 927"/>
                <a:gd name="T4" fmla="*/ 65 w 927"/>
                <a:gd name="T5" fmla="*/ 463 h 927"/>
                <a:gd name="T6" fmla="*/ 182 w 927"/>
                <a:gd name="T7" fmla="*/ 182 h 927"/>
                <a:gd name="T8" fmla="*/ 464 w 927"/>
                <a:gd name="T9" fmla="*/ 65 h 927"/>
                <a:gd name="T10" fmla="*/ 745 w 927"/>
                <a:gd name="T11" fmla="*/ 182 h 927"/>
                <a:gd name="T12" fmla="*/ 862 w 927"/>
                <a:gd name="T13" fmla="*/ 463 h 927"/>
                <a:gd name="T14" fmla="*/ 745 w 927"/>
                <a:gd name="T15" fmla="*/ 745 h 927"/>
                <a:gd name="T16" fmla="*/ 792 w 927"/>
                <a:gd name="T17" fmla="*/ 136 h 927"/>
                <a:gd name="T18" fmla="*/ 464 w 927"/>
                <a:gd name="T19" fmla="*/ 0 h 927"/>
                <a:gd name="T20" fmla="*/ 0 w 927"/>
                <a:gd name="T21" fmla="*/ 463 h 927"/>
                <a:gd name="T22" fmla="*/ 464 w 927"/>
                <a:gd name="T23" fmla="*/ 927 h 927"/>
                <a:gd name="T24" fmla="*/ 792 w 927"/>
                <a:gd name="T25" fmla="*/ 791 h 927"/>
                <a:gd name="T26" fmla="*/ 927 w 927"/>
                <a:gd name="T27" fmla="*/ 463 h 927"/>
                <a:gd name="T28" fmla="*/ 792 w 927"/>
                <a:gd name="T29" fmla="*/ 136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7" h="927">
                  <a:moveTo>
                    <a:pt x="745" y="745"/>
                  </a:moveTo>
                  <a:cubicBezTo>
                    <a:pt x="670" y="820"/>
                    <a:pt x="570" y="862"/>
                    <a:pt x="464" y="862"/>
                  </a:cubicBezTo>
                  <a:cubicBezTo>
                    <a:pt x="244" y="862"/>
                    <a:pt x="65" y="683"/>
                    <a:pt x="65" y="463"/>
                  </a:cubicBezTo>
                  <a:cubicBezTo>
                    <a:pt x="65" y="357"/>
                    <a:pt x="107" y="257"/>
                    <a:pt x="182" y="182"/>
                  </a:cubicBezTo>
                  <a:cubicBezTo>
                    <a:pt x="257" y="106"/>
                    <a:pt x="358" y="65"/>
                    <a:pt x="464" y="65"/>
                  </a:cubicBezTo>
                  <a:cubicBezTo>
                    <a:pt x="570" y="65"/>
                    <a:pt x="670" y="106"/>
                    <a:pt x="745" y="182"/>
                  </a:cubicBezTo>
                  <a:cubicBezTo>
                    <a:pt x="821" y="257"/>
                    <a:pt x="862" y="357"/>
                    <a:pt x="862" y="463"/>
                  </a:cubicBezTo>
                  <a:cubicBezTo>
                    <a:pt x="862" y="570"/>
                    <a:pt x="821" y="670"/>
                    <a:pt x="745" y="745"/>
                  </a:cubicBezTo>
                  <a:close/>
                  <a:moveTo>
                    <a:pt x="792" y="136"/>
                  </a:moveTo>
                  <a:cubicBezTo>
                    <a:pt x="704" y="48"/>
                    <a:pt x="587" y="0"/>
                    <a:pt x="464" y="0"/>
                  </a:cubicBezTo>
                  <a:cubicBezTo>
                    <a:pt x="208" y="0"/>
                    <a:pt x="0" y="208"/>
                    <a:pt x="0" y="463"/>
                  </a:cubicBezTo>
                  <a:cubicBezTo>
                    <a:pt x="0" y="719"/>
                    <a:pt x="208" y="927"/>
                    <a:pt x="464" y="927"/>
                  </a:cubicBezTo>
                  <a:cubicBezTo>
                    <a:pt x="587" y="927"/>
                    <a:pt x="704" y="879"/>
                    <a:pt x="792" y="791"/>
                  </a:cubicBezTo>
                  <a:cubicBezTo>
                    <a:pt x="879" y="703"/>
                    <a:pt x="927" y="587"/>
                    <a:pt x="927" y="463"/>
                  </a:cubicBezTo>
                  <a:cubicBezTo>
                    <a:pt x="927" y="340"/>
                    <a:pt x="879" y="223"/>
                    <a:pt x="792" y="136"/>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32" name="Freeform 83">
              <a:extLst>
                <a:ext uri="{FF2B5EF4-FFF2-40B4-BE49-F238E27FC236}">
                  <a16:creationId xmlns:a16="http://schemas.microsoft.com/office/drawing/2014/main" id="{9F81080A-3AEA-915B-72D6-C077E2646124}"/>
                </a:ext>
              </a:extLst>
            </p:cNvPr>
            <p:cNvSpPr>
              <a:spLocks noEditPoints="1"/>
            </p:cNvSpPr>
            <p:nvPr userDrawn="1"/>
          </p:nvSpPr>
          <p:spPr bwMode="auto">
            <a:xfrm>
              <a:off x="3568701" y="4127501"/>
              <a:ext cx="198438" cy="198438"/>
            </a:xfrm>
            <a:custGeom>
              <a:avLst/>
              <a:gdLst>
                <a:gd name="T0" fmla="*/ 322 w 550"/>
                <a:gd name="T1" fmla="*/ 323 h 548"/>
                <a:gd name="T2" fmla="*/ 115 w 550"/>
                <a:gd name="T3" fmla="*/ 435 h 548"/>
                <a:gd name="T4" fmla="*/ 227 w 550"/>
                <a:gd name="T5" fmla="*/ 228 h 548"/>
                <a:gd name="T6" fmla="*/ 434 w 550"/>
                <a:gd name="T7" fmla="*/ 116 h 548"/>
                <a:gd name="T8" fmla="*/ 322 w 550"/>
                <a:gd name="T9" fmla="*/ 323 h 548"/>
                <a:gd name="T10" fmla="*/ 499 w 550"/>
                <a:gd name="T11" fmla="*/ 7 h 548"/>
                <a:gd name="T12" fmla="*/ 187 w 550"/>
                <a:gd name="T13" fmla="*/ 175 h 548"/>
                <a:gd name="T14" fmla="*/ 174 w 550"/>
                <a:gd name="T15" fmla="*/ 188 h 548"/>
                <a:gd name="T16" fmla="*/ 7 w 550"/>
                <a:gd name="T17" fmla="*/ 500 h 548"/>
                <a:gd name="T18" fmla="*/ 12 w 550"/>
                <a:gd name="T19" fmla="*/ 538 h 548"/>
                <a:gd name="T20" fmla="*/ 35 w 550"/>
                <a:gd name="T21" fmla="*/ 548 h 548"/>
                <a:gd name="T22" fmla="*/ 51 w 550"/>
                <a:gd name="T23" fmla="*/ 544 h 548"/>
                <a:gd name="T24" fmla="*/ 362 w 550"/>
                <a:gd name="T25" fmla="*/ 376 h 548"/>
                <a:gd name="T26" fmla="*/ 375 w 550"/>
                <a:gd name="T27" fmla="*/ 363 h 548"/>
                <a:gd name="T28" fmla="*/ 543 w 550"/>
                <a:gd name="T29" fmla="*/ 51 h 548"/>
                <a:gd name="T30" fmla="*/ 537 w 550"/>
                <a:gd name="T31" fmla="*/ 13 h 548"/>
                <a:gd name="T32" fmla="*/ 499 w 550"/>
                <a:gd name="T33" fmla="*/ 7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0" h="548">
                  <a:moveTo>
                    <a:pt x="322" y="323"/>
                  </a:moveTo>
                  <a:lnTo>
                    <a:pt x="115" y="435"/>
                  </a:lnTo>
                  <a:lnTo>
                    <a:pt x="227" y="228"/>
                  </a:lnTo>
                  <a:lnTo>
                    <a:pt x="434" y="116"/>
                  </a:lnTo>
                  <a:lnTo>
                    <a:pt x="322" y="323"/>
                  </a:lnTo>
                  <a:close/>
                  <a:moveTo>
                    <a:pt x="499" y="7"/>
                  </a:moveTo>
                  <a:lnTo>
                    <a:pt x="187" y="175"/>
                  </a:lnTo>
                  <a:cubicBezTo>
                    <a:pt x="182" y="178"/>
                    <a:pt x="177" y="183"/>
                    <a:pt x="174" y="188"/>
                  </a:cubicBezTo>
                  <a:lnTo>
                    <a:pt x="7" y="500"/>
                  </a:lnTo>
                  <a:cubicBezTo>
                    <a:pt x="0" y="512"/>
                    <a:pt x="2" y="528"/>
                    <a:pt x="12" y="538"/>
                  </a:cubicBezTo>
                  <a:cubicBezTo>
                    <a:pt x="18" y="544"/>
                    <a:pt x="26" y="548"/>
                    <a:pt x="35" y="548"/>
                  </a:cubicBezTo>
                  <a:cubicBezTo>
                    <a:pt x="41" y="548"/>
                    <a:pt x="46" y="546"/>
                    <a:pt x="51" y="544"/>
                  </a:cubicBezTo>
                  <a:lnTo>
                    <a:pt x="362" y="376"/>
                  </a:lnTo>
                  <a:cubicBezTo>
                    <a:pt x="367" y="373"/>
                    <a:pt x="372" y="368"/>
                    <a:pt x="375" y="363"/>
                  </a:cubicBezTo>
                  <a:lnTo>
                    <a:pt x="543" y="51"/>
                  </a:lnTo>
                  <a:cubicBezTo>
                    <a:pt x="550" y="39"/>
                    <a:pt x="547" y="23"/>
                    <a:pt x="537" y="13"/>
                  </a:cubicBezTo>
                  <a:cubicBezTo>
                    <a:pt x="527" y="3"/>
                    <a:pt x="511" y="0"/>
                    <a:pt x="499" y="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33" name="Freeform 84">
              <a:extLst>
                <a:ext uri="{FF2B5EF4-FFF2-40B4-BE49-F238E27FC236}">
                  <a16:creationId xmlns:a16="http://schemas.microsoft.com/office/drawing/2014/main" id="{A1BC321E-2A2F-CAEC-AD38-509BFD1FA1B0}"/>
                </a:ext>
              </a:extLst>
            </p:cNvPr>
            <p:cNvSpPr>
              <a:spLocks/>
            </p:cNvSpPr>
            <p:nvPr userDrawn="1"/>
          </p:nvSpPr>
          <p:spPr bwMode="auto">
            <a:xfrm>
              <a:off x="3656013" y="4086226"/>
              <a:ext cx="23813" cy="41275"/>
            </a:xfrm>
            <a:custGeom>
              <a:avLst/>
              <a:gdLst>
                <a:gd name="T0" fmla="*/ 33 w 65"/>
                <a:gd name="T1" fmla="*/ 113 h 113"/>
                <a:gd name="T2" fmla="*/ 65 w 65"/>
                <a:gd name="T3" fmla="*/ 80 h 113"/>
                <a:gd name="T4" fmla="*/ 65 w 65"/>
                <a:gd name="T5" fmla="*/ 32 h 113"/>
                <a:gd name="T6" fmla="*/ 33 w 65"/>
                <a:gd name="T7" fmla="*/ 0 h 113"/>
                <a:gd name="T8" fmla="*/ 0 w 65"/>
                <a:gd name="T9" fmla="*/ 32 h 113"/>
                <a:gd name="T10" fmla="*/ 0 w 65"/>
                <a:gd name="T11" fmla="*/ 80 h 113"/>
                <a:gd name="T12" fmla="*/ 33 w 65"/>
                <a:gd name="T13" fmla="*/ 113 h 113"/>
              </a:gdLst>
              <a:ahLst/>
              <a:cxnLst>
                <a:cxn ang="0">
                  <a:pos x="T0" y="T1"/>
                </a:cxn>
                <a:cxn ang="0">
                  <a:pos x="T2" y="T3"/>
                </a:cxn>
                <a:cxn ang="0">
                  <a:pos x="T4" y="T5"/>
                </a:cxn>
                <a:cxn ang="0">
                  <a:pos x="T6" y="T7"/>
                </a:cxn>
                <a:cxn ang="0">
                  <a:pos x="T8" y="T9"/>
                </a:cxn>
                <a:cxn ang="0">
                  <a:pos x="T10" y="T11"/>
                </a:cxn>
                <a:cxn ang="0">
                  <a:pos x="T12" y="T13"/>
                </a:cxn>
              </a:cxnLst>
              <a:rect l="0" t="0" r="r" b="b"/>
              <a:pathLst>
                <a:path w="65" h="113">
                  <a:moveTo>
                    <a:pt x="33" y="113"/>
                  </a:moveTo>
                  <a:cubicBezTo>
                    <a:pt x="51" y="113"/>
                    <a:pt x="65" y="98"/>
                    <a:pt x="65" y="80"/>
                  </a:cubicBezTo>
                  <a:lnTo>
                    <a:pt x="65" y="32"/>
                  </a:lnTo>
                  <a:cubicBezTo>
                    <a:pt x="65" y="14"/>
                    <a:pt x="51" y="0"/>
                    <a:pt x="33" y="0"/>
                  </a:cubicBezTo>
                  <a:cubicBezTo>
                    <a:pt x="15" y="0"/>
                    <a:pt x="0" y="14"/>
                    <a:pt x="0" y="32"/>
                  </a:cubicBezTo>
                  <a:lnTo>
                    <a:pt x="0" y="80"/>
                  </a:lnTo>
                  <a:cubicBezTo>
                    <a:pt x="0" y="98"/>
                    <a:pt x="15" y="113"/>
                    <a:pt x="33" y="11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34" name="Freeform 85">
              <a:extLst>
                <a:ext uri="{FF2B5EF4-FFF2-40B4-BE49-F238E27FC236}">
                  <a16:creationId xmlns:a16="http://schemas.microsoft.com/office/drawing/2014/main" id="{7AFC40B8-FFED-CDE4-D726-51C1E8904945}"/>
                </a:ext>
              </a:extLst>
            </p:cNvPr>
            <p:cNvSpPr>
              <a:spLocks/>
            </p:cNvSpPr>
            <p:nvPr userDrawn="1"/>
          </p:nvSpPr>
          <p:spPr bwMode="auto">
            <a:xfrm>
              <a:off x="3656013" y="4327526"/>
              <a:ext cx="23813" cy="41275"/>
            </a:xfrm>
            <a:custGeom>
              <a:avLst/>
              <a:gdLst>
                <a:gd name="T0" fmla="*/ 33 w 65"/>
                <a:gd name="T1" fmla="*/ 0 h 113"/>
                <a:gd name="T2" fmla="*/ 0 w 65"/>
                <a:gd name="T3" fmla="*/ 33 h 113"/>
                <a:gd name="T4" fmla="*/ 0 w 65"/>
                <a:gd name="T5" fmla="*/ 81 h 113"/>
                <a:gd name="T6" fmla="*/ 33 w 65"/>
                <a:gd name="T7" fmla="*/ 113 h 113"/>
                <a:gd name="T8" fmla="*/ 65 w 65"/>
                <a:gd name="T9" fmla="*/ 81 h 113"/>
                <a:gd name="T10" fmla="*/ 65 w 65"/>
                <a:gd name="T11" fmla="*/ 33 h 113"/>
                <a:gd name="T12" fmla="*/ 33 w 65"/>
                <a:gd name="T13" fmla="*/ 0 h 113"/>
              </a:gdLst>
              <a:ahLst/>
              <a:cxnLst>
                <a:cxn ang="0">
                  <a:pos x="T0" y="T1"/>
                </a:cxn>
                <a:cxn ang="0">
                  <a:pos x="T2" y="T3"/>
                </a:cxn>
                <a:cxn ang="0">
                  <a:pos x="T4" y="T5"/>
                </a:cxn>
                <a:cxn ang="0">
                  <a:pos x="T6" y="T7"/>
                </a:cxn>
                <a:cxn ang="0">
                  <a:pos x="T8" y="T9"/>
                </a:cxn>
                <a:cxn ang="0">
                  <a:pos x="T10" y="T11"/>
                </a:cxn>
                <a:cxn ang="0">
                  <a:pos x="T12" y="T13"/>
                </a:cxn>
              </a:cxnLst>
              <a:rect l="0" t="0" r="r" b="b"/>
              <a:pathLst>
                <a:path w="65" h="113">
                  <a:moveTo>
                    <a:pt x="33" y="0"/>
                  </a:moveTo>
                  <a:cubicBezTo>
                    <a:pt x="15" y="0"/>
                    <a:pt x="0" y="15"/>
                    <a:pt x="0" y="33"/>
                  </a:cubicBezTo>
                  <a:lnTo>
                    <a:pt x="0" y="81"/>
                  </a:lnTo>
                  <a:cubicBezTo>
                    <a:pt x="0" y="99"/>
                    <a:pt x="15" y="113"/>
                    <a:pt x="33" y="113"/>
                  </a:cubicBezTo>
                  <a:cubicBezTo>
                    <a:pt x="51" y="113"/>
                    <a:pt x="65" y="99"/>
                    <a:pt x="65" y="81"/>
                  </a:cubicBezTo>
                  <a:lnTo>
                    <a:pt x="65" y="33"/>
                  </a:lnTo>
                  <a:cubicBezTo>
                    <a:pt x="65" y="15"/>
                    <a:pt x="51" y="0"/>
                    <a:pt x="33"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35" name="Freeform 86">
              <a:extLst>
                <a:ext uri="{FF2B5EF4-FFF2-40B4-BE49-F238E27FC236}">
                  <a16:creationId xmlns:a16="http://schemas.microsoft.com/office/drawing/2014/main" id="{4F3DF07D-DB03-5D63-7B45-5A7D2A6BFEFE}"/>
                </a:ext>
              </a:extLst>
            </p:cNvPr>
            <p:cNvSpPr>
              <a:spLocks/>
            </p:cNvSpPr>
            <p:nvPr userDrawn="1"/>
          </p:nvSpPr>
          <p:spPr bwMode="auto">
            <a:xfrm>
              <a:off x="3527426" y="4216401"/>
              <a:ext cx="39688" cy="23813"/>
            </a:xfrm>
            <a:custGeom>
              <a:avLst/>
              <a:gdLst>
                <a:gd name="T0" fmla="*/ 80 w 113"/>
                <a:gd name="T1" fmla="*/ 0 h 65"/>
                <a:gd name="T2" fmla="*/ 32 w 113"/>
                <a:gd name="T3" fmla="*/ 0 h 65"/>
                <a:gd name="T4" fmla="*/ 0 w 113"/>
                <a:gd name="T5" fmla="*/ 32 h 65"/>
                <a:gd name="T6" fmla="*/ 32 w 113"/>
                <a:gd name="T7" fmla="*/ 65 h 65"/>
                <a:gd name="T8" fmla="*/ 80 w 113"/>
                <a:gd name="T9" fmla="*/ 65 h 65"/>
                <a:gd name="T10" fmla="*/ 113 w 113"/>
                <a:gd name="T11" fmla="*/ 32 h 65"/>
                <a:gd name="T12" fmla="*/ 80 w 113"/>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113" h="65">
                  <a:moveTo>
                    <a:pt x="80" y="0"/>
                  </a:moveTo>
                  <a:lnTo>
                    <a:pt x="32" y="0"/>
                  </a:lnTo>
                  <a:cubicBezTo>
                    <a:pt x="15" y="0"/>
                    <a:pt x="0" y="14"/>
                    <a:pt x="0" y="32"/>
                  </a:cubicBezTo>
                  <a:cubicBezTo>
                    <a:pt x="0" y="50"/>
                    <a:pt x="15" y="65"/>
                    <a:pt x="32" y="65"/>
                  </a:cubicBezTo>
                  <a:lnTo>
                    <a:pt x="80" y="65"/>
                  </a:lnTo>
                  <a:cubicBezTo>
                    <a:pt x="98" y="65"/>
                    <a:pt x="113" y="50"/>
                    <a:pt x="113" y="32"/>
                  </a:cubicBezTo>
                  <a:cubicBezTo>
                    <a:pt x="113" y="14"/>
                    <a:pt x="98" y="0"/>
                    <a:pt x="80"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36" name="Freeform 87">
              <a:extLst>
                <a:ext uri="{FF2B5EF4-FFF2-40B4-BE49-F238E27FC236}">
                  <a16:creationId xmlns:a16="http://schemas.microsoft.com/office/drawing/2014/main" id="{4FACAE34-0EFF-83E9-9088-D61445754ABB}"/>
                </a:ext>
              </a:extLst>
            </p:cNvPr>
            <p:cNvSpPr>
              <a:spLocks/>
            </p:cNvSpPr>
            <p:nvPr userDrawn="1"/>
          </p:nvSpPr>
          <p:spPr bwMode="auto">
            <a:xfrm>
              <a:off x="3768726" y="4216401"/>
              <a:ext cx="41275" cy="23813"/>
            </a:xfrm>
            <a:custGeom>
              <a:avLst/>
              <a:gdLst>
                <a:gd name="T0" fmla="*/ 80 w 113"/>
                <a:gd name="T1" fmla="*/ 0 h 65"/>
                <a:gd name="T2" fmla="*/ 32 w 113"/>
                <a:gd name="T3" fmla="*/ 0 h 65"/>
                <a:gd name="T4" fmla="*/ 0 w 113"/>
                <a:gd name="T5" fmla="*/ 32 h 65"/>
                <a:gd name="T6" fmla="*/ 32 w 113"/>
                <a:gd name="T7" fmla="*/ 65 h 65"/>
                <a:gd name="T8" fmla="*/ 80 w 113"/>
                <a:gd name="T9" fmla="*/ 65 h 65"/>
                <a:gd name="T10" fmla="*/ 113 w 113"/>
                <a:gd name="T11" fmla="*/ 32 h 65"/>
                <a:gd name="T12" fmla="*/ 80 w 113"/>
                <a:gd name="T13" fmla="*/ 0 h 65"/>
              </a:gdLst>
              <a:ahLst/>
              <a:cxnLst>
                <a:cxn ang="0">
                  <a:pos x="T0" y="T1"/>
                </a:cxn>
                <a:cxn ang="0">
                  <a:pos x="T2" y="T3"/>
                </a:cxn>
                <a:cxn ang="0">
                  <a:pos x="T4" y="T5"/>
                </a:cxn>
                <a:cxn ang="0">
                  <a:pos x="T6" y="T7"/>
                </a:cxn>
                <a:cxn ang="0">
                  <a:pos x="T8" y="T9"/>
                </a:cxn>
                <a:cxn ang="0">
                  <a:pos x="T10" y="T11"/>
                </a:cxn>
                <a:cxn ang="0">
                  <a:pos x="T12" y="T13"/>
                </a:cxn>
              </a:cxnLst>
              <a:rect l="0" t="0" r="r" b="b"/>
              <a:pathLst>
                <a:path w="113" h="65">
                  <a:moveTo>
                    <a:pt x="80" y="0"/>
                  </a:moveTo>
                  <a:lnTo>
                    <a:pt x="32" y="0"/>
                  </a:lnTo>
                  <a:cubicBezTo>
                    <a:pt x="14" y="0"/>
                    <a:pt x="0" y="14"/>
                    <a:pt x="0" y="32"/>
                  </a:cubicBezTo>
                  <a:cubicBezTo>
                    <a:pt x="0" y="50"/>
                    <a:pt x="14" y="65"/>
                    <a:pt x="32" y="65"/>
                  </a:cubicBezTo>
                  <a:lnTo>
                    <a:pt x="80" y="65"/>
                  </a:lnTo>
                  <a:cubicBezTo>
                    <a:pt x="98" y="65"/>
                    <a:pt x="113" y="50"/>
                    <a:pt x="113" y="32"/>
                  </a:cubicBezTo>
                  <a:cubicBezTo>
                    <a:pt x="113" y="14"/>
                    <a:pt x="98" y="0"/>
                    <a:pt x="80"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37" name="Group 136">
            <a:extLst>
              <a:ext uri="{FF2B5EF4-FFF2-40B4-BE49-F238E27FC236}">
                <a16:creationId xmlns:a16="http://schemas.microsoft.com/office/drawing/2014/main" id="{D8BD7BB9-DC23-4435-4C73-F8CB223A3BA7}"/>
              </a:ext>
            </a:extLst>
          </p:cNvPr>
          <p:cNvGrpSpPr/>
          <p:nvPr/>
        </p:nvGrpSpPr>
        <p:grpSpPr>
          <a:xfrm>
            <a:off x="5353051" y="3279776"/>
            <a:ext cx="376238" cy="330200"/>
            <a:chOff x="5353051" y="3279776"/>
            <a:chExt cx="376238" cy="330200"/>
          </a:xfrm>
        </p:grpSpPr>
        <p:sp>
          <p:nvSpPr>
            <p:cNvPr id="138" name="Freeform 88">
              <a:extLst>
                <a:ext uri="{FF2B5EF4-FFF2-40B4-BE49-F238E27FC236}">
                  <a16:creationId xmlns:a16="http://schemas.microsoft.com/office/drawing/2014/main" id="{CE115146-C30D-EA64-136D-1B635A43E2AD}"/>
                </a:ext>
              </a:extLst>
            </p:cNvPr>
            <p:cNvSpPr>
              <a:spLocks noEditPoints="1"/>
            </p:cNvSpPr>
            <p:nvPr userDrawn="1"/>
          </p:nvSpPr>
          <p:spPr bwMode="auto">
            <a:xfrm>
              <a:off x="5353051" y="3279776"/>
              <a:ext cx="376238" cy="330200"/>
            </a:xfrm>
            <a:custGeom>
              <a:avLst/>
              <a:gdLst>
                <a:gd name="T0" fmla="*/ 840 w 1041"/>
                <a:gd name="T1" fmla="*/ 844 h 912"/>
                <a:gd name="T2" fmla="*/ 579 w 1041"/>
                <a:gd name="T3" fmla="*/ 852 h 912"/>
                <a:gd name="T4" fmla="*/ 705 w 1041"/>
                <a:gd name="T5" fmla="*/ 617 h 912"/>
                <a:gd name="T6" fmla="*/ 964 w 1041"/>
                <a:gd name="T7" fmla="*/ 614 h 912"/>
                <a:gd name="T8" fmla="*/ 840 w 1041"/>
                <a:gd name="T9" fmla="*/ 844 h 912"/>
                <a:gd name="T10" fmla="*/ 527 w 1041"/>
                <a:gd name="T11" fmla="*/ 824 h 912"/>
                <a:gd name="T12" fmla="*/ 390 w 1041"/>
                <a:gd name="T13" fmla="*/ 602 h 912"/>
                <a:gd name="T14" fmla="*/ 514 w 1041"/>
                <a:gd name="T15" fmla="*/ 372 h 912"/>
                <a:gd name="T16" fmla="*/ 653 w 1041"/>
                <a:gd name="T17" fmla="*/ 590 h 912"/>
                <a:gd name="T18" fmla="*/ 527 w 1041"/>
                <a:gd name="T19" fmla="*/ 824 h 912"/>
                <a:gd name="T20" fmla="*/ 338 w 1041"/>
                <a:gd name="T21" fmla="*/ 574 h 912"/>
                <a:gd name="T22" fmla="*/ 216 w 1041"/>
                <a:gd name="T23" fmla="*/ 578 h 912"/>
                <a:gd name="T24" fmla="*/ 79 w 1041"/>
                <a:gd name="T25" fmla="*/ 355 h 912"/>
                <a:gd name="T26" fmla="*/ 337 w 1041"/>
                <a:gd name="T27" fmla="*/ 344 h 912"/>
                <a:gd name="T28" fmla="*/ 404 w 1041"/>
                <a:gd name="T29" fmla="*/ 452 h 912"/>
                <a:gd name="T30" fmla="*/ 338 w 1041"/>
                <a:gd name="T31" fmla="*/ 574 h 912"/>
                <a:gd name="T32" fmla="*/ 201 w 1041"/>
                <a:gd name="T33" fmla="*/ 67 h 912"/>
                <a:gd name="T34" fmla="*/ 462 w 1041"/>
                <a:gd name="T35" fmla="*/ 60 h 912"/>
                <a:gd name="T36" fmla="*/ 336 w 1041"/>
                <a:gd name="T37" fmla="*/ 285 h 912"/>
                <a:gd name="T38" fmla="*/ 78 w 1041"/>
                <a:gd name="T39" fmla="*/ 296 h 912"/>
                <a:gd name="T40" fmla="*/ 201 w 1041"/>
                <a:gd name="T41" fmla="*/ 67 h 912"/>
                <a:gd name="T42" fmla="*/ 514 w 1041"/>
                <a:gd name="T43" fmla="*/ 87 h 912"/>
                <a:gd name="T44" fmla="*/ 633 w 1041"/>
                <a:gd name="T45" fmla="*/ 280 h 912"/>
                <a:gd name="T46" fmla="*/ 527 w 1041"/>
                <a:gd name="T47" fmla="*/ 283 h 912"/>
                <a:gd name="T48" fmla="*/ 479 w 1041"/>
                <a:gd name="T49" fmla="*/ 313 h 912"/>
                <a:gd name="T50" fmla="*/ 437 w 1041"/>
                <a:gd name="T51" fmla="*/ 392 h 912"/>
                <a:gd name="T52" fmla="*/ 388 w 1041"/>
                <a:gd name="T53" fmla="*/ 313 h 912"/>
                <a:gd name="T54" fmla="*/ 514 w 1041"/>
                <a:gd name="T55" fmla="*/ 87 h 912"/>
                <a:gd name="T56" fmla="*/ 825 w 1041"/>
                <a:gd name="T57" fmla="*/ 334 h 912"/>
                <a:gd name="T58" fmla="*/ 961 w 1041"/>
                <a:gd name="T59" fmla="*/ 555 h 912"/>
                <a:gd name="T60" fmla="*/ 704 w 1041"/>
                <a:gd name="T61" fmla="*/ 559 h 912"/>
                <a:gd name="T62" fmla="*/ 565 w 1041"/>
                <a:gd name="T63" fmla="*/ 341 h 912"/>
                <a:gd name="T64" fmla="*/ 825 w 1041"/>
                <a:gd name="T65" fmla="*/ 334 h 912"/>
                <a:gd name="T66" fmla="*/ 1031 w 1041"/>
                <a:gd name="T67" fmla="*/ 555 h 912"/>
                <a:gd name="T68" fmla="*/ 874 w 1041"/>
                <a:gd name="T69" fmla="*/ 301 h 912"/>
                <a:gd name="T70" fmla="*/ 826 w 1041"/>
                <a:gd name="T71" fmla="*/ 275 h 912"/>
                <a:gd name="T72" fmla="*/ 825 w 1041"/>
                <a:gd name="T73" fmla="*/ 275 h 912"/>
                <a:gd name="T74" fmla="*/ 701 w 1041"/>
                <a:gd name="T75" fmla="*/ 278 h 912"/>
                <a:gd name="T76" fmla="*/ 546 w 1041"/>
                <a:gd name="T77" fmla="*/ 26 h 912"/>
                <a:gd name="T78" fmla="*/ 498 w 1041"/>
                <a:gd name="T79" fmla="*/ 0 h 912"/>
                <a:gd name="T80" fmla="*/ 496 w 1041"/>
                <a:gd name="T81" fmla="*/ 0 h 912"/>
                <a:gd name="T82" fmla="*/ 199 w 1041"/>
                <a:gd name="T83" fmla="*/ 8 h 912"/>
                <a:gd name="T84" fmla="*/ 151 w 1041"/>
                <a:gd name="T85" fmla="*/ 38 h 912"/>
                <a:gd name="T86" fmla="*/ 9 w 1041"/>
                <a:gd name="T87" fmla="*/ 300 h 912"/>
                <a:gd name="T88" fmla="*/ 11 w 1041"/>
                <a:gd name="T89" fmla="*/ 356 h 912"/>
                <a:gd name="T90" fmla="*/ 167 w 1041"/>
                <a:gd name="T91" fmla="*/ 610 h 912"/>
                <a:gd name="T92" fmla="*/ 215 w 1041"/>
                <a:gd name="T93" fmla="*/ 637 h 912"/>
                <a:gd name="T94" fmla="*/ 217 w 1041"/>
                <a:gd name="T95" fmla="*/ 637 h 912"/>
                <a:gd name="T96" fmla="*/ 341 w 1041"/>
                <a:gd name="T97" fmla="*/ 633 h 912"/>
                <a:gd name="T98" fmla="*/ 496 w 1041"/>
                <a:gd name="T99" fmla="*/ 885 h 912"/>
                <a:gd name="T100" fmla="*/ 544 w 1041"/>
                <a:gd name="T101" fmla="*/ 912 h 912"/>
                <a:gd name="T102" fmla="*/ 546 w 1041"/>
                <a:gd name="T103" fmla="*/ 912 h 912"/>
                <a:gd name="T104" fmla="*/ 843 w 1041"/>
                <a:gd name="T105" fmla="*/ 903 h 912"/>
                <a:gd name="T106" fmla="*/ 891 w 1041"/>
                <a:gd name="T107" fmla="*/ 873 h 912"/>
                <a:gd name="T108" fmla="*/ 1032 w 1041"/>
                <a:gd name="T109" fmla="*/ 611 h 912"/>
                <a:gd name="T110" fmla="*/ 1031 w 1041"/>
                <a:gd name="T111" fmla="*/ 555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41" h="912">
                  <a:moveTo>
                    <a:pt x="840" y="844"/>
                  </a:moveTo>
                  <a:lnTo>
                    <a:pt x="579" y="852"/>
                  </a:lnTo>
                  <a:lnTo>
                    <a:pt x="705" y="617"/>
                  </a:lnTo>
                  <a:lnTo>
                    <a:pt x="964" y="614"/>
                  </a:lnTo>
                  <a:lnTo>
                    <a:pt x="840" y="844"/>
                  </a:lnTo>
                  <a:close/>
                  <a:moveTo>
                    <a:pt x="527" y="824"/>
                  </a:moveTo>
                  <a:lnTo>
                    <a:pt x="390" y="602"/>
                  </a:lnTo>
                  <a:lnTo>
                    <a:pt x="514" y="372"/>
                  </a:lnTo>
                  <a:lnTo>
                    <a:pt x="653" y="590"/>
                  </a:lnTo>
                  <a:lnTo>
                    <a:pt x="527" y="824"/>
                  </a:lnTo>
                  <a:close/>
                  <a:moveTo>
                    <a:pt x="338" y="574"/>
                  </a:moveTo>
                  <a:lnTo>
                    <a:pt x="216" y="578"/>
                  </a:lnTo>
                  <a:lnTo>
                    <a:pt x="79" y="355"/>
                  </a:lnTo>
                  <a:lnTo>
                    <a:pt x="337" y="344"/>
                  </a:lnTo>
                  <a:lnTo>
                    <a:pt x="404" y="452"/>
                  </a:lnTo>
                  <a:lnTo>
                    <a:pt x="338" y="574"/>
                  </a:lnTo>
                  <a:close/>
                  <a:moveTo>
                    <a:pt x="201" y="67"/>
                  </a:moveTo>
                  <a:lnTo>
                    <a:pt x="462" y="60"/>
                  </a:lnTo>
                  <a:lnTo>
                    <a:pt x="336" y="285"/>
                  </a:lnTo>
                  <a:lnTo>
                    <a:pt x="78" y="296"/>
                  </a:lnTo>
                  <a:lnTo>
                    <a:pt x="201" y="67"/>
                  </a:lnTo>
                  <a:close/>
                  <a:moveTo>
                    <a:pt x="514" y="87"/>
                  </a:moveTo>
                  <a:lnTo>
                    <a:pt x="633" y="280"/>
                  </a:lnTo>
                  <a:lnTo>
                    <a:pt x="527" y="283"/>
                  </a:lnTo>
                  <a:cubicBezTo>
                    <a:pt x="508" y="284"/>
                    <a:pt x="488" y="296"/>
                    <a:pt x="479" y="313"/>
                  </a:cubicBezTo>
                  <a:lnTo>
                    <a:pt x="437" y="392"/>
                  </a:lnTo>
                  <a:lnTo>
                    <a:pt x="388" y="313"/>
                  </a:lnTo>
                  <a:lnTo>
                    <a:pt x="514" y="87"/>
                  </a:lnTo>
                  <a:close/>
                  <a:moveTo>
                    <a:pt x="825" y="334"/>
                  </a:moveTo>
                  <a:lnTo>
                    <a:pt x="961" y="555"/>
                  </a:lnTo>
                  <a:lnTo>
                    <a:pt x="704" y="559"/>
                  </a:lnTo>
                  <a:lnTo>
                    <a:pt x="565" y="341"/>
                  </a:lnTo>
                  <a:lnTo>
                    <a:pt x="825" y="334"/>
                  </a:lnTo>
                  <a:close/>
                  <a:moveTo>
                    <a:pt x="1031" y="555"/>
                  </a:moveTo>
                  <a:lnTo>
                    <a:pt x="874" y="301"/>
                  </a:lnTo>
                  <a:cubicBezTo>
                    <a:pt x="865" y="286"/>
                    <a:pt x="845" y="275"/>
                    <a:pt x="826" y="275"/>
                  </a:cubicBezTo>
                  <a:cubicBezTo>
                    <a:pt x="826" y="275"/>
                    <a:pt x="825" y="275"/>
                    <a:pt x="825" y="275"/>
                  </a:cubicBezTo>
                  <a:lnTo>
                    <a:pt x="701" y="278"/>
                  </a:lnTo>
                  <a:lnTo>
                    <a:pt x="546" y="26"/>
                  </a:lnTo>
                  <a:cubicBezTo>
                    <a:pt x="536" y="11"/>
                    <a:pt x="516" y="0"/>
                    <a:pt x="498" y="0"/>
                  </a:cubicBezTo>
                  <a:lnTo>
                    <a:pt x="496" y="0"/>
                  </a:lnTo>
                  <a:lnTo>
                    <a:pt x="199" y="8"/>
                  </a:lnTo>
                  <a:cubicBezTo>
                    <a:pt x="179" y="9"/>
                    <a:pt x="160" y="21"/>
                    <a:pt x="151" y="38"/>
                  </a:cubicBezTo>
                  <a:lnTo>
                    <a:pt x="9" y="300"/>
                  </a:lnTo>
                  <a:cubicBezTo>
                    <a:pt x="0" y="317"/>
                    <a:pt x="1" y="340"/>
                    <a:pt x="11" y="356"/>
                  </a:cubicBezTo>
                  <a:lnTo>
                    <a:pt x="167" y="610"/>
                  </a:lnTo>
                  <a:cubicBezTo>
                    <a:pt x="177" y="626"/>
                    <a:pt x="197" y="637"/>
                    <a:pt x="215" y="637"/>
                  </a:cubicBezTo>
                  <a:lnTo>
                    <a:pt x="217" y="637"/>
                  </a:lnTo>
                  <a:lnTo>
                    <a:pt x="341" y="633"/>
                  </a:lnTo>
                  <a:lnTo>
                    <a:pt x="496" y="885"/>
                  </a:lnTo>
                  <a:cubicBezTo>
                    <a:pt x="505" y="901"/>
                    <a:pt x="525" y="912"/>
                    <a:pt x="544" y="912"/>
                  </a:cubicBezTo>
                  <a:cubicBezTo>
                    <a:pt x="544" y="912"/>
                    <a:pt x="545" y="912"/>
                    <a:pt x="546" y="912"/>
                  </a:cubicBezTo>
                  <a:lnTo>
                    <a:pt x="843" y="903"/>
                  </a:lnTo>
                  <a:cubicBezTo>
                    <a:pt x="862" y="902"/>
                    <a:pt x="882" y="890"/>
                    <a:pt x="891" y="873"/>
                  </a:cubicBezTo>
                  <a:lnTo>
                    <a:pt x="1032" y="611"/>
                  </a:lnTo>
                  <a:cubicBezTo>
                    <a:pt x="1041" y="594"/>
                    <a:pt x="1041" y="571"/>
                    <a:pt x="1031" y="555"/>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39" name="Freeform 89">
              <a:extLst>
                <a:ext uri="{FF2B5EF4-FFF2-40B4-BE49-F238E27FC236}">
                  <a16:creationId xmlns:a16="http://schemas.microsoft.com/office/drawing/2014/main" id="{6054CA00-93A9-6935-CEE2-5E07395BB5D8}"/>
                </a:ext>
              </a:extLst>
            </p:cNvPr>
            <p:cNvSpPr>
              <a:spLocks/>
            </p:cNvSpPr>
            <p:nvPr userDrawn="1"/>
          </p:nvSpPr>
          <p:spPr bwMode="auto">
            <a:xfrm>
              <a:off x="5449888" y="3357564"/>
              <a:ext cx="22225" cy="19050"/>
            </a:xfrm>
            <a:custGeom>
              <a:avLst/>
              <a:gdLst>
                <a:gd name="T0" fmla="*/ 41 w 61"/>
                <a:gd name="T1" fmla="*/ 0 h 55"/>
                <a:gd name="T2" fmla="*/ 4 w 61"/>
                <a:gd name="T3" fmla="*/ 26 h 55"/>
                <a:gd name="T4" fmla="*/ 4 w 61"/>
                <a:gd name="T5" fmla="*/ 47 h 55"/>
                <a:gd name="T6" fmla="*/ 20 w 61"/>
                <a:gd name="T7" fmla="*/ 55 h 55"/>
                <a:gd name="T8" fmla="*/ 20 w 61"/>
                <a:gd name="T9" fmla="*/ 55 h 55"/>
                <a:gd name="T10" fmla="*/ 58 w 61"/>
                <a:gd name="T11" fmla="*/ 30 h 55"/>
                <a:gd name="T12" fmla="*/ 58 w 61"/>
                <a:gd name="T13" fmla="*/ 8 h 55"/>
                <a:gd name="T14" fmla="*/ 41 w 61"/>
                <a:gd name="T15" fmla="*/ 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41" y="0"/>
                  </a:moveTo>
                  <a:cubicBezTo>
                    <a:pt x="27" y="1"/>
                    <a:pt x="11" y="12"/>
                    <a:pt x="4" y="26"/>
                  </a:cubicBezTo>
                  <a:cubicBezTo>
                    <a:pt x="0" y="34"/>
                    <a:pt x="0" y="41"/>
                    <a:pt x="4" y="47"/>
                  </a:cubicBezTo>
                  <a:cubicBezTo>
                    <a:pt x="7" y="52"/>
                    <a:pt x="13" y="55"/>
                    <a:pt x="20" y="55"/>
                  </a:cubicBezTo>
                  <a:lnTo>
                    <a:pt x="20" y="55"/>
                  </a:lnTo>
                  <a:cubicBezTo>
                    <a:pt x="34" y="55"/>
                    <a:pt x="50" y="44"/>
                    <a:pt x="58" y="30"/>
                  </a:cubicBezTo>
                  <a:cubicBezTo>
                    <a:pt x="61" y="22"/>
                    <a:pt x="61" y="14"/>
                    <a:pt x="58" y="8"/>
                  </a:cubicBezTo>
                  <a:cubicBezTo>
                    <a:pt x="55" y="3"/>
                    <a:pt x="49" y="0"/>
                    <a:pt x="41"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0" name="Freeform 90">
              <a:extLst>
                <a:ext uri="{FF2B5EF4-FFF2-40B4-BE49-F238E27FC236}">
                  <a16:creationId xmlns:a16="http://schemas.microsoft.com/office/drawing/2014/main" id="{A366F308-EA88-5009-47D6-371377732060}"/>
                </a:ext>
              </a:extLst>
            </p:cNvPr>
            <p:cNvSpPr>
              <a:spLocks/>
            </p:cNvSpPr>
            <p:nvPr userDrawn="1"/>
          </p:nvSpPr>
          <p:spPr bwMode="auto">
            <a:xfrm>
              <a:off x="5580063" y="3406776"/>
              <a:ext cx="23813" cy="20638"/>
            </a:xfrm>
            <a:custGeom>
              <a:avLst/>
              <a:gdLst>
                <a:gd name="T0" fmla="*/ 6 w 64"/>
                <a:gd name="T1" fmla="*/ 30 h 54"/>
                <a:gd name="T2" fmla="*/ 45 w 64"/>
                <a:gd name="T3" fmla="*/ 54 h 54"/>
                <a:gd name="T4" fmla="*/ 45 w 64"/>
                <a:gd name="T5" fmla="*/ 54 h 54"/>
                <a:gd name="T6" fmla="*/ 61 w 64"/>
                <a:gd name="T7" fmla="*/ 46 h 54"/>
                <a:gd name="T8" fmla="*/ 58 w 64"/>
                <a:gd name="T9" fmla="*/ 24 h 54"/>
                <a:gd name="T10" fmla="*/ 19 w 64"/>
                <a:gd name="T11" fmla="*/ 0 h 54"/>
                <a:gd name="T12" fmla="*/ 3 w 64"/>
                <a:gd name="T13" fmla="*/ 8 h 54"/>
                <a:gd name="T14" fmla="*/ 6 w 64"/>
                <a:gd name="T15" fmla="*/ 30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54">
                  <a:moveTo>
                    <a:pt x="6" y="30"/>
                  </a:moveTo>
                  <a:cubicBezTo>
                    <a:pt x="14" y="43"/>
                    <a:pt x="32" y="54"/>
                    <a:pt x="45" y="54"/>
                  </a:cubicBezTo>
                  <a:lnTo>
                    <a:pt x="45" y="54"/>
                  </a:lnTo>
                  <a:cubicBezTo>
                    <a:pt x="52" y="54"/>
                    <a:pt x="58" y="51"/>
                    <a:pt x="61" y="46"/>
                  </a:cubicBezTo>
                  <a:cubicBezTo>
                    <a:pt x="64" y="40"/>
                    <a:pt x="63" y="32"/>
                    <a:pt x="58" y="24"/>
                  </a:cubicBezTo>
                  <a:cubicBezTo>
                    <a:pt x="50" y="10"/>
                    <a:pt x="33" y="0"/>
                    <a:pt x="19" y="0"/>
                  </a:cubicBezTo>
                  <a:cubicBezTo>
                    <a:pt x="12" y="0"/>
                    <a:pt x="6" y="2"/>
                    <a:pt x="3" y="8"/>
                  </a:cubicBezTo>
                  <a:cubicBezTo>
                    <a:pt x="0" y="13"/>
                    <a:pt x="1" y="22"/>
                    <a:pt x="6" y="3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1" name="Freeform 91">
              <a:extLst>
                <a:ext uri="{FF2B5EF4-FFF2-40B4-BE49-F238E27FC236}">
                  <a16:creationId xmlns:a16="http://schemas.microsoft.com/office/drawing/2014/main" id="{C3D86A7A-77C6-6370-642A-74C44B9458F6}"/>
                </a:ext>
              </a:extLst>
            </p:cNvPr>
            <p:cNvSpPr>
              <a:spLocks/>
            </p:cNvSpPr>
            <p:nvPr userDrawn="1"/>
          </p:nvSpPr>
          <p:spPr bwMode="auto">
            <a:xfrm>
              <a:off x="5595938" y="3432176"/>
              <a:ext cx="22225" cy="19050"/>
            </a:xfrm>
            <a:custGeom>
              <a:avLst/>
              <a:gdLst>
                <a:gd name="T0" fmla="*/ 3 w 64"/>
                <a:gd name="T1" fmla="*/ 8 h 54"/>
                <a:gd name="T2" fmla="*/ 6 w 64"/>
                <a:gd name="T3" fmla="*/ 30 h 54"/>
                <a:gd name="T4" fmla="*/ 45 w 64"/>
                <a:gd name="T5" fmla="*/ 54 h 54"/>
                <a:gd name="T6" fmla="*/ 45 w 64"/>
                <a:gd name="T7" fmla="*/ 54 h 54"/>
                <a:gd name="T8" fmla="*/ 61 w 64"/>
                <a:gd name="T9" fmla="*/ 46 h 54"/>
                <a:gd name="T10" fmla="*/ 58 w 64"/>
                <a:gd name="T11" fmla="*/ 24 h 54"/>
                <a:gd name="T12" fmla="*/ 19 w 64"/>
                <a:gd name="T13" fmla="*/ 0 h 54"/>
                <a:gd name="T14" fmla="*/ 3 w 64"/>
                <a:gd name="T15" fmla="*/ 8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54">
                  <a:moveTo>
                    <a:pt x="3" y="8"/>
                  </a:moveTo>
                  <a:cubicBezTo>
                    <a:pt x="0" y="14"/>
                    <a:pt x="1" y="22"/>
                    <a:pt x="6" y="30"/>
                  </a:cubicBezTo>
                  <a:cubicBezTo>
                    <a:pt x="14" y="44"/>
                    <a:pt x="31" y="54"/>
                    <a:pt x="45" y="54"/>
                  </a:cubicBezTo>
                  <a:lnTo>
                    <a:pt x="45" y="54"/>
                  </a:lnTo>
                  <a:cubicBezTo>
                    <a:pt x="53" y="54"/>
                    <a:pt x="58" y="52"/>
                    <a:pt x="61" y="46"/>
                  </a:cubicBezTo>
                  <a:cubicBezTo>
                    <a:pt x="64" y="40"/>
                    <a:pt x="63" y="32"/>
                    <a:pt x="58" y="24"/>
                  </a:cubicBezTo>
                  <a:cubicBezTo>
                    <a:pt x="50" y="11"/>
                    <a:pt x="32" y="0"/>
                    <a:pt x="19" y="0"/>
                  </a:cubicBezTo>
                  <a:cubicBezTo>
                    <a:pt x="11" y="0"/>
                    <a:pt x="6" y="3"/>
                    <a:pt x="3" y="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2" name="Freeform 92">
              <a:extLst>
                <a:ext uri="{FF2B5EF4-FFF2-40B4-BE49-F238E27FC236}">
                  <a16:creationId xmlns:a16="http://schemas.microsoft.com/office/drawing/2014/main" id="{B7AB23EE-9BEF-0D1E-4854-C52DBFD9774C}"/>
                </a:ext>
              </a:extLst>
            </p:cNvPr>
            <p:cNvSpPr>
              <a:spLocks/>
            </p:cNvSpPr>
            <p:nvPr userDrawn="1"/>
          </p:nvSpPr>
          <p:spPr bwMode="auto">
            <a:xfrm>
              <a:off x="5610226" y="3455989"/>
              <a:ext cx="23813" cy="19050"/>
            </a:xfrm>
            <a:custGeom>
              <a:avLst/>
              <a:gdLst>
                <a:gd name="T0" fmla="*/ 3 w 64"/>
                <a:gd name="T1" fmla="*/ 8 h 55"/>
                <a:gd name="T2" fmla="*/ 6 w 64"/>
                <a:gd name="T3" fmla="*/ 30 h 55"/>
                <a:gd name="T4" fmla="*/ 45 w 64"/>
                <a:gd name="T5" fmla="*/ 55 h 55"/>
                <a:gd name="T6" fmla="*/ 45 w 64"/>
                <a:gd name="T7" fmla="*/ 55 h 55"/>
                <a:gd name="T8" fmla="*/ 61 w 64"/>
                <a:gd name="T9" fmla="*/ 47 h 55"/>
                <a:gd name="T10" fmla="*/ 58 w 64"/>
                <a:gd name="T11" fmla="*/ 24 h 55"/>
                <a:gd name="T12" fmla="*/ 18 w 64"/>
                <a:gd name="T13" fmla="*/ 0 h 55"/>
                <a:gd name="T14" fmla="*/ 3 w 64"/>
                <a:gd name="T15" fmla="*/ 8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55">
                  <a:moveTo>
                    <a:pt x="3" y="8"/>
                  </a:moveTo>
                  <a:cubicBezTo>
                    <a:pt x="0" y="14"/>
                    <a:pt x="0" y="22"/>
                    <a:pt x="6" y="30"/>
                  </a:cubicBezTo>
                  <a:cubicBezTo>
                    <a:pt x="14" y="44"/>
                    <a:pt x="31" y="54"/>
                    <a:pt x="45" y="55"/>
                  </a:cubicBezTo>
                  <a:lnTo>
                    <a:pt x="45" y="55"/>
                  </a:lnTo>
                  <a:cubicBezTo>
                    <a:pt x="52" y="55"/>
                    <a:pt x="58" y="52"/>
                    <a:pt x="61" y="47"/>
                  </a:cubicBezTo>
                  <a:cubicBezTo>
                    <a:pt x="64" y="41"/>
                    <a:pt x="63" y="33"/>
                    <a:pt x="58" y="24"/>
                  </a:cubicBezTo>
                  <a:cubicBezTo>
                    <a:pt x="50" y="11"/>
                    <a:pt x="33" y="0"/>
                    <a:pt x="18" y="0"/>
                  </a:cubicBezTo>
                  <a:cubicBezTo>
                    <a:pt x="12" y="0"/>
                    <a:pt x="6" y="3"/>
                    <a:pt x="3" y="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3" name="Freeform 93">
              <a:extLst>
                <a:ext uri="{FF2B5EF4-FFF2-40B4-BE49-F238E27FC236}">
                  <a16:creationId xmlns:a16="http://schemas.microsoft.com/office/drawing/2014/main" id="{6C12C2D5-E1D7-6FF6-25A3-98A2B1D92A08}"/>
                </a:ext>
              </a:extLst>
            </p:cNvPr>
            <p:cNvSpPr>
              <a:spLocks/>
            </p:cNvSpPr>
            <p:nvPr userDrawn="1"/>
          </p:nvSpPr>
          <p:spPr bwMode="auto">
            <a:xfrm>
              <a:off x="5627688" y="3406776"/>
              <a:ext cx="23813" cy="20638"/>
            </a:xfrm>
            <a:custGeom>
              <a:avLst/>
              <a:gdLst>
                <a:gd name="T0" fmla="*/ 46 w 65"/>
                <a:gd name="T1" fmla="*/ 55 h 55"/>
                <a:gd name="T2" fmla="*/ 46 w 65"/>
                <a:gd name="T3" fmla="*/ 55 h 55"/>
                <a:gd name="T4" fmla="*/ 61 w 65"/>
                <a:gd name="T5" fmla="*/ 47 h 55"/>
                <a:gd name="T6" fmla="*/ 59 w 65"/>
                <a:gd name="T7" fmla="*/ 24 h 55"/>
                <a:gd name="T8" fmla="*/ 19 w 65"/>
                <a:gd name="T9" fmla="*/ 0 h 55"/>
                <a:gd name="T10" fmla="*/ 4 w 65"/>
                <a:gd name="T11" fmla="*/ 8 h 55"/>
                <a:gd name="T12" fmla="*/ 6 w 65"/>
                <a:gd name="T13" fmla="*/ 30 h 55"/>
                <a:gd name="T14" fmla="*/ 46 w 65"/>
                <a:gd name="T15" fmla="*/ 55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55">
                  <a:moveTo>
                    <a:pt x="46" y="55"/>
                  </a:moveTo>
                  <a:lnTo>
                    <a:pt x="46" y="55"/>
                  </a:lnTo>
                  <a:cubicBezTo>
                    <a:pt x="53" y="55"/>
                    <a:pt x="59" y="52"/>
                    <a:pt x="61" y="47"/>
                  </a:cubicBezTo>
                  <a:cubicBezTo>
                    <a:pt x="65" y="41"/>
                    <a:pt x="64" y="33"/>
                    <a:pt x="59" y="24"/>
                  </a:cubicBezTo>
                  <a:cubicBezTo>
                    <a:pt x="50" y="11"/>
                    <a:pt x="33" y="0"/>
                    <a:pt x="19" y="0"/>
                  </a:cubicBezTo>
                  <a:cubicBezTo>
                    <a:pt x="12" y="0"/>
                    <a:pt x="7" y="3"/>
                    <a:pt x="4" y="8"/>
                  </a:cubicBezTo>
                  <a:cubicBezTo>
                    <a:pt x="0" y="14"/>
                    <a:pt x="1" y="22"/>
                    <a:pt x="6" y="30"/>
                  </a:cubicBezTo>
                  <a:cubicBezTo>
                    <a:pt x="15" y="44"/>
                    <a:pt x="32" y="54"/>
                    <a:pt x="46" y="55"/>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4" name="Freeform 94">
              <a:extLst>
                <a:ext uri="{FF2B5EF4-FFF2-40B4-BE49-F238E27FC236}">
                  <a16:creationId xmlns:a16="http://schemas.microsoft.com/office/drawing/2014/main" id="{EF9F6F44-2DD6-7392-0F69-334B14FC54E4}"/>
                </a:ext>
              </a:extLst>
            </p:cNvPr>
            <p:cNvSpPr>
              <a:spLocks/>
            </p:cNvSpPr>
            <p:nvPr userDrawn="1"/>
          </p:nvSpPr>
          <p:spPr bwMode="auto">
            <a:xfrm>
              <a:off x="5643563" y="3432176"/>
              <a:ext cx="22225" cy="19050"/>
            </a:xfrm>
            <a:custGeom>
              <a:avLst/>
              <a:gdLst>
                <a:gd name="T0" fmla="*/ 3 w 64"/>
                <a:gd name="T1" fmla="*/ 8 h 55"/>
                <a:gd name="T2" fmla="*/ 5 w 64"/>
                <a:gd name="T3" fmla="*/ 30 h 55"/>
                <a:gd name="T4" fmla="*/ 45 w 64"/>
                <a:gd name="T5" fmla="*/ 55 h 55"/>
                <a:gd name="T6" fmla="*/ 45 w 64"/>
                <a:gd name="T7" fmla="*/ 55 h 55"/>
                <a:gd name="T8" fmla="*/ 60 w 64"/>
                <a:gd name="T9" fmla="*/ 47 h 55"/>
                <a:gd name="T10" fmla="*/ 58 w 64"/>
                <a:gd name="T11" fmla="*/ 25 h 55"/>
                <a:gd name="T12" fmla="*/ 18 w 64"/>
                <a:gd name="T13" fmla="*/ 0 h 55"/>
                <a:gd name="T14" fmla="*/ 3 w 64"/>
                <a:gd name="T15" fmla="*/ 8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55">
                  <a:moveTo>
                    <a:pt x="3" y="8"/>
                  </a:moveTo>
                  <a:cubicBezTo>
                    <a:pt x="0" y="14"/>
                    <a:pt x="0" y="22"/>
                    <a:pt x="5" y="30"/>
                  </a:cubicBezTo>
                  <a:cubicBezTo>
                    <a:pt x="14" y="44"/>
                    <a:pt x="31" y="55"/>
                    <a:pt x="45" y="55"/>
                  </a:cubicBezTo>
                  <a:lnTo>
                    <a:pt x="45" y="55"/>
                  </a:lnTo>
                  <a:cubicBezTo>
                    <a:pt x="52" y="55"/>
                    <a:pt x="57" y="52"/>
                    <a:pt x="60" y="47"/>
                  </a:cubicBezTo>
                  <a:cubicBezTo>
                    <a:pt x="64" y="41"/>
                    <a:pt x="63" y="33"/>
                    <a:pt x="58" y="25"/>
                  </a:cubicBezTo>
                  <a:cubicBezTo>
                    <a:pt x="49" y="11"/>
                    <a:pt x="32" y="0"/>
                    <a:pt x="18" y="0"/>
                  </a:cubicBezTo>
                  <a:cubicBezTo>
                    <a:pt x="11" y="0"/>
                    <a:pt x="5" y="3"/>
                    <a:pt x="3" y="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5" name="Freeform 95">
              <a:extLst>
                <a:ext uri="{FF2B5EF4-FFF2-40B4-BE49-F238E27FC236}">
                  <a16:creationId xmlns:a16="http://schemas.microsoft.com/office/drawing/2014/main" id="{EEE30C14-C09A-B9A9-4770-E3BBF46FB266}"/>
                </a:ext>
              </a:extLst>
            </p:cNvPr>
            <p:cNvSpPr>
              <a:spLocks/>
            </p:cNvSpPr>
            <p:nvPr userDrawn="1"/>
          </p:nvSpPr>
          <p:spPr bwMode="auto">
            <a:xfrm>
              <a:off x="5402263" y="3357564"/>
              <a:ext cx="22225" cy="20638"/>
            </a:xfrm>
            <a:custGeom>
              <a:avLst/>
              <a:gdLst>
                <a:gd name="T0" fmla="*/ 41 w 61"/>
                <a:gd name="T1" fmla="*/ 0 h 55"/>
                <a:gd name="T2" fmla="*/ 4 w 61"/>
                <a:gd name="T3" fmla="*/ 25 h 55"/>
                <a:gd name="T4" fmla="*/ 4 w 61"/>
                <a:gd name="T5" fmla="*/ 47 h 55"/>
                <a:gd name="T6" fmla="*/ 20 w 61"/>
                <a:gd name="T7" fmla="*/ 55 h 55"/>
                <a:gd name="T8" fmla="*/ 20 w 61"/>
                <a:gd name="T9" fmla="*/ 55 h 55"/>
                <a:gd name="T10" fmla="*/ 57 w 61"/>
                <a:gd name="T11" fmla="*/ 30 h 55"/>
                <a:gd name="T12" fmla="*/ 58 w 61"/>
                <a:gd name="T13" fmla="*/ 8 h 55"/>
                <a:gd name="T14" fmla="*/ 41 w 61"/>
                <a:gd name="T15" fmla="*/ 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41" y="0"/>
                  </a:moveTo>
                  <a:cubicBezTo>
                    <a:pt x="27" y="0"/>
                    <a:pt x="11" y="11"/>
                    <a:pt x="4" y="25"/>
                  </a:cubicBezTo>
                  <a:cubicBezTo>
                    <a:pt x="0" y="33"/>
                    <a:pt x="0" y="41"/>
                    <a:pt x="4" y="47"/>
                  </a:cubicBezTo>
                  <a:cubicBezTo>
                    <a:pt x="7" y="52"/>
                    <a:pt x="13" y="55"/>
                    <a:pt x="20" y="55"/>
                  </a:cubicBezTo>
                  <a:lnTo>
                    <a:pt x="20" y="55"/>
                  </a:lnTo>
                  <a:cubicBezTo>
                    <a:pt x="34" y="55"/>
                    <a:pt x="50" y="44"/>
                    <a:pt x="57" y="30"/>
                  </a:cubicBezTo>
                  <a:cubicBezTo>
                    <a:pt x="61" y="22"/>
                    <a:pt x="61" y="14"/>
                    <a:pt x="58" y="8"/>
                  </a:cubicBezTo>
                  <a:cubicBezTo>
                    <a:pt x="54" y="3"/>
                    <a:pt x="49" y="0"/>
                    <a:pt x="41"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6" name="Freeform 96">
              <a:extLst>
                <a:ext uri="{FF2B5EF4-FFF2-40B4-BE49-F238E27FC236}">
                  <a16:creationId xmlns:a16="http://schemas.microsoft.com/office/drawing/2014/main" id="{6F2B0A20-1BA1-3262-A559-BA15D0A89687}"/>
                </a:ext>
              </a:extLst>
            </p:cNvPr>
            <p:cNvSpPr>
              <a:spLocks/>
            </p:cNvSpPr>
            <p:nvPr userDrawn="1"/>
          </p:nvSpPr>
          <p:spPr bwMode="auto">
            <a:xfrm>
              <a:off x="5437188" y="3333751"/>
              <a:ext cx="22225" cy="19050"/>
            </a:xfrm>
            <a:custGeom>
              <a:avLst/>
              <a:gdLst>
                <a:gd name="T0" fmla="*/ 57 w 61"/>
                <a:gd name="T1" fmla="*/ 30 h 55"/>
                <a:gd name="T2" fmla="*/ 57 w 61"/>
                <a:gd name="T3" fmla="*/ 8 h 55"/>
                <a:gd name="T4" fmla="*/ 41 w 61"/>
                <a:gd name="T5" fmla="*/ 0 h 55"/>
                <a:gd name="T6" fmla="*/ 4 w 61"/>
                <a:gd name="T7" fmla="*/ 25 h 55"/>
                <a:gd name="T8" fmla="*/ 3 w 61"/>
                <a:gd name="T9" fmla="*/ 47 h 55"/>
                <a:gd name="T10" fmla="*/ 20 w 61"/>
                <a:gd name="T11" fmla="*/ 55 h 55"/>
                <a:gd name="T12" fmla="*/ 20 w 61"/>
                <a:gd name="T13" fmla="*/ 55 h 55"/>
                <a:gd name="T14" fmla="*/ 57 w 61"/>
                <a:gd name="T15" fmla="*/ 3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57" y="30"/>
                  </a:moveTo>
                  <a:cubicBezTo>
                    <a:pt x="61" y="22"/>
                    <a:pt x="61" y="14"/>
                    <a:pt x="57" y="8"/>
                  </a:cubicBezTo>
                  <a:cubicBezTo>
                    <a:pt x="54" y="3"/>
                    <a:pt x="48" y="0"/>
                    <a:pt x="41" y="0"/>
                  </a:cubicBezTo>
                  <a:cubicBezTo>
                    <a:pt x="27" y="0"/>
                    <a:pt x="11" y="11"/>
                    <a:pt x="4" y="25"/>
                  </a:cubicBezTo>
                  <a:cubicBezTo>
                    <a:pt x="0" y="33"/>
                    <a:pt x="0" y="41"/>
                    <a:pt x="3" y="47"/>
                  </a:cubicBezTo>
                  <a:cubicBezTo>
                    <a:pt x="7" y="52"/>
                    <a:pt x="13" y="55"/>
                    <a:pt x="20" y="55"/>
                  </a:cubicBezTo>
                  <a:lnTo>
                    <a:pt x="20" y="55"/>
                  </a:lnTo>
                  <a:cubicBezTo>
                    <a:pt x="34" y="55"/>
                    <a:pt x="50" y="44"/>
                    <a:pt x="57" y="3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7" name="Freeform 97">
              <a:extLst>
                <a:ext uri="{FF2B5EF4-FFF2-40B4-BE49-F238E27FC236}">
                  <a16:creationId xmlns:a16="http://schemas.microsoft.com/office/drawing/2014/main" id="{589C90D7-AAE0-D42B-6DA9-7F7890CC0243}"/>
                </a:ext>
              </a:extLst>
            </p:cNvPr>
            <p:cNvSpPr>
              <a:spLocks/>
            </p:cNvSpPr>
            <p:nvPr userDrawn="1"/>
          </p:nvSpPr>
          <p:spPr bwMode="auto">
            <a:xfrm>
              <a:off x="5657851" y="3455989"/>
              <a:ext cx="23813" cy="19050"/>
            </a:xfrm>
            <a:custGeom>
              <a:avLst/>
              <a:gdLst>
                <a:gd name="T0" fmla="*/ 4 w 65"/>
                <a:gd name="T1" fmla="*/ 8 h 55"/>
                <a:gd name="T2" fmla="*/ 6 w 65"/>
                <a:gd name="T3" fmla="*/ 30 h 55"/>
                <a:gd name="T4" fmla="*/ 46 w 65"/>
                <a:gd name="T5" fmla="*/ 55 h 55"/>
                <a:gd name="T6" fmla="*/ 46 w 65"/>
                <a:gd name="T7" fmla="*/ 55 h 55"/>
                <a:gd name="T8" fmla="*/ 61 w 65"/>
                <a:gd name="T9" fmla="*/ 47 h 55"/>
                <a:gd name="T10" fmla="*/ 59 w 65"/>
                <a:gd name="T11" fmla="*/ 25 h 55"/>
                <a:gd name="T12" fmla="*/ 19 w 65"/>
                <a:gd name="T13" fmla="*/ 0 h 55"/>
                <a:gd name="T14" fmla="*/ 4 w 65"/>
                <a:gd name="T15" fmla="*/ 8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55">
                  <a:moveTo>
                    <a:pt x="4" y="8"/>
                  </a:moveTo>
                  <a:cubicBezTo>
                    <a:pt x="0" y="14"/>
                    <a:pt x="1" y="22"/>
                    <a:pt x="6" y="30"/>
                  </a:cubicBezTo>
                  <a:cubicBezTo>
                    <a:pt x="14" y="44"/>
                    <a:pt x="32" y="55"/>
                    <a:pt x="46" y="55"/>
                  </a:cubicBezTo>
                  <a:lnTo>
                    <a:pt x="46" y="55"/>
                  </a:lnTo>
                  <a:cubicBezTo>
                    <a:pt x="53" y="55"/>
                    <a:pt x="58" y="52"/>
                    <a:pt x="61" y="47"/>
                  </a:cubicBezTo>
                  <a:cubicBezTo>
                    <a:pt x="65" y="41"/>
                    <a:pt x="63" y="33"/>
                    <a:pt x="59" y="25"/>
                  </a:cubicBezTo>
                  <a:cubicBezTo>
                    <a:pt x="50" y="11"/>
                    <a:pt x="33" y="0"/>
                    <a:pt x="19" y="0"/>
                  </a:cubicBezTo>
                  <a:cubicBezTo>
                    <a:pt x="12" y="0"/>
                    <a:pt x="7" y="3"/>
                    <a:pt x="4" y="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8" name="Freeform 98">
              <a:extLst>
                <a:ext uri="{FF2B5EF4-FFF2-40B4-BE49-F238E27FC236}">
                  <a16:creationId xmlns:a16="http://schemas.microsoft.com/office/drawing/2014/main" id="{166D399B-9E0D-6DD4-89E5-7856AF984FFA}"/>
                </a:ext>
              </a:extLst>
            </p:cNvPr>
            <p:cNvSpPr>
              <a:spLocks/>
            </p:cNvSpPr>
            <p:nvPr userDrawn="1"/>
          </p:nvSpPr>
          <p:spPr bwMode="auto">
            <a:xfrm>
              <a:off x="5473701" y="3308351"/>
              <a:ext cx="22225" cy="20638"/>
            </a:xfrm>
            <a:custGeom>
              <a:avLst/>
              <a:gdLst>
                <a:gd name="T0" fmla="*/ 20 w 61"/>
                <a:gd name="T1" fmla="*/ 55 h 55"/>
                <a:gd name="T2" fmla="*/ 57 w 61"/>
                <a:gd name="T3" fmla="*/ 30 h 55"/>
                <a:gd name="T4" fmla="*/ 58 w 61"/>
                <a:gd name="T5" fmla="*/ 8 h 55"/>
                <a:gd name="T6" fmla="*/ 41 w 61"/>
                <a:gd name="T7" fmla="*/ 0 h 55"/>
                <a:gd name="T8" fmla="*/ 4 w 61"/>
                <a:gd name="T9" fmla="*/ 25 h 55"/>
                <a:gd name="T10" fmla="*/ 3 w 61"/>
                <a:gd name="T11" fmla="*/ 47 h 55"/>
                <a:gd name="T12" fmla="*/ 19 w 61"/>
                <a:gd name="T13" fmla="*/ 55 h 55"/>
                <a:gd name="T14" fmla="*/ 20 w 61"/>
                <a:gd name="T15" fmla="*/ 55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55">
                  <a:moveTo>
                    <a:pt x="20" y="55"/>
                  </a:moveTo>
                  <a:cubicBezTo>
                    <a:pt x="34" y="55"/>
                    <a:pt x="50" y="44"/>
                    <a:pt x="57" y="30"/>
                  </a:cubicBezTo>
                  <a:cubicBezTo>
                    <a:pt x="61" y="22"/>
                    <a:pt x="61" y="14"/>
                    <a:pt x="58" y="8"/>
                  </a:cubicBezTo>
                  <a:cubicBezTo>
                    <a:pt x="54" y="3"/>
                    <a:pt x="48" y="0"/>
                    <a:pt x="41" y="0"/>
                  </a:cubicBezTo>
                  <a:cubicBezTo>
                    <a:pt x="27" y="0"/>
                    <a:pt x="11" y="11"/>
                    <a:pt x="4" y="25"/>
                  </a:cubicBezTo>
                  <a:cubicBezTo>
                    <a:pt x="0" y="33"/>
                    <a:pt x="0" y="41"/>
                    <a:pt x="3" y="47"/>
                  </a:cubicBezTo>
                  <a:cubicBezTo>
                    <a:pt x="7" y="52"/>
                    <a:pt x="12" y="55"/>
                    <a:pt x="19" y="55"/>
                  </a:cubicBezTo>
                  <a:lnTo>
                    <a:pt x="20" y="55"/>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49" name="Freeform 99">
              <a:extLst>
                <a:ext uri="{FF2B5EF4-FFF2-40B4-BE49-F238E27FC236}">
                  <a16:creationId xmlns:a16="http://schemas.microsoft.com/office/drawing/2014/main" id="{BBB09706-B00B-4803-58C2-5BCF5157A2A5}"/>
                </a:ext>
              </a:extLst>
            </p:cNvPr>
            <p:cNvSpPr>
              <a:spLocks/>
            </p:cNvSpPr>
            <p:nvPr userDrawn="1"/>
          </p:nvSpPr>
          <p:spPr bwMode="auto">
            <a:xfrm>
              <a:off x="5426076" y="3309939"/>
              <a:ext cx="22225" cy="19050"/>
            </a:xfrm>
            <a:custGeom>
              <a:avLst/>
              <a:gdLst>
                <a:gd name="T0" fmla="*/ 58 w 62"/>
                <a:gd name="T1" fmla="*/ 29 h 54"/>
                <a:gd name="T2" fmla="*/ 58 w 62"/>
                <a:gd name="T3" fmla="*/ 8 h 54"/>
                <a:gd name="T4" fmla="*/ 42 w 62"/>
                <a:gd name="T5" fmla="*/ 0 h 54"/>
                <a:gd name="T6" fmla="*/ 5 w 62"/>
                <a:gd name="T7" fmla="*/ 25 h 54"/>
                <a:gd name="T8" fmla="*/ 4 w 62"/>
                <a:gd name="T9" fmla="*/ 46 h 54"/>
                <a:gd name="T10" fmla="*/ 20 w 62"/>
                <a:gd name="T11" fmla="*/ 54 h 54"/>
                <a:gd name="T12" fmla="*/ 20 w 62"/>
                <a:gd name="T13" fmla="*/ 54 h 54"/>
                <a:gd name="T14" fmla="*/ 58 w 62"/>
                <a:gd name="T15" fmla="*/ 29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54">
                  <a:moveTo>
                    <a:pt x="58" y="29"/>
                  </a:moveTo>
                  <a:cubicBezTo>
                    <a:pt x="62" y="21"/>
                    <a:pt x="62" y="14"/>
                    <a:pt x="58" y="8"/>
                  </a:cubicBezTo>
                  <a:cubicBezTo>
                    <a:pt x="55" y="3"/>
                    <a:pt x="49" y="0"/>
                    <a:pt x="42" y="0"/>
                  </a:cubicBezTo>
                  <a:cubicBezTo>
                    <a:pt x="28" y="0"/>
                    <a:pt x="11" y="11"/>
                    <a:pt x="5" y="25"/>
                  </a:cubicBezTo>
                  <a:cubicBezTo>
                    <a:pt x="1" y="33"/>
                    <a:pt x="0" y="41"/>
                    <a:pt x="4" y="46"/>
                  </a:cubicBezTo>
                  <a:cubicBezTo>
                    <a:pt x="7" y="52"/>
                    <a:pt x="13" y="54"/>
                    <a:pt x="20" y="54"/>
                  </a:cubicBezTo>
                  <a:lnTo>
                    <a:pt x="20" y="54"/>
                  </a:lnTo>
                  <a:cubicBezTo>
                    <a:pt x="34" y="54"/>
                    <a:pt x="51" y="43"/>
                    <a:pt x="58" y="29"/>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50" name="Group 149">
            <a:extLst>
              <a:ext uri="{FF2B5EF4-FFF2-40B4-BE49-F238E27FC236}">
                <a16:creationId xmlns:a16="http://schemas.microsoft.com/office/drawing/2014/main" id="{0356EFE8-0B5F-7E16-B4BF-BFFFF14C978C}"/>
              </a:ext>
            </a:extLst>
          </p:cNvPr>
          <p:cNvGrpSpPr/>
          <p:nvPr/>
        </p:nvGrpSpPr>
        <p:grpSpPr>
          <a:xfrm>
            <a:off x="3495676" y="5756276"/>
            <a:ext cx="344487" cy="349251"/>
            <a:chOff x="3495676" y="5756276"/>
            <a:chExt cx="344487" cy="349251"/>
          </a:xfrm>
        </p:grpSpPr>
        <p:sp>
          <p:nvSpPr>
            <p:cNvPr id="151" name="Freeform 100">
              <a:extLst>
                <a:ext uri="{FF2B5EF4-FFF2-40B4-BE49-F238E27FC236}">
                  <a16:creationId xmlns:a16="http://schemas.microsoft.com/office/drawing/2014/main" id="{AEEA24E6-00A7-0BB8-994C-2D403B2E0D49}"/>
                </a:ext>
              </a:extLst>
            </p:cNvPr>
            <p:cNvSpPr>
              <a:spLocks/>
            </p:cNvSpPr>
            <p:nvPr userDrawn="1"/>
          </p:nvSpPr>
          <p:spPr bwMode="auto">
            <a:xfrm>
              <a:off x="3654426" y="5919789"/>
              <a:ext cx="141288" cy="142875"/>
            </a:xfrm>
            <a:custGeom>
              <a:avLst/>
              <a:gdLst>
                <a:gd name="T0" fmla="*/ 125 w 392"/>
                <a:gd name="T1" fmla="*/ 333 h 397"/>
                <a:gd name="T2" fmla="*/ 92 w 392"/>
                <a:gd name="T3" fmla="*/ 333 h 397"/>
                <a:gd name="T4" fmla="*/ 63 w 392"/>
                <a:gd name="T5" fmla="*/ 305 h 397"/>
                <a:gd name="T6" fmla="*/ 63 w 392"/>
                <a:gd name="T7" fmla="*/ 92 h 397"/>
                <a:gd name="T8" fmla="*/ 92 w 392"/>
                <a:gd name="T9" fmla="*/ 63 h 397"/>
                <a:gd name="T10" fmla="*/ 300 w 392"/>
                <a:gd name="T11" fmla="*/ 63 h 397"/>
                <a:gd name="T12" fmla="*/ 329 w 392"/>
                <a:gd name="T13" fmla="*/ 92 h 397"/>
                <a:gd name="T14" fmla="*/ 329 w 392"/>
                <a:gd name="T15" fmla="*/ 127 h 397"/>
                <a:gd name="T16" fmla="*/ 356 w 392"/>
                <a:gd name="T17" fmla="*/ 162 h 397"/>
                <a:gd name="T18" fmla="*/ 380 w 392"/>
                <a:gd name="T19" fmla="*/ 156 h 397"/>
                <a:gd name="T20" fmla="*/ 392 w 392"/>
                <a:gd name="T21" fmla="*/ 135 h 397"/>
                <a:gd name="T22" fmla="*/ 392 w 392"/>
                <a:gd name="T23" fmla="*/ 92 h 397"/>
                <a:gd name="T24" fmla="*/ 300 w 392"/>
                <a:gd name="T25" fmla="*/ 0 h 397"/>
                <a:gd name="T26" fmla="*/ 92 w 392"/>
                <a:gd name="T27" fmla="*/ 0 h 397"/>
                <a:gd name="T28" fmla="*/ 0 w 392"/>
                <a:gd name="T29" fmla="*/ 92 h 397"/>
                <a:gd name="T30" fmla="*/ 0 w 392"/>
                <a:gd name="T31" fmla="*/ 305 h 397"/>
                <a:gd name="T32" fmla="*/ 92 w 392"/>
                <a:gd name="T33" fmla="*/ 397 h 397"/>
                <a:gd name="T34" fmla="*/ 125 w 392"/>
                <a:gd name="T35" fmla="*/ 397 h 397"/>
                <a:gd name="T36" fmla="*/ 147 w 392"/>
                <a:gd name="T37" fmla="*/ 387 h 397"/>
                <a:gd name="T38" fmla="*/ 157 w 392"/>
                <a:gd name="T39" fmla="*/ 365 h 397"/>
                <a:gd name="T40" fmla="*/ 125 w 392"/>
                <a:gd name="T41" fmla="*/ 333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92" h="397">
                  <a:moveTo>
                    <a:pt x="125" y="333"/>
                  </a:moveTo>
                  <a:lnTo>
                    <a:pt x="92" y="333"/>
                  </a:lnTo>
                  <a:cubicBezTo>
                    <a:pt x="76" y="333"/>
                    <a:pt x="63" y="321"/>
                    <a:pt x="63" y="305"/>
                  </a:cubicBezTo>
                  <a:lnTo>
                    <a:pt x="63" y="92"/>
                  </a:lnTo>
                  <a:cubicBezTo>
                    <a:pt x="63" y="75"/>
                    <a:pt x="76" y="63"/>
                    <a:pt x="92" y="63"/>
                  </a:cubicBezTo>
                  <a:lnTo>
                    <a:pt x="300" y="63"/>
                  </a:lnTo>
                  <a:cubicBezTo>
                    <a:pt x="317" y="63"/>
                    <a:pt x="329" y="75"/>
                    <a:pt x="329" y="92"/>
                  </a:cubicBezTo>
                  <a:lnTo>
                    <a:pt x="329" y="127"/>
                  </a:lnTo>
                  <a:cubicBezTo>
                    <a:pt x="327" y="145"/>
                    <a:pt x="339" y="160"/>
                    <a:pt x="356" y="162"/>
                  </a:cubicBezTo>
                  <a:cubicBezTo>
                    <a:pt x="365" y="163"/>
                    <a:pt x="373" y="161"/>
                    <a:pt x="380" y="156"/>
                  </a:cubicBezTo>
                  <a:cubicBezTo>
                    <a:pt x="386" y="151"/>
                    <a:pt x="391" y="143"/>
                    <a:pt x="392" y="135"/>
                  </a:cubicBezTo>
                  <a:lnTo>
                    <a:pt x="392" y="92"/>
                  </a:lnTo>
                  <a:cubicBezTo>
                    <a:pt x="392" y="41"/>
                    <a:pt x="351" y="0"/>
                    <a:pt x="300" y="0"/>
                  </a:cubicBezTo>
                  <a:lnTo>
                    <a:pt x="92" y="0"/>
                  </a:lnTo>
                  <a:cubicBezTo>
                    <a:pt x="41" y="0"/>
                    <a:pt x="0" y="41"/>
                    <a:pt x="0" y="92"/>
                  </a:cubicBezTo>
                  <a:lnTo>
                    <a:pt x="0" y="305"/>
                  </a:lnTo>
                  <a:cubicBezTo>
                    <a:pt x="0" y="356"/>
                    <a:pt x="41" y="397"/>
                    <a:pt x="92" y="397"/>
                  </a:cubicBezTo>
                  <a:lnTo>
                    <a:pt x="125" y="397"/>
                  </a:lnTo>
                  <a:cubicBezTo>
                    <a:pt x="134" y="397"/>
                    <a:pt x="142" y="393"/>
                    <a:pt x="147" y="387"/>
                  </a:cubicBezTo>
                  <a:cubicBezTo>
                    <a:pt x="154" y="381"/>
                    <a:pt x="157" y="373"/>
                    <a:pt x="157" y="365"/>
                  </a:cubicBezTo>
                  <a:cubicBezTo>
                    <a:pt x="157" y="347"/>
                    <a:pt x="142" y="333"/>
                    <a:pt x="125" y="33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52" name="Freeform 101">
              <a:extLst>
                <a:ext uri="{FF2B5EF4-FFF2-40B4-BE49-F238E27FC236}">
                  <a16:creationId xmlns:a16="http://schemas.microsoft.com/office/drawing/2014/main" id="{19921F31-5601-1EA7-9AEF-527A6EB38A25}"/>
                </a:ext>
              </a:extLst>
            </p:cNvPr>
            <p:cNvSpPr>
              <a:spLocks/>
            </p:cNvSpPr>
            <p:nvPr userDrawn="1"/>
          </p:nvSpPr>
          <p:spPr bwMode="auto">
            <a:xfrm>
              <a:off x="3729038" y="5995989"/>
              <a:ext cx="111125" cy="109538"/>
            </a:xfrm>
            <a:custGeom>
              <a:avLst/>
              <a:gdLst>
                <a:gd name="T0" fmla="*/ 282 w 311"/>
                <a:gd name="T1" fmla="*/ 122 h 305"/>
                <a:gd name="T2" fmla="*/ 187 w 311"/>
                <a:gd name="T3" fmla="*/ 121 h 305"/>
                <a:gd name="T4" fmla="*/ 187 w 311"/>
                <a:gd name="T5" fmla="*/ 32 h 305"/>
                <a:gd name="T6" fmla="*/ 178 w 311"/>
                <a:gd name="T7" fmla="*/ 10 h 305"/>
                <a:gd name="T8" fmla="*/ 157 w 311"/>
                <a:gd name="T9" fmla="*/ 0 h 305"/>
                <a:gd name="T10" fmla="*/ 148 w 311"/>
                <a:gd name="T11" fmla="*/ 1 h 305"/>
                <a:gd name="T12" fmla="*/ 124 w 311"/>
                <a:gd name="T13" fmla="*/ 32 h 305"/>
                <a:gd name="T14" fmla="*/ 124 w 311"/>
                <a:gd name="T15" fmla="*/ 121 h 305"/>
                <a:gd name="T16" fmla="*/ 37 w 311"/>
                <a:gd name="T17" fmla="*/ 121 h 305"/>
                <a:gd name="T18" fmla="*/ 31 w 311"/>
                <a:gd name="T19" fmla="*/ 121 h 305"/>
                <a:gd name="T20" fmla="*/ 29 w 311"/>
                <a:gd name="T21" fmla="*/ 122 h 305"/>
                <a:gd name="T22" fmla="*/ 2 w 311"/>
                <a:gd name="T23" fmla="*/ 158 h 305"/>
                <a:gd name="T24" fmla="*/ 34 w 311"/>
                <a:gd name="T25" fmla="*/ 184 h 305"/>
                <a:gd name="T26" fmla="*/ 124 w 311"/>
                <a:gd name="T27" fmla="*/ 184 h 305"/>
                <a:gd name="T28" fmla="*/ 124 w 311"/>
                <a:gd name="T29" fmla="*/ 274 h 305"/>
                <a:gd name="T30" fmla="*/ 155 w 311"/>
                <a:gd name="T31" fmla="*/ 305 h 305"/>
                <a:gd name="T32" fmla="*/ 187 w 311"/>
                <a:gd name="T33" fmla="*/ 274 h 305"/>
                <a:gd name="T34" fmla="*/ 187 w 311"/>
                <a:gd name="T35" fmla="*/ 184 h 305"/>
                <a:gd name="T36" fmla="*/ 274 w 311"/>
                <a:gd name="T37" fmla="*/ 184 h 305"/>
                <a:gd name="T38" fmla="*/ 297 w 311"/>
                <a:gd name="T39" fmla="*/ 178 h 305"/>
                <a:gd name="T40" fmla="*/ 309 w 311"/>
                <a:gd name="T41" fmla="*/ 157 h 305"/>
                <a:gd name="T42" fmla="*/ 282 w 311"/>
                <a:gd name="T43" fmla="*/ 12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1" h="305">
                  <a:moveTo>
                    <a:pt x="282" y="122"/>
                  </a:moveTo>
                  <a:lnTo>
                    <a:pt x="187" y="121"/>
                  </a:lnTo>
                  <a:lnTo>
                    <a:pt x="187" y="32"/>
                  </a:lnTo>
                  <a:cubicBezTo>
                    <a:pt x="187" y="24"/>
                    <a:pt x="184" y="16"/>
                    <a:pt x="178" y="10"/>
                  </a:cubicBezTo>
                  <a:cubicBezTo>
                    <a:pt x="172" y="4"/>
                    <a:pt x="164" y="0"/>
                    <a:pt x="157" y="0"/>
                  </a:cubicBezTo>
                  <a:lnTo>
                    <a:pt x="148" y="1"/>
                  </a:lnTo>
                  <a:cubicBezTo>
                    <a:pt x="134" y="4"/>
                    <a:pt x="123" y="17"/>
                    <a:pt x="124" y="32"/>
                  </a:cubicBezTo>
                  <a:lnTo>
                    <a:pt x="124" y="121"/>
                  </a:lnTo>
                  <a:lnTo>
                    <a:pt x="37" y="121"/>
                  </a:lnTo>
                  <a:lnTo>
                    <a:pt x="31" y="121"/>
                  </a:lnTo>
                  <a:lnTo>
                    <a:pt x="29" y="122"/>
                  </a:lnTo>
                  <a:cubicBezTo>
                    <a:pt x="12" y="124"/>
                    <a:pt x="0" y="141"/>
                    <a:pt x="2" y="158"/>
                  </a:cubicBezTo>
                  <a:cubicBezTo>
                    <a:pt x="5" y="174"/>
                    <a:pt x="19" y="185"/>
                    <a:pt x="34" y="184"/>
                  </a:cubicBezTo>
                  <a:lnTo>
                    <a:pt x="124" y="184"/>
                  </a:lnTo>
                  <a:lnTo>
                    <a:pt x="124" y="274"/>
                  </a:lnTo>
                  <a:cubicBezTo>
                    <a:pt x="124" y="291"/>
                    <a:pt x="138" y="305"/>
                    <a:pt x="155" y="305"/>
                  </a:cubicBezTo>
                  <a:cubicBezTo>
                    <a:pt x="173" y="305"/>
                    <a:pt x="187" y="291"/>
                    <a:pt x="187" y="274"/>
                  </a:cubicBezTo>
                  <a:lnTo>
                    <a:pt x="187" y="184"/>
                  </a:lnTo>
                  <a:lnTo>
                    <a:pt x="274" y="184"/>
                  </a:lnTo>
                  <a:cubicBezTo>
                    <a:pt x="282" y="185"/>
                    <a:pt x="290" y="183"/>
                    <a:pt x="297" y="178"/>
                  </a:cubicBezTo>
                  <a:cubicBezTo>
                    <a:pt x="304" y="172"/>
                    <a:pt x="308" y="165"/>
                    <a:pt x="309" y="157"/>
                  </a:cubicBezTo>
                  <a:cubicBezTo>
                    <a:pt x="311" y="139"/>
                    <a:pt x="299" y="124"/>
                    <a:pt x="282" y="122"/>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53" name="Freeform 102">
              <a:extLst>
                <a:ext uri="{FF2B5EF4-FFF2-40B4-BE49-F238E27FC236}">
                  <a16:creationId xmlns:a16="http://schemas.microsoft.com/office/drawing/2014/main" id="{2913A212-B46F-35E8-FA27-3CF8E0E84E09}"/>
                </a:ext>
              </a:extLst>
            </p:cNvPr>
            <p:cNvSpPr>
              <a:spLocks noEditPoints="1"/>
            </p:cNvSpPr>
            <p:nvPr userDrawn="1"/>
          </p:nvSpPr>
          <p:spPr bwMode="auto">
            <a:xfrm>
              <a:off x="3495676" y="5916614"/>
              <a:ext cx="141288" cy="142875"/>
            </a:xfrm>
            <a:custGeom>
              <a:avLst/>
              <a:gdLst>
                <a:gd name="T0" fmla="*/ 329 w 391"/>
                <a:gd name="T1" fmla="*/ 305 h 396"/>
                <a:gd name="T2" fmla="*/ 300 w 391"/>
                <a:gd name="T3" fmla="*/ 333 h 396"/>
                <a:gd name="T4" fmla="*/ 92 w 391"/>
                <a:gd name="T5" fmla="*/ 333 h 396"/>
                <a:gd name="T6" fmla="*/ 63 w 391"/>
                <a:gd name="T7" fmla="*/ 305 h 396"/>
                <a:gd name="T8" fmla="*/ 63 w 391"/>
                <a:gd name="T9" fmla="*/ 91 h 396"/>
                <a:gd name="T10" fmla="*/ 92 w 391"/>
                <a:gd name="T11" fmla="*/ 63 h 396"/>
                <a:gd name="T12" fmla="*/ 300 w 391"/>
                <a:gd name="T13" fmla="*/ 63 h 396"/>
                <a:gd name="T14" fmla="*/ 329 w 391"/>
                <a:gd name="T15" fmla="*/ 91 h 396"/>
                <a:gd name="T16" fmla="*/ 329 w 391"/>
                <a:gd name="T17" fmla="*/ 305 h 396"/>
                <a:gd name="T18" fmla="*/ 300 w 391"/>
                <a:gd name="T19" fmla="*/ 0 h 396"/>
                <a:gd name="T20" fmla="*/ 92 w 391"/>
                <a:gd name="T21" fmla="*/ 0 h 396"/>
                <a:gd name="T22" fmla="*/ 0 w 391"/>
                <a:gd name="T23" fmla="*/ 91 h 396"/>
                <a:gd name="T24" fmla="*/ 0 w 391"/>
                <a:gd name="T25" fmla="*/ 305 h 396"/>
                <a:gd name="T26" fmla="*/ 92 w 391"/>
                <a:gd name="T27" fmla="*/ 396 h 396"/>
                <a:gd name="T28" fmla="*/ 300 w 391"/>
                <a:gd name="T29" fmla="*/ 396 h 396"/>
                <a:gd name="T30" fmla="*/ 391 w 391"/>
                <a:gd name="T31" fmla="*/ 305 h 396"/>
                <a:gd name="T32" fmla="*/ 391 w 391"/>
                <a:gd name="T33" fmla="*/ 91 h 396"/>
                <a:gd name="T34" fmla="*/ 300 w 391"/>
                <a:gd name="T35"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1" h="396">
                  <a:moveTo>
                    <a:pt x="329" y="305"/>
                  </a:moveTo>
                  <a:cubicBezTo>
                    <a:pt x="329" y="321"/>
                    <a:pt x="316" y="333"/>
                    <a:pt x="300" y="333"/>
                  </a:cubicBezTo>
                  <a:lnTo>
                    <a:pt x="92" y="333"/>
                  </a:lnTo>
                  <a:cubicBezTo>
                    <a:pt x="76" y="333"/>
                    <a:pt x="63" y="321"/>
                    <a:pt x="63" y="305"/>
                  </a:cubicBezTo>
                  <a:lnTo>
                    <a:pt x="63" y="91"/>
                  </a:lnTo>
                  <a:cubicBezTo>
                    <a:pt x="63" y="75"/>
                    <a:pt x="76" y="63"/>
                    <a:pt x="92" y="63"/>
                  </a:cubicBezTo>
                  <a:lnTo>
                    <a:pt x="300" y="63"/>
                  </a:lnTo>
                  <a:cubicBezTo>
                    <a:pt x="316" y="63"/>
                    <a:pt x="329" y="75"/>
                    <a:pt x="329" y="91"/>
                  </a:cubicBezTo>
                  <a:lnTo>
                    <a:pt x="329" y="305"/>
                  </a:lnTo>
                  <a:close/>
                  <a:moveTo>
                    <a:pt x="300" y="0"/>
                  </a:moveTo>
                  <a:lnTo>
                    <a:pt x="92" y="0"/>
                  </a:lnTo>
                  <a:cubicBezTo>
                    <a:pt x="41" y="0"/>
                    <a:pt x="0" y="41"/>
                    <a:pt x="0" y="91"/>
                  </a:cubicBezTo>
                  <a:lnTo>
                    <a:pt x="0" y="305"/>
                  </a:lnTo>
                  <a:cubicBezTo>
                    <a:pt x="0" y="355"/>
                    <a:pt x="41" y="396"/>
                    <a:pt x="92" y="396"/>
                  </a:cubicBezTo>
                  <a:lnTo>
                    <a:pt x="300" y="396"/>
                  </a:lnTo>
                  <a:cubicBezTo>
                    <a:pt x="351" y="396"/>
                    <a:pt x="391" y="355"/>
                    <a:pt x="391" y="305"/>
                  </a:cubicBezTo>
                  <a:lnTo>
                    <a:pt x="391" y="91"/>
                  </a:lnTo>
                  <a:cubicBezTo>
                    <a:pt x="391" y="41"/>
                    <a:pt x="351" y="0"/>
                    <a:pt x="300"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54" name="Freeform 103">
              <a:extLst>
                <a:ext uri="{FF2B5EF4-FFF2-40B4-BE49-F238E27FC236}">
                  <a16:creationId xmlns:a16="http://schemas.microsoft.com/office/drawing/2014/main" id="{CE8E5AD5-D424-6E30-EFF7-EF0D6F3301B2}"/>
                </a:ext>
              </a:extLst>
            </p:cNvPr>
            <p:cNvSpPr>
              <a:spLocks noEditPoints="1"/>
            </p:cNvSpPr>
            <p:nvPr userDrawn="1"/>
          </p:nvSpPr>
          <p:spPr bwMode="auto">
            <a:xfrm>
              <a:off x="3495676" y="5756276"/>
              <a:ext cx="141288" cy="142875"/>
            </a:xfrm>
            <a:custGeom>
              <a:avLst/>
              <a:gdLst>
                <a:gd name="T0" fmla="*/ 329 w 391"/>
                <a:gd name="T1" fmla="*/ 305 h 396"/>
                <a:gd name="T2" fmla="*/ 300 w 391"/>
                <a:gd name="T3" fmla="*/ 333 h 396"/>
                <a:gd name="T4" fmla="*/ 92 w 391"/>
                <a:gd name="T5" fmla="*/ 333 h 396"/>
                <a:gd name="T6" fmla="*/ 63 w 391"/>
                <a:gd name="T7" fmla="*/ 305 h 396"/>
                <a:gd name="T8" fmla="*/ 63 w 391"/>
                <a:gd name="T9" fmla="*/ 91 h 396"/>
                <a:gd name="T10" fmla="*/ 92 w 391"/>
                <a:gd name="T11" fmla="*/ 63 h 396"/>
                <a:gd name="T12" fmla="*/ 300 w 391"/>
                <a:gd name="T13" fmla="*/ 63 h 396"/>
                <a:gd name="T14" fmla="*/ 329 w 391"/>
                <a:gd name="T15" fmla="*/ 91 h 396"/>
                <a:gd name="T16" fmla="*/ 329 w 391"/>
                <a:gd name="T17" fmla="*/ 305 h 396"/>
                <a:gd name="T18" fmla="*/ 300 w 391"/>
                <a:gd name="T19" fmla="*/ 0 h 396"/>
                <a:gd name="T20" fmla="*/ 92 w 391"/>
                <a:gd name="T21" fmla="*/ 0 h 396"/>
                <a:gd name="T22" fmla="*/ 0 w 391"/>
                <a:gd name="T23" fmla="*/ 91 h 396"/>
                <a:gd name="T24" fmla="*/ 0 w 391"/>
                <a:gd name="T25" fmla="*/ 305 h 396"/>
                <a:gd name="T26" fmla="*/ 92 w 391"/>
                <a:gd name="T27" fmla="*/ 396 h 396"/>
                <a:gd name="T28" fmla="*/ 300 w 391"/>
                <a:gd name="T29" fmla="*/ 396 h 396"/>
                <a:gd name="T30" fmla="*/ 391 w 391"/>
                <a:gd name="T31" fmla="*/ 305 h 396"/>
                <a:gd name="T32" fmla="*/ 391 w 391"/>
                <a:gd name="T33" fmla="*/ 91 h 396"/>
                <a:gd name="T34" fmla="*/ 300 w 391"/>
                <a:gd name="T35"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1" h="396">
                  <a:moveTo>
                    <a:pt x="329" y="305"/>
                  </a:moveTo>
                  <a:cubicBezTo>
                    <a:pt x="329" y="321"/>
                    <a:pt x="316" y="333"/>
                    <a:pt x="300" y="333"/>
                  </a:cubicBezTo>
                  <a:lnTo>
                    <a:pt x="92" y="333"/>
                  </a:lnTo>
                  <a:cubicBezTo>
                    <a:pt x="75" y="333"/>
                    <a:pt x="63" y="321"/>
                    <a:pt x="63" y="305"/>
                  </a:cubicBezTo>
                  <a:lnTo>
                    <a:pt x="63" y="91"/>
                  </a:lnTo>
                  <a:cubicBezTo>
                    <a:pt x="63" y="76"/>
                    <a:pt x="76" y="63"/>
                    <a:pt x="92" y="63"/>
                  </a:cubicBezTo>
                  <a:lnTo>
                    <a:pt x="300" y="63"/>
                  </a:lnTo>
                  <a:cubicBezTo>
                    <a:pt x="316" y="63"/>
                    <a:pt x="329" y="76"/>
                    <a:pt x="329" y="91"/>
                  </a:cubicBezTo>
                  <a:lnTo>
                    <a:pt x="329" y="305"/>
                  </a:lnTo>
                  <a:close/>
                  <a:moveTo>
                    <a:pt x="300" y="0"/>
                  </a:moveTo>
                  <a:lnTo>
                    <a:pt x="92" y="0"/>
                  </a:lnTo>
                  <a:cubicBezTo>
                    <a:pt x="41" y="0"/>
                    <a:pt x="0" y="41"/>
                    <a:pt x="0" y="91"/>
                  </a:cubicBezTo>
                  <a:lnTo>
                    <a:pt x="0" y="305"/>
                  </a:lnTo>
                  <a:cubicBezTo>
                    <a:pt x="0" y="355"/>
                    <a:pt x="41" y="396"/>
                    <a:pt x="92" y="396"/>
                  </a:cubicBezTo>
                  <a:lnTo>
                    <a:pt x="300" y="396"/>
                  </a:lnTo>
                  <a:cubicBezTo>
                    <a:pt x="351" y="396"/>
                    <a:pt x="391" y="355"/>
                    <a:pt x="391" y="305"/>
                  </a:cubicBezTo>
                  <a:lnTo>
                    <a:pt x="391" y="91"/>
                  </a:lnTo>
                  <a:cubicBezTo>
                    <a:pt x="391" y="41"/>
                    <a:pt x="351" y="0"/>
                    <a:pt x="300"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55" name="Freeform 104">
              <a:extLst>
                <a:ext uri="{FF2B5EF4-FFF2-40B4-BE49-F238E27FC236}">
                  <a16:creationId xmlns:a16="http://schemas.microsoft.com/office/drawing/2014/main" id="{F242192C-9B26-C330-73AC-830F63DDF16D}"/>
                </a:ext>
              </a:extLst>
            </p:cNvPr>
            <p:cNvSpPr>
              <a:spLocks noEditPoints="1"/>
            </p:cNvSpPr>
            <p:nvPr userDrawn="1"/>
          </p:nvSpPr>
          <p:spPr bwMode="auto">
            <a:xfrm>
              <a:off x="3656013" y="5756276"/>
              <a:ext cx="141288" cy="142875"/>
            </a:xfrm>
            <a:custGeom>
              <a:avLst/>
              <a:gdLst>
                <a:gd name="T0" fmla="*/ 63 w 391"/>
                <a:gd name="T1" fmla="*/ 91 h 396"/>
                <a:gd name="T2" fmla="*/ 91 w 391"/>
                <a:gd name="T3" fmla="*/ 63 h 396"/>
                <a:gd name="T4" fmla="*/ 300 w 391"/>
                <a:gd name="T5" fmla="*/ 63 h 396"/>
                <a:gd name="T6" fmla="*/ 328 w 391"/>
                <a:gd name="T7" fmla="*/ 91 h 396"/>
                <a:gd name="T8" fmla="*/ 328 w 391"/>
                <a:gd name="T9" fmla="*/ 305 h 396"/>
                <a:gd name="T10" fmla="*/ 300 w 391"/>
                <a:gd name="T11" fmla="*/ 333 h 396"/>
                <a:gd name="T12" fmla="*/ 91 w 391"/>
                <a:gd name="T13" fmla="*/ 333 h 396"/>
                <a:gd name="T14" fmla="*/ 63 w 391"/>
                <a:gd name="T15" fmla="*/ 305 h 396"/>
                <a:gd name="T16" fmla="*/ 63 w 391"/>
                <a:gd name="T17" fmla="*/ 91 h 396"/>
                <a:gd name="T18" fmla="*/ 91 w 391"/>
                <a:gd name="T19" fmla="*/ 396 h 396"/>
                <a:gd name="T20" fmla="*/ 300 w 391"/>
                <a:gd name="T21" fmla="*/ 396 h 396"/>
                <a:gd name="T22" fmla="*/ 391 w 391"/>
                <a:gd name="T23" fmla="*/ 305 h 396"/>
                <a:gd name="T24" fmla="*/ 391 w 391"/>
                <a:gd name="T25" fmla="*/ 91 h 396"/>
                <a:gd name="T26" fmla="*/ 300 w 391"/>
                <a:gd name="T27" fmla="*/ 0 h 396"/>
                <a:gd name="T28" fmla="*/ 91 w 391"/>
                <a:gd name="T29" fmla="*/ 0 h 396"/>
                <a:gd name="T30" fmla="*/ 0 w 391"/>
                <a:gd name="T31" fmla="*/ 91 h 396"/>
                <a:gd name="T32" fmla="*/ 0 w 391"/>
                <a:gd name="T33" fmla="*/ 305 h 396"/>
                <a:gd name="T34" fmla="*/ 91 w 391"/>
                <a:gd name="T35" fmla="*/ 3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1" h="396">
                  <a:moveTo>
                    <a:pt x="63" y="91"/>
                  </a:moveTo>
                  <a:cubicBezTo>
                    <a:pt x="63" y="76"/>
                    <a:pt x="75" y="63"/>
                    <a:pt x="91" y="63"/>
                  </a:cubicBezTo>
                  <a:lnTo>
                    <a:pt x="300" y="63"/>
                  </a:lnTo>
                  <a:cubicBezTo>
                    <a:pt x="315" y="63"/>
                    <a:pt x="328" y="75"/>
                    <a:pt x="328" y="91"/>
                  </a:cubicBezTo>
                  <a:lnTo>
                    <a:pt x="328" y="305"/>
                  </a:lnTo>
                  <a:cubicBezTo>
                    <a:pt x="328" y="321"/>
                    <a:pt x="315" y="333"/>
                    <a:pt x="300" y="333"/>
                  </a:cubicBezTo>
                  <a:lnTo>
                    <a:pt x="91" y="333"/>
                  </a:lnTo>
                  <a:cubicBezTo>
                    <a:pt x="75" y="333"/>
                    <a:pt x="63" y="321"/>
                    <a:pt x="63" y="305"/>
                  </a:cubicBezTo>
                  <a:lnTo>
                    <a:pt x="63" y="91"/>
                  </a:lnTo>
                  <a:close/>
                  <a:moveTo>
                    <a:pt x="91" y="396"/>
                  </a:moveTo>
                  <a:lnTo>
                    <a:pt x="300" y="396"/>
                  </a:lnTo>
                  <a:cubicBezTo>
                    <a:pt x="350" y="396"/>
                    <a:pt x="391" y="355"/>
                    <a:pt x="391" y="305"/>
                  </a:cubicBezTo>
                  <a:lnTo>
                    <a:pt x="391" y="91"/>
                  </a:lnTo>
                  <a:cubicBezTo>
                    <a:pt x="391" y="41"/>
                    <a:pt x="350" y="0"/>
                    <a:pt x="300" y="0"/>
                  </a:cubicBezTo>
                  <a:lnTo>
                    <a:pt x="91" y="0"/>
                  </a:lnTo>
                  <a:cubicBezTo>
                    <a:pt x="41" y="0"/>
                    <a:pt x="0" y="41"/>
                    <a:pt x="0" y="91"/>
                  </a:cubicBezTo>
                  <a:lnTo>
                    <a:pt x="0" y="305"/>
                  </a:lnTo>
                  <a:cubicBezTo>
                    <a:pt x="0" y="355"/>
                    <a:pt x="41" y="396"/>
                    <a:pt x="91" y="396"/>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56" name="Group 155">
            <a:extLst>
              <a:ext uri="{FF2B5EF4-FFF2-40B4-BE49-F238E27FC236}">
                <a16:creationId xmlns:a16="http://schemas.microsoft.com/office/drawing/2014/main" id="{AF2A5E9B-6176-64A0-6DFC-D722FE513E25}"/>
              </a:ext>
            </a:extLst>
          </p:cNvPr>
          <p:cNvGrpSpPr/>
          <p:nvPr/>
        </p:nvGrpSpPr>
        <p:grpSpPr>
          <a:xfrm>
            <a:off x="5373688" y="4878389"/>
            <a:ext cx="336550" cy="334963"/>
            <a:chOff x="5373688" y="4878389"/>
            <a:chExt cx="336550" cy="334963"/>
          </a:xfrm>
        </p:grpSpPr>
        <p:sp>
          <p:nvSpPr>
            <p:cNvPr id="157" name="Freeform 105">
              <a:extLst>
                <a:ext uri="{FF2B5EF4-FFF2-40B4-BE49-F238E27FC236}">
                  <a16:creationId xmlns:a16="http://schemas.microsoft.com/office/drawing/2014/main" id="{740885FA-EF21-8F6E-3A86-9E0B8ABE5C68}"/>
                </a:ext>
              </a:extLst>
            </p:cNvPr>
            <p:cNvSpPr>
              <a:spLocks/>
            </p:cNvSpPr>
            <p:nvPr userDrawn="1"/>
          </p:nvSpPr>
          <p:spPr bwMode="auto">
            <a:xfrm>
              <a:off x="5522913" y="4970464"/>
              <a:ext cx="92075" cy="111125"/>
            </a:xfrm>
            <a:custGeom>
              <a:avLst/>
              <a:gdLst>
                <a:gd name="T0" fmla="*/ 139 w 252"/>
                <a:gd name="T1" fmla="*/ 256 h 309"/>
                <a:gd name="T2" fmla="*/ 63 w 252"/>
                <a:gd name="T3" fmla="*/ 249 h 309"/>
                <a:gd name="T4" fmla="*/ 58 w 252"/>
                <a:gd name="T5" fmla="*/ 142 h 309"/>
                <a:gd name="T6" fmla="*/ 49 w 252"/>
                <a:gd name="T7" fmla="*/ 74 h 309"/>
                <a:gd name="T8" fmla="*/ 33 w 252"/>
                <a:gd name="T9" fmla="*/ 6 h 309"/>
                <a:gd name="T10" fmla="*/ 32 w 252"/>
                <a:gd name="T11" fmla="*/ 0 h 309"/>
                <a:gd name="T12" fmla="*/ 31 w 252"/>
                <a:gd name="T13" fmla="*/ 6 h 309"/>
                <a:gd name="T14" fmla="*/ 15 w 252"/>
                <a:gd name="T15" fmla="*/ 74 h 309"/>
                <a:gd name="T16" fmla="*/ 5 w 252"/>
                <a:gd name="T17" fmla="*/ 142 h 309"/>
                <a:gd name="T18" fmla="*/ 1 w 252"/>
                <a:gd name="T19" fmla="*/ 278 h 309"/>
                <a:gd name="T20" fmla="*/ 2 w 252"/>
                <a:gd name="T21" fmla="*/ 309 h 309"/>
                <a:gd name="T22" fmla="*/ 32 w 252"/>
                <a:gd name="T23" fmla="*/ 309 h 309"/>
                <a:gd name="T24" fmla="*/ 138 w 252"/>
                <a:gd name="T25" fmla="*/ 303 h 309"/>
                <a:gd name="T26" fmla="*/ 192 w 252"/>
                <a:gd name="T27" fmla="*/ 295 h 309"/>
                <a:gd name="T28" fmla="*/ 252 w 252"/>
                <a:gd name="T29" fmla="*/ 281 h 309"/>
                <a:gd name="T30" fmla="*/ 192 w 252"/>
                <a:gd name="T31" fmla="*/ 265 h 309"/>
                <a:gd name="T32" fmla="*/ 139 w 252"/>
                <a:gd name="T33" fmla="*/ 25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2" h="309">
                  <a:moveTo>
                    <a:pt x="139" y="256"/>
                  </a:moveTo>
                  <a:cubicBezTo>
                    <a:pt x="138" y="256"/>
                    <a:pt x="98" y="252"/>
                    <a:pt x="63" y="249"/>
                  </a:cubicBezTo>
                  <a:cubicBezTo>
                    <a:pt x="63" y="212"/>
                    <a:pt x="62" y="176"/>
                    <a:pt x="58" y="142"/>
                  </a:cubicBezTo>
                  <a:cubicBezTo>
                    <a:pt x="56" y="118"/>
                    <a:pt x="53" y="95"/>
                    <a:pt x="49" y="74"/>
                  </a:cubicBezTo>
                  <a:cubicBezTo>
                    <a:pt x="46" y="52"/>
                    <a:pt x="33" y="7"/>
                    <a:pt x="33" y="6"/>
                  </a:cubicBezTo>
                  <a:lnTo>
                    <a:pt x="32" y="0"/>
                  </a:lnTo>
                  <a:lnTo>
                    <a:pt x="31" y="6"/>
                  </a:lnTo>
                  <a:cubicBezTo>
                    <a:pt x="30" y="7"/>
                    <a:pt x="18" y="52"/>
                    <a:pt x="15" y="74"/>
                  </a:cubicBezTo>
                  <a:cubicBezTo>
                    <a:pt x="11" y="95"/>
                    <a:pt x="8" y="117"/>
                    <a:pt x="5" y="142"/>
                  </a:cubicBezTo>
                  <a:cubicBezTo>
                    <a:pt x="1" y="186"/>
                    <a:pt x="0" y="230"/>
                    <a:pt x="1" y="278"/>
                  </a:cubicBezTo>
                  <a:lnTo>
                    <a:pt x="2" y="309"/>
                  </a:lnTo>
                  <a:lnTo>
                    <a:pt x="32" y="309"/>
                  </a:lnTo>
                  <a:cubicBezTo>
                    <a:pt x="73" y="308"/>
                    <a:pt x="138" y="303"/>
                    <a:pt x="138" y="303"/>
                  </a:cubicBezTo>
                  <a:lnTo>
                    <a:pt x="192" y="295"/>
                  </a:lnTo>
                  <a:lnTo>
                    <a:pt x="252" y="281"/>
                  </a:lnTo>
                  <a:lnTo>
                    <a:pt x="192" y="265"/>
                  </a:lnTo>
                  <a:lnTo>
                    <a:pt x="139" y="256"/>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58" name="Freeform 106">
              <a:extLst>
                <a:ext uri="{FF2B5EF4-FFF2-40B4-BE49-F238E27FC236}">
                  <a16:creationId xmlns:a16="http://schemas.microsoft.com/office/drawing/2014/main" id="{B95DEF14-C4B6-5BAE-14F8-C47D4AF414E7}"/>
                </a:ext>
              </a:extLst>
            </p:cNvPr>
            <p:cNvSpPr>
              <a:spLocks noEditPoints="1"/>
            </p:cNvSpPr>
            <p:nvPr userDrawn="1"/>
          </p:nvSpPr>
          <p:spPr bwMode="auto">
            <a:xfrm>
              <a:off x="5373688" y="4878389"/>
              <a:ext cx="336550" cy="334963"/>
            </a:xfrm>
            <a:custGeom>
              <a:avLst/>
              <a:gdLst>
                <a:gd name="T0" fmla="*/ 794 w 930"/>
                <a:gd name="T1" fmla="*/ 493 h 929"/>
                <a:gd name="T2" fmla="*/ 721 w 930"/>
                <a:gd name="T3" fmla="*/ 674 h 929"/>
                <a:gd name="T4" fmla="*/ 706 w 930"/>
                <a:gd name="T5" fmla="*/ 692 h 929"/>
                <a:gd name="T6" fmla="*/ 729 w 930"/>
                <a:gd name="T7" fmla="*/ 781 h 929"/>
                <a:gd name="T8" fmla="*/ 672 w 930"/>
                <a:gd name="T9" fmla="*/ 723 h 929"/>
                <a:gd name="T10" fmla="*/ 503 w 930"/>
                <a:gd name="T11" fmla="*/ 793 h 929"/>
                <a:gd name="T12" fmla="*/ 480 w 930"/>
                <a:gd name="T13" fmla="*/ 875 h 929"/>
                <a:gd name="T14" fmla="*/ 434 w 930"/>
                <a:gd name="T15" fmla="*/ 796 h 929"/>
                <a:gd name="T16" fmla="*/ 412 w 930"/>
                <a:gd name="T17" fmla="*/ 790 h 929"/>
                <a:gd name="T18" fmla="*/ 255 w 930"/>
                <a:gd name="T19" fmla="*/ 718 h 929"/>
                <a:gd name="T20" fmla="*/ 166 w 930"/>
                <a:gd name="T21" fmla="*/ 749 h 929"/>
                <a:gd name="T22" fmla="*/ 222 w 930"/>
                <a:gd name="T23" fmla="*/ 686 h 929"/>
                <a:gd name="T24" fmla="*/ 140 w 930"/>
                <a:gd name="T25" fmla="*/ 506 h 929"/>
                <a:gd name="T26" fmla="*/ 138 w 930"/>
                <a:gd name="T27" fmla="*/ 482 h 929"/>
                <a:gd name="T28" fmla="*/ 54 w 930"/>
                <a:gd name="T29" fmla="*/ 438 h 929"/>
                <a:gd name="T30" fmla="*/ 139 w 930"/>
                <a:gd name="T31" fmla="*/ 436 h 929"/>
                <a:gd name="T32" fmla="*/ 212 w 930"/>
                <a:gd name="T33" fmla="*/ 259 h 929"/>
                <a:gd name="T34" fmla="*/ 227 w 930"/>
                <a:gd name="T35" fmla="*/ 241 h 929"/>
                <a:gd name="T36" fmla="*/ 200 w 930"/>
                <a:gd name="T37" fmla="*/ 148 h 929"/>
                <a:gd name="T38" fmla="*/ 261 w 930"/>
                <a:gd name="T39" fmla="*/ 210 h 929"/>
                <a:gd name="T40" fmla="*/ 427 w 930"/>
                <a:gd name="T41" fmla="*/ 141 h 929"/>
                <a:gd name="T42" fmla="*/ 450 w 930"/>
                <a:gd name="T43" fmla="*/ 138 h 929"/>
                <a:gd name="T44" fmla="*/ 495 w 930"/>
                <a:gd name="T45" fmla="*/ 53 h 929"/>
                <a:gd name="T46" fmla="*/ 495 w 930"/>
                <a:gd name="T47" fmla="*/ 139 h 929"/>
                <a:gd name="T48" fmla="*/ 656 w 930"/>
                <a:gd name="T49" fmla="*/ 198 h 929"/>
                <a:gd name="T50" fmla="*/ 730 w 930"/>
                <a:gd name="T51" fmla="*/ 150 h 929"/>
                <a:gd name="T52" fmla="*/ 709 w 930"/>
                <a:gd name="T53" fmla="*/ 242 h 929"/>
                <a:gd name="T54" fmla="*/ 722 w 930"/>
                <a:gd name="T55" fmla="*/ 261 h 929"/>
                <a:gd name="T56" fmla="*/ 795 w 930"/>
                <a:gd name="T57" fmla="*/ 447 h 929"/>
                <a:gd name="T58" fmla="*/ 876 w 930"/>
                <a:gd name="T59" fmla="*/ 492 h 929"/>
                <a:gd name="T60" fmla="*/ 928 w 930"/>
                <a:gd name="T61" fmla="*/ 394 h 929"/>
                <a:gd name="T62" fmla="*/ 840 w 930"/>
                <a:gd name="T63" fmla="*/ 394 h 929"/>
                <a:gd name="T64" fmla="*/ 837 w 930"/>
                <a:gd name="T65" fmla="*/ 178 h 929"/>
                <a:gd name="T66" fmla="*/ 727 w 930"/>
                <a:gd name="T67" fmla="*/ 77 h 929"/>
                <a:gd name="T68" fmla="*/ 666 w 930"/>
                <a:gd name="T69" fmla="*/ 142 h 929"/>
                <a:gd name="T70" fmla="*/ 547 w 930"/>
                <a:gd name="T71" fmla="*/ 2 h 929"/>
                <a:gd name="T72" fmla="*/ 398 w 930"/>
                <a:gd name="T73" fmla="*/ 2 h 929"/>
                <a:gd name="T74" fmla="*/ 397 w 930"/>
                <a:gd name="T75" fmla="*/ 92 h 929"/>
                <a:gd name="T76" fmla="*/ 202 w 930"/>
                <a:gd name="T77" fmla="*/ 75 h 929"/>
                <a:gd name="T78" fmla="*/ 95 w 930"/>
                <a:gd name="T79" fmla="*/ 179 h 929"/>
                <a:gd name="T80" fmla="*/ 157 w 930"/>
                <a:gd name="T81" fmla="*/ 245 h 929"/>
                <a:gd name="T82" fmla="*/ 2 w 930"/>
                <a:gd name="T83" fmla="*/ 386 h 929"/>
                <a:gd name="T84" fmla="*/ 2 w 930"/>
                <a:gd name="T85" fmla="*/ 535 h 929"/>
                <a:gd name="T86" fmla="*/ 92 w 930"/>
                <a:gd name="T87" fmla="*/ 536 h 929"/>
                <a:gd name="T88" fmla="*/ 93 w 930"/>
                <a:gd name="T89" fmla="*/ 752 h 929"/>
                <a:gd name="T90" fmla="*/ 203 w 930"/>
                <a:gd name="T91" fmla="*/ 852 h 929"/>
                <a:gd name="T92" fmla="*/ 263 w 930"/>
                <a:gd name="T93" fmla="*/ 788 h 929"/>
                <a:gd name="T94" fmla="*/ 383 w 930"/>
                <a:gd name="T95" fmla="*/ 927 h 929"/>
                <a:gd name="T96" fmla="*/ 532 w 930"/>
                <a:gd name="T97" fmla="*/ 928 h 929"/>
                <a:gd name="T98" fmla="*/ 533 w 930"/>
                <a:gd name="T99" fmla="*/ 842 h 929"/>
                <a:gd name="T100" fmla="*/ 728 w 930"/>
                <a:gd name="T101" fmla="*/ 854 h 929"/>
                <a:gd name="T102" fmla="*/ 835 w 930"/>
                <a:gd name="T103" fmla="*/ 751 h 929"/>
                <a:gd name="T104" fmla="*/ 776 w 930"/>
                <a:gd name="T105" fmla="*/ 688 h 929"/>
                <a:gd name="T106" fmla="*/ 928 w 930"/>
                <a:gd name="T107" fmla="*/ 543 h 929"/>
                <a:gd name="T108" fmla="*/ 928 w 930"/>
                <a:gd name="T109" fmla="*/ 394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30" h="929">
                  <a:moveTo>
                    <a:pt x="796" y="493"/>
                  </a:moveTo>
                  <a:lnTo>
                    <a:pt x="794" y="493"/>
                  </a:lnTo>
                  <a:lnTo>
                    <a:pt x="791" y="515"/>
                  </a:lnTo>
                  <a:cubicBezTo>
                    <a:pt x="783" y="573"/>
                    <a:pt x="758" y="628"/>
                    <a:pt x="721" y="674"/>
                  </a:cubicBezTo>
                  <a:lnTo>
                    <a:pt x="707" y="691"/>
                  </a:lnTo>
                  <a:lnTo>
                    <a:pt x="706" y="692"/>
                  </a:lnTo>
                  <a:lnTo>
                    <a:pt x="762" y="749"/>
                  </a:lnTo>
                  <a:lnTo>
                    <a:pt x="729" y="781"/>
                  </a:lnTo>
                  <a:lnTo>
                    <a:pt x="673" y="724"/>
                  </a:lnTo>
                  <a:lnTo>
                    <a:pt x="672" y="723"/>
                  </a:lnTo>
                  <a:lnTo>
                    <a:pt x="654" y="736"/>
                  </a:lnTo>
                  <a:cubicBezTo>
                    <a:pt x="609" y="767"/>
                    <a:pt x="557" y="787"/>
                    <a:pt x="503" y="793"/>
                  </a:cubicBezTo>
                  <a:lnTo>
                    <a:pt x="480" y="795"/>
                  </a:lnTo>
                  <a:lnTo>
                    <a:pt x="480" y="875"/>
                  </a:lnTo>
                  <a:lnTo>
                    <a:pt x="434" y="876"/>
                  </a:lnTo>
                  <a:lnTo>
                    <a:pt x="434" y="796"/>
                  </a:lnTo>
                  <a:lnTo>
                    <a:pt x="434" y="794"/>
                  </a:lnTo>
                  <a:lnTo>
                    <a:pt x="412" y="790"/>
                  </a:lnTo>
                  <a:cubicBezTo>
                    <a:pt x="363" y="782"/>
                    <a:pt x="315" y="762"/>
                    <a:pt x="274" y="732"/>
                  </a:cubicBezTo>
                  <a:lnTo>
                    <a:pt x="255" y="718"/>
                  </a:lnTo>
                  <a:lnTo>
                    <a:pt x="200" y="779"/>
                  </a:lnTo>
                  <a:lnTo>
                    <a:pt x="166" y="749"/>
                  </a:lnTo>
                  <a:lnTo>
                    <a:pt x="221" y="687"/>
                  </a:lnTo>
                  <a:lnTo>
                    <a:pt x="222" y="686"/>
                  </a:lnTo>
                  <a:lnTo>
                    <a:pt x="208" y="669"/>
                  </a:lnTo>
                  <a:cubicBezTo>
                    <a:pt x="171" y="622"/>
                    <a:pt x="148" y="565"/>
                    <a:pt x="140" y="506"/>
                  </a:cubicBezTo>
                  <a:lnTo>
                    <a:pt x="138" y="484"/>
                  </a:lnTo>
                  <a:lnTo>
                    <a:pt x="138" y="482"/>
                  </a:lnTo>
                  <a:lnTo>
                    <a:pt x="54" y="484"/>
                  </a:lnTo>
                  <a:lnTo>
                    <a:pt x="54" y="438"/>
                  </a:lnTo>
                  <a:lnTo>
                    <a:pt x="138" y="436"/>
                  </a:lnTo>
                  <a:lnTo>
                    <a:pt x="139" y="436"/>
                  </a:lnTo>
                  <a:lnTo>
                    <a:pt x="143" y="415"/>
                  </a:lnTo>
                  <a:cubicBezTo>
                    <a:pt x="151" y="358"/>
                    <a:pt x="175" y="304"/>
                    <a:pt x="212" y="259"/>
                  </a:cubicBezTo>
                  <a:lnTo>
                    <a:pt x="226" y="242"/>
                  </a:lnTo>
                  <a:lnTo>
                    <a:pt x="227" y="241"/>
                  </a:lnTo>
                  <a:lnTo>
                    <a:pt x="168" y="180"/>
                  </a:lnTo>
                  <a:lnTo>
                    <a:pt x="200" y="148"/>
                  </a:lnTo>
                  <a:lnTo>
                    <a:pt x="260" y="209"/>
                  </a:lnTo>
                  <a:lnTo>
                    <a:pt x="261" y="210"/>
                  </a:lnTo>
                  <a:lnTo>
                    <a:pt x="279" y="197"/>
                  </a:lnTo>
                  <a:cubicBezTo>
                    <a:pt x="323" y="167"/>
                    <a:pt x="374" y="147"/>
                    <a:pt x="427" y="141"/>
                  </a:cubicBezTo>
                  <a:lnTo>
                    <a:pt x="449" y="138"/>
                  </a:lnTo>
                  <a:lnTo>
                    <a:pt x="450" y="138"/>
                  </a:lnTo>
                  <a:lnTo>
                    <a:pt x="449" y="54"/>
                  </a:lnTo>
                  <a:lnTo>
                    <a:pt x="495" y="53"/>
                  </a:lnTo>
                  <a:lnTo>
                    <a:pt x="495" y="138"/>
                  </a:lnTo>
                  <a:lnTo>
                    <a:pt x="495" y="139"/>
                  </a:lnTo>
                  <a:lnTo>
                    <a:pt x="518" y="142"/>
                  </a:lnTo>
                  <a:cubicBezTo>
                    <a:pt x="567" y="150"/>
                    <a:pt x="614" y="170"/>
                    <a:pt x="656" y="198"/>
                  </a:cubicBezTo>
                  <a:lnTo>
                    <a:pt x="674" y="212"/>
                  </a:lnTo>
                  <a:lnTo>
                    <a:pt x="730" y="150"/>
                  </a:lnTo>
                  <a:lnTo>
                    <a:pt x="764" y="181"/>
                  </a:lnTo>
                  <a:lnTo>
                    <a:pt x="709" y="242"/>
                  </a:lnTo>
                  <a:lnTo>
                    <a:pt x="708" y="243"/>
                  </a:lnTo>
                  <a:lnTo>
                    <a:pt x="722" y="261"/>
                  </a:lnTo>
                  <a:cubicBezTo>
                    <a:pt x="760" y="308"/>
                    <a:pt x="784" y="364"/>
                    <a:pt x="792" y="424"/>
                  </a:cubicBezTo>
                  <a:lnTo>
                    <a:pt x="795" y="447"/>
                  </a:lnTo>
                  <a:lnTo>
                    <a:pt x="876" y="446"/>
                  </a:lnTo>
                  <a:lnTo>
                    <a:pt x="876" y="492"/>
                  </a:lnTo>
                  <a:lnTo>
                    <a:pt x="796" y="493"/>
                  </a:lnTo>
                  <a:close/>
                  <a:moveTo>
                    <a:pt x="928" y="394"/>
                  </a:moveTo>
                  <a:lnTo>
                    <a:pt x="928" y="392"/>
                  </a:lnTo>
                  <a:lnTo>
                    <a:pt x="840" y="394"/>
                  </a:lnTo>
                  <a:cubicBezTo>
                    <a:pt x="830" y="341"/>
                    <a:pt x="808" y="290"/>
                    <a:pt x="776" y="246"/>
                  </a:cubicBezTo>
                  <a:lnTo>
                    <a:pt x="837" y="178"/>
                  </a:lnTo>
                  <a:lnTo>
                    <a:pt x="838" y="176"/>
                  </a:lnTo>
                  <a:lnTo>
                    <a:pt x="727" y="77"/>
                  </a:lnTo>
                  <a:lnTo>
                    <a:pt x="726" y="76"/>
                  </a:lnTo>
                  <a:lnTo>
                    <a:pt x="666" y="142"/>
                  </a:lnTo>
                  <a:cubicBezTo>
                    <a:pt x="629" y="120"/>
                    <a:pt x="590" y="104"/>
                    <a:pt x="548" y="95"/>
                  </a:cubicBezTo>
                  <a:lnTo>
                    <a:pt x="547" y="2"/>
                  </a:lnTo>
                  <a:lnTo>
                    <a:pt x="547" y="0"/>
                  </a:lnTo>
                  <a:lnTo>
                    <a:pt x="398" y="2"/>
                  </a:lnTo>
                  <a:lnTo>
                    <a:pt x="397" y="2"/>
                  </a:lnTo>
                  <a:lnTo>
                    <a:pt x="397" y="92"/>
                  </a:lnTo>
                  <a:cubicBezTo>
                    <a:pt x="351" y="101"/>
                    <a:pt x="308" y="117"/>
                    <a:pt x="268" y="142"/>
                  </a:cubicBezTo>
                  <a:lnTo>
                    <a:pt x="202" y="75"/>
                  </a:lnTo>
                  <a:lnTo>
                    <a:pt x="201" y="74"/>
                  </a:lnTo>
                  <a:lnTo>
                    <a:pt x="95" y="179"/>
                  </a:lnTo>
                  <a:lnTo>
                    <a:pt x="94" y="180"/>
                  </a:lnTo>
                  <a:lnTo>
                    <a:pt x="157" y="245"/>
                  </a:lnTo>
                  <a:cubicBezTo>
                    <a:pt x="127" y="287"/>
                    <a:pt x="106" y="334"/>
                    <a:pt x="95" y="384"/>
                  </a:cubicBezTo>
                  <a:lnTo>
                    <a:pt x="2" y="386"/>
                  </a:lnTo>
                  <a:lnTo>
                    <a:pt x="0" y="386"/>
                  </a:lnTo>
                  <a:lnTo>
                    <a:pt x="2" y="535"/>
                  </a:lnTo>
                  <a:lnTo>
                    <a:pt x="2" y="537"/>
                  </a:lnTo>
                  <a:lnTo>
                    <a:pt x="92" y="536"/>
                  </a:lnTo>
                  <a:cubicBezTo>
                    <a:pt x="102" y="589"/>
                    <a:pt x="122" y="639"/>
                    <a:pt x="153" y="684"/>
                  </a:cubicBezTo>
                  <a:lnTo>
                    <a:pt x="93" y="752"/>
                  </a:lnTo>
                  <a:lnTo>
                    <a:pt x="92" y="753"/>
                  </a:lnTo>
                  <a:lnTo>
                    <a:pt x="203" y="852"/>
                  </a:lnTo>
                  <a:lnTo>
                    <a:pt x="204" y="854"/>
                  </a:lnTo>
                  <a:lnTo>
                    <a:pt x="263" y="788"/>
                  </a:lnTo>
                  <a:cubicBezTo>
                    <a:pt x="299" y="812"/>
                    <a:pt x="339" y="828"/>
                    <a:pt x="382" y="838"/>
                  </a:cubicBezTo>
                  <a:lnTo>
                    <a:pt x="383" y="927"/>
                  </a:lnTo>
                  <a:lnTo>
                    <a:pt x="383" y="929"/>
                  </a:lnTo>
                  <a:lnTo>
                    <a:pt x="532" y="928"/>
                  </a:lnTo>
                  <a:lnTo>
                    <a:pt x="533" y="928"/>
                  </a:lnTo>
                  <a:lnTo>
                    <a:pt x="533" y="842"/>
                  </a:lnTo>
                  <a:cubicBezTo>
                    <a:pt x="580" y="833"/>
                    <a:pt x="625" y="816"/>
                    <a:pt x="666" y="791"/>
                  </a:cubicBezTo>
                  <a:lnTo>
                    <a:pt x="728" y="854"/>
                  </a:lnTo>
                  <a:lnTo>
                    <a:pt x="729" y="855"/>
                  </a:lnTo>
                  <a:lnTo>
                    <a:pt x="835" y="751"/>
                  </a:lnTo>
                  <a:lnTo>
                    <a:pt x="836" y="750"/>
                  </a:lnTo>
                  <a:lnTo>
                    <a:pt x="776" y="688"/>
                  </a:lnTo>
                  <a:cubicBezTo>
                    <a:pt x="807" y="646"/>
                    <a:pt x="829" y="596"/>
                    <a:pt x="839" y="545"/>
                  </a:cubicBezTo>
                  <a:lnTo>
                    <a:pt x="928" y="543"/>
                  </a:lnTo>
                  <a:lnTo>
                    <a:pt x="930" y="543"/>
                  </a:lnTo>
                  <a:lnTo>
                    <a:pt x="928" y="39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59" name="Freeform 107">
              <a:extLst>
                <a:ext uri="{FF2B5EF4-FFF2-40B4-BE49-F238E27FC236}">
                  <a16:creationId xmlns:a16="http://schemas.microsoft.com/office/drawing/2014/main" id="{00175CFE-8538-F9F8-0B81-A6221F02E26B}"/>
                </a:ext>
              </a:extLst>
            </p:cNvPr>
            <p:cNvSpPr>
              <a:spLocks noEditPoints="1"/>
            </p:cNvSpPr>
            <p:nvPr userDrawn="1"/>
          </p:nvSpPr>
          <p:spPr bwMode="auto">
            <a:xfrm>
              <a:off x="5440363" y="4943476"/>
              <a:ext cx="203200" cy="204788"/>
            </a:xfrm>
            <a:custGeom>
              <a:avLst/>
              <a:gdLst>
                <a:gd name="T0" fmla="*/ 282 w 565"/>
                <a:gd name="T1" fmla="*/ 513 h 565"/>
                <a:gd name="T2" fmla="*/ 52 w 565"/>
                <a:gd name="T3" fmla="*/ 283 h 565"/>
                <a:gd name="T4" fmla="*/ 282 w 565"/>
                <a:gd name="T5" fmla="*/ 53 h 565"/>
                <a:gd name="T6" fmla="*/ 512 w 565"/>
                <a:gd name="T7" fmla="*/ 283 h 565"/>
                <a:gd name="T8" fmla="*/ 282 w 565"/>
                <a:gd name="T9" fmla="*/ 513 h 565"/>
                <a:gd name="T10" fmla="*/ 282 w 565"/>
                <a:gd name="T11" fmla="*/ 0 h 565"/>
                <a:gd name="T12" fmla="*/ 0 w 565"/>
                <a:gd name="T13" fmla="*/ 283 h 565"/>
                <a:gd name="T14" fmla="*/ 282 w 565"/>
                <a:gd name="T15" fmla="*/ 565 h 565"/>
                <a:gd name="T16" fmla="*/ 565 w 565"/>
                <a:gd name="T17" fmla="*/ 283 h 565"/>
                <a:gd name="T18" fmla="*/ 282 w 565"/>
                <a:gd name="T19" fmla="*/ 0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5" h="565">
                  <a:moveTo>
                    <a:pt x="282" y="513"/>
                  </a:moveTo>
                  <a:cubicBezTo>
                    <a:pt x="156" y="513"/>
                    <a:pt x="52" y="409"/>
                    <a:pt x="52" y="283"/>
                  </a:cubicBezTo>
                  <a:cubicBezTo>
                    <a:pt x="52" y="156"/>
                    <a:pt x="156" y="53"/>
                    <a:pt x="282" y="53"/>
                  </a:cubicBezTo>
                  <a:cubicBezTo>
                    <a:pt x="409" y="53"/>
                    <a:pt x="512" y="156"/>
                    <a:pt x="512" y="283"/>
                  </a:cubicBezTo>
                  <a:cubicBezTo>
                    <a:pt x="512" y="409"/>
                    <a:pt x="409" y="513"/>
                    <a:pt x="282" y="513"/>
                  </a:cubicBezTo>
                  <a:close/>
                  <a:moveTo>
                    <a:pt x="282" y="0"/>
                  </a:moveTo>
                  <a:cubicBezTo>
                    <a:pt x="127" y="0"/>
                    <a:pt x="0" y="127"/>
                    <a:pt x="0" y="283"/>
                  </a:cubicBezTo>
                  <a:cubicBezTo>
                    <a:pt x="0" y="439"/>
                    <a:pt x="127" y="565"/>
                    <a:pt x="282" y="565"/>
                  </a:cubicBezTo>
                  <a:cubicBezTo>
                    <a:pt x="438" y="565"/>
                    <a:pt x="565" y="439"/>
                    <a:pt x="565" y="283"/>
                  </a:cubicBezTo>
                  <a:cubicBezTo>
                    <a:pt x="565" y="127"/>
                    <a:pt x="438" y="0"/>
                    <a:pt x="282"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60" name="Group 159">
            <a:extLst>
              <a:ext uri="{FF2B5EF4-FFF2-40B4-BE49-F238E27FC236}">
                <a16:creationId xmlns:a16="http://schemas.microsoft.com/office/drawing/2014/main" id="{5560FA4A-5855-A414-2048-30C0AF2A0840}"/>
              </a:ext>
            </a:extLst>
          </p:cNvPr>
          <p:cNvGrpSpPr/>
          <p:nvPr/>
        </p:nvGrpSpPr>
        <p:grpSpPr>
          <a:xfrm>
            <a:off x="6318251" y="4876801"/>
            <a:ext cx="288925" cy="338138"/>
            <a:chOff x="6318251" y="4876801"/>
            <a:chExt cx="288925" cy="338138"/>
          </a:xfrm>
        </p:grpSpPr>
        <p:sp>
          <p:nvSpPr>
            <p:cNvPr id="161" name="Freeform 108">
              <a:extLst>
                <a:ext uri="{FF2B5EF4-FFF2-40B4-BE49-F238E27FC236}">
                  <a16:creationId xmlns:a16="http://schemas.microsoft.com/office/drawing/2014/main" id="{308BCAB6-7AAC-A924-2A87-42B3B89788E1}"/>
                </a:ext>
              </a:extLst>
            </p:cNvPr>
            <p:cNvSpPr>
              <a:spLocks/>
            </p:cNvSpPr>
            <p:nvPr userDrawn="1"/>
          </p:nvSpPr>
          <p:spPr bwMode="auto">
            <a:xfrm>
              <a:off x="6510338" y="4995864"/>
              <a:ext cx="96838" cy="98425"/>
            </a:xfrm>
            <a:custGeom>
              <a:avLst/>
              <a:gdLst>
                <a:gd name="T0" fmla="*/ 175 w 269"/>
                <a:gd name="T1" fmla="*/ 136 h 271"/>
                <a:gd name="T2" fmla="*/ 261 w 269"/>
                <a:gd name="T3" fmla="*/ 50 h 271"/>
                <a:gd name="T4" fmla="*/ 269 w 269"/>
                <a:gd name="T5" fmla="*/ 31 h 271"/>
                <a:gd name="T6" fmla="*/ 261 w 269"/>
                <a:gd name="T7" fmla="*/ 11 h 271"/>
                <a:gd name="T8" fmla="*/ 221 w 269"/>
                <a:gd name="T9" fmla="*/ 11 h 271"/>
                <a:gd name="T10" fmla="*/ 136 w 269"/>
                <a:gd name="T11" fmla="*/ 96 h 271"/>
                <a:gd name="T12" fmla="*/ 51 w 269"/>
                <a:gd name="T13" fmla="*/ 11 h 271"/>
                <a:gd name="T14" fmla="*/ 10 w 269"/>
                <a:gd name="T15" fmla="*/ 11 h 271"/>
                <a:gd name="T16" fmla="*/ 10 w 269"/>
                <a:gd name="T17" fmla="*/ 50 h 271"/>
                <a:gd name="T18" fmla="*/ 96 w 269"/>
                <a:gd name="T19" fmla="*/ 136 h 271"/>
                <a:gd name="T20" fmla="*/ 10 w 269"/>
                <a:gd name="T21" fmla="*/ 221 h 271"/>
                <a:gd name="T22" fmla="*/ 2 w 269"/>
                <a:gd name="T23" fmla="*/ 241 h 271"/>
                <a:gd name="T24" fmla="*/ 10 w 269"/>
                <a:gd name="T25" fmla="*/ 261 h 271"/>
                <a:gd name="T26" fmla="*/ 51 w 269"/>
                <a:gd name="T27" fmla="*/ 261 h 271"/>
                <a:gd name="T28" fmla="*/ 136 w 269"/>
                <a:gd name="T29" fmla="*/ 176 h 271"/>
                <a:gd name="T30" fmla="*/ 221 w 269"/>
                <a:gd name="T31" fmla="*/ 261 h 271"/>
                <a:gd name="T32" fmla="*/ 241 w 269"/>
                <a:gd name="T33" fmla="*/ 269 h 271"/>
                <a:gd name="T34" fmla="*/ 261 w 269"/>
                <a:gd name="T35" fmla="*/ 261 h 271"/>
                <a:gd name="T36" fmla="*/ 269 w 269"/>
                <a:gd name="T37" fmla="*/ 241 h 271"/>
                <a:gd name="T38" fmla="*/ 261 w 269"/>
                <a:gd name="T39" fmla="*/ 221 h 271"/>
                <a:gd name="T40" fmla="*/ 175 w 269"/>
                <a:gd name="T41" fmla="*/ 136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9" h="271">
                  <a:moveTo>
                    <a:pt x="175" y="136"/>
                  </a:moveTo>
                  <a:lnTo>
                    <a:pt x="261" y="50"/>
                  </a:lnTo>
                  <a:cubicBezTo>
                    <a:pt x="266" y="45"/>
                    <a:pt x="269" y="38"/>
                    <a:pt x="269" y="31"/>
                  </a:cubicBezTo>
                  <a:cubicBezTo>
                    <a:pt x="269" y="23"/>
                    <a:pt x="266" y="16"/>
                    <a:pt x="261" y="11"/>
                  </a:cubicBezTo>
                  <a:cubicBezTo>
                    <a:pt x="250" y="0"/>
                    <a:pt x="232" y="0"/>
                    <a:pt x="221" y="11"/>
                  </a:cubicBezTo>
                  <a:lnTo>
                    <a:pt x="136" y="96"/>
                  </a:lnTo>
                  <a:lnTo>
                    <a:pt x="51" y="11"/>
                  </a:lnTo>
                  <a:cubicBezTo>
                    <a:pt x="39" y="0"/>
                    <a:pt x="22" y="0"/>
                    <a:pt x="10" y="11"/>
                  </a:cubicBezTo>
                  <a:cubicBezTo>
                    <a:pt x="0" y="22"/>
                    <a:pt x="0" y="39"/>
                    <a:pt x="10" y="50"/>
                  </a:cubicBezTo>
                  <a:lnTo>
                    <a:pt x="96" y="136"/>
                  </a:lnTo>
                  <a:lnTo>
                    <a:pt x="10" y="221"/>
                  </a:lnTo>
                  <a:cubicBezTo>
                    <a:pt x="5" y="226"/>
                    <a:pt x="2" y="233"/>
                    <a:pt x="2" y="241"/>
                  </a:cubicBezTo>
                  <a:cubicBezTo>
                    <a:pt x="2" y="248"/>
                    <a:pt x="5" y="256"/>
                    <a:pt x="10" y="261"/>
                  </a:cubicBezTo>
                  <a:cubicBezTo>
                    <a:pt x="21" y="271"/>
                    <a:pt x="40" y="271"/>
                    <a:pt x="51" y="261"/>
                  </a:cubicBezTo>
                  <a:lnTo>
                    <a:pt x="136" y="176"/>
                  </a:lnTo>
                  <a:lnTo>
                    <a:pt x="221" y="261"/>
                  </a:lnTo>
                  <a:cubicBezTo>
                    <a:pt x="226" y="266"/>
                    <a:pt x="233" y="269"/>
                    <a:pt x="241" y="269"/>
                  </a:cubicBezTo>
                  <a:cubicBezTo>
                    <a:pt x="249" y="269"/>
                    <a:pt x="255" y="266"/>
                    <a:pt x="261" y="261"/>
                  </a:cubicBezTo>
                  <a:cubicBezTo>
                    <a:pt x="266" y="256"/>
                    <a:pt x="269" y="248"/>
                    <a:pt x="269" y="241"/>
                  </a:cubicBezTo>
                  <a:cubicBezTo>
                    <a:pt x="269" y="233"/>
                    <a:pt x="266" y="226"/>
                    <a:pt x="261" y="221"/>
                  </a:cubicBezTo>
                  <a:lnTo>
                    <a:pt x="175" y="136"/>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62" name="Freeform 109">
              <a:extLst>
                <a:ext uri="{FF2B5EF4-FFF2-40B4-BE49-F238E27FC236}">
                  <a16:creationId xmlns:a16="http://schemas.microsoft.com/office/drawing/2014/main" id="{CA977154-322A-D3DA-1E48-095D199735BF}"/>
                </a:ext>
              </a:extLst>
            </p:cNvPr>
            <p:cNvSpPr>
              <a:spLocks/>
            </p:cNvSpPr>
            <p:nvPr userDrawn="1"/>
          </p:nvSpPr>
          <p:spPr bwMode="auto">
            <a:xfrm>
              <a:off x="6396038" y="4995864"/>
              <a:ext cx="98425" cy="98425"/>
            </a:xfrm>
            <a:custGeom>
              <a:avLst/>
              <a:gdLst>
                <a:gd name="T0" fmla="*/ 11 w 273"/>
                <a:gd name="T1" fmla="*/ 11 h 271"/>
                <a:gd name="T2" fmla="*/ 11 w 273"/>
                <a:gd name="T3" fmla="*/ 50 h 271"/>
                <a:gd name="T4" fmla="*/ 97 w 273"/>
                <a:gd name="T5" fmla="*/ 136 h 271"/>
                <a:gd name="T6" fmla="*/ 11 w 273"/>
                <a:gd name="T7" fmla="*/ 221 h 271"/>
                <a:gd name="T8" fmla="*/ 3 w 273"/>
                <a:gd name="T9" fmla="*/ 241 h 271"/>
                <a:gd name="T10" fmla="*/ 11 w 273"/>
                <a:gd name="T11" fmla="*/ 261 h 271"/>
                <a:gd name="T12" fmla="*/ 51 w 273"/>
                <a:gd name="T13" fmla="*/ 261 h 271"/>
                <a:gd name="T14" fmla="*/ 136 w 273"/>
                <a:gd name="T15" fmla="*/ 176 h 271"/>
                <a:gd name="T16" fmla="*/ 222 w 273"/>
                <a:gd name="T17" fmla="*/ 261 h 271"/>
                <a:gd name="T18" fmla="*/ 242 w 273"/>
                <a:gd name="T19" fmla="*/ 269 h 271"/>
                <a:gd name="T20" fmla="*/ 262 w 273"/>
                <a:gd name="T21" fmla="*/ 261 h 271"/>
                <a:gd name="T22" fmla="*/ 262 w 273"/>
                <a:gd name="T23" fmla="*/ 221 h 271"/>
                <a:gd name="T24" fmla="*/ 177 w 273"/>
                <a:gd name="T25" fmla="*/ 136 h 271"/>
                <a:gd name="T26" fmla="*/ 262 w 273"/>
                <a:gd name="T27" fmla="*/ 50 h 271"/>
                <a:gd name="T28" fmla="*/ 270 w 273"/>
                <a:gd name="T29" fmla="*/ 31 h 271"/>
                <a:gd name="T30" fmla="*/ 262 w 273"/>
                <a:gd name="T31" fmla="*/ 11 h 271"/>
                <a:gd name="T32" fmla="*/ 222 w 273"/>
                <a:gd name="T33" fmla="*/ 11 h 271"/>
                <a:gd name="T34" fmla="*/ 136 w 273"/>
                <a:gd name="T35" fmla="*/ 96 h 271"/>
                <a:gd name="T36" fmla="*/ 51 w 273"/>
                <a:gd name="T37" fmla="*/ 11 h 271"/>
                <a:gd name="T38" fmla="*/ 11 w 273"/>
                <a:gd name="T39" fmla="*/ 1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3" h="271">
                  <a:moveTo>
                    <a:pt x="11" y="11"/>
                  </a:moveTo>
                  <a:cubicBezTo>
                    <a:pt x="0" y="22"/>
                    <a:pt x="0" y="39"/>
                    <a:pt x="11" y="50"/>
                  </a:cubicBezTo>
                  <a:lnTo>
                    <a:pt x="97" y="136"/>
                  </a:lnTo>
                  <a:lnTo>
                    <a:pt x="11" y="221"/>
                  </a:lnTo>
                  <a:cubicBezTo>
                    <a:pt x="6" y="226"/>
                    <a:pt x="3" y="233"/>
                    <a:pt x="3" y="241"/>
                  </a:cubicBezTo>
                  <a:cubicBezTo>
                    <a:pt x="3" y="248"/>
                    <a:pt x="6" y="255"/>
                    <a:pt x="11" y="261"/>
                  </a:cubicBezTo>
                  <a:cubicBezTo>
                    <a:pt x="22" y="271"/>
                    <a:pt x="41" y="271"/>
                    <a:pt x="51" y="261"/>
                  </a:cubicBezTo>
                  <a:lnTo>
                    <a:pt x="136" y="176"/>
                  </a:lnTo>
                  <a:lnTo>
                    <a:pt x="222" y="261"/>
                  </a:lnTo>
                  <a:cubicBezTo>
                    <a:pt x="227" y="266"/>
                    <a:pt x="234" y="269"/>
                    <a:pt x="242" y="269"/>
                  </a:cubicBezTo>
                  <a:cubicBezTo>
                    <a:pt x="249" y="269"/>
                    <a:pt x="257" y="266"/>
                    <a:pt x="262" y="261"/>
                  </a:cubicBezTo>
                  <a:cubicBezTo>
                    <a:pt x="273" y="250"/>
                    <a:pt x="273" y="232"/>
                    <a:pt x="262" y="221"/>
                  </a:cubicBezTo>
                  <a:lnTo>
                    <a:pt x="177" y="136"/>
                  </a:lnTo>
                  <a:lnTo>
                    <a:pt x="262" y="50"/>
                  </a:lnTo>
                  <a:cubicBezTo>
                    <a:pt x="267" y="45"/>
                    <a:pt x="270" y="38"/>
                    <a:pt x="270" y="31"/>
                  </a:cubicBezTo>
                  <a:cubicBezTo>
                    <a:pt x="270" y="23"/>
                    <a:pt x="267" y="16"/>
                    <a:pt x="262" y="11"/>
                  </a:cubicBezTo>
                  <a:cubicBezTo>
                    <a:pt x="251" y="0"/>
                    <a:pt x="232" y="0"/>
                    <a:pt x="222" y="11"/>
                  </a:cubicBezTo>
                  <a:lnTo>
                    <a:pt x="136" y="96"/>
                  </a:lnTo>
                  <a:lnTo>
                    <a:pt x="51" y="11"/>
                  </a:lnTo>
                  <a:cubicBezTo>
                    <a:pt x="40" y="0"/>
                    <a:pt x="22" y="0"/>
                    <a:pt x="11" y="11"/>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63" name="Freeform 110">
              <a:extLst>
                <a:ext uri="{FF2B5EF4-FFF2-40B4-BE49-F238E27FC236}">
                  <a16:creationId xmlns:a16="http://schemas.microsoft.com/office/drawing/2014/main" id="{380F6EC3-3DC7-DEC2-EEC7-F66D5FFF891D}"/>
                </a:ext>
              </a:extLst>
            </p:cNvPr>
            <p:cNvSpPr>
              <a:spLocks noEditPoints="1"/>
            </p:cNvSpPr>
            <p:nvPr userDrawn="1"/>
          </p:nvSpPr>
          <p:spPr bwMode="auto">
            <a:xfrm>
              <a:off x="6459538" y="4876801"/>
              <a:ext cx="95250" cy="95250"/>
            </a:xfrm>
            <a:custGeom>
              <a:avLst/>
              <a:gdLst>
                <a:gd name="T0" fmla="*/ 133 w 266"/>
                <a:gd name="T1" fmla="*/ 56 h 267"/>
                <a:gd name="T2" fmla="*/ 210 w 266"/>
                <a:gd name="T3" fmla="*/ 133 h 267"/>
                <a:gd name="T4" fmla="*/ 133 w 266"/>
                <a:gd name="T5" fmla="*/ 210 h 267"/>
                <a:gd name="T6" fmla="*/ 56 w 266"/>
                <a:gd name="T7" fmla="*/ 133 h 267"/>
                <a:gd name="T8" fmla="*/ 133 w 266"/>
                <a:gd name="T9" fmla="*/ 56 h 267"/>
                <a:gd name="T10" fmla="*/ 133 w 266"/>
                <a:gd name="T11" fmla="*/ 267 h 267"/>
                <a:gd name="T12" fmla="*/ 266 w 266"/>
                <a:gd name="T13" fmla="*/ 133 h 267"/>
                <a:gd name="T14" fmla="*/ 133 w 266"/>
                <a:gd name="T15" fmla="*/ 0 h 267"/>
                <a:gd name="T16" fmla="*/ 0 w 266"/>
                <a:gd name="T17" fmla="*/ 133 h 267"/>
                <a:gd name="T18" fmla="*/ 133 w 266"/>
                <a:gd name="T19"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6" h="267">
                  <a:moveTo>
                    <a:pt x="133" y="56"/>
                  </a:moveTo>
                  <a:cubicBezTo>
                    <a:pt x="176" y="56"/>
                    <a:pt x="210" y="91"/>
                    <a:pt x="210" y="133"/>
                  </a:cubicBezTo>
                  <a:cubicBezTo>
                    <a:pt x="210" y="176"/>
                    <a:pt x="176" y="210"/>
                    <a:pt x="133" y="210"/>
                  </a:cubicBezTo>
                  <a:cubicBezTo>
                    <a:pt x="90" y="210"/>
                    <a:pt x="56" y="176"/>
                    <a:pt x="56" y="133"/>
                  </a:cubicBezTo>
                  <a:cubicBezTo>
                    <a:pt x="56" y="91"/>
                    <a:pt x="90" y="56"/>
                    <a:pt x="133" y="56"/>
                  </a:cubicBezTo>
                  <a:close/>
                  <a:moveTo>
                    <a:pt x="133" y="267"/>
                  </a:moveTo>
                  <a:cubicBezTo>
                    <a:pt x="207" y="267"/>
                    <a:pt x="266" y="207"/>
                    <a:pt x="266" y="133"/>
                  </a:cubicBezTo>
                  <a:cubicBezTo>
                    <a:pt x="266" y="60"/>
                    <a:pt x="207" y="0"/>
                    <a:pt x="133" y="0"/>
                  </a:cubicBezTo>
                  <a:cubicBezTo>
                    <a:pt x="59" y="0"/>
                    <a:pt x="0" y="60"/>
                    <a:pt x="0" y="133"/>
                  </a:cubicBezTo>
                  <a:cubicBezTo>
                    <a:pt x="0" y="207"/>
                    <a:pt x="59" y="267"/>
                    <a:pt x="133" y="26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64" name="Freeform 111">
              <a:extLst>
                <a:ext uri="{FF2B5EF4-FFF2-40B4-BE49-F238E27FC236}">
                  <a16:creationId xmlns:a16="http://schemas.microsoft.com/office/drawing/2014/main" id="{F19EA2C5-E4BF-A218-C44C-9AB44BADF9C5}"/>
                </a:ext>
              </a:extLst>
            </p:cNvPr>
            <p:cNvSpPr>
              <a:spLocks noEditPoints="1"/>
            </p:cNvSpPr>
            <p:nvPr userDrawn="1"/>
          </p:nvSpPr>
          <p:spPr bwMode="auto">
            <a:xfrm>
              <a:off x="6318251" y="4918076"/>
              <a:ext cx="236538" cy="296863"/>
            </a:xfrm>
            <a:custGeom>
              <a:avLst/>
              <a:gdLst>
                <a:gd name="T0" fmla="*/ 524 w 657"/>
                <a:gd name="T1" fmla="*/ 764 h 820"/>
                <a:gd name="T2" fmla="*/ 447 w 657"/>
                <a:gd name="T3" fmla="*/ 687 h 820"/>
                <a:gd name="T4" fmla="*/ 524 w 657"/>
                <a:gd name="T5" fmla="*/ 610 h 820"/>
                <a:gd name="T6" fmla="*/ 601 w 657"/>
                <a:gd name="T7" fmla="*/ 687 h 820"/>
                <a:gd name="T8" fmla="*/ 524 w 657"/>
                <a:gd name="T9" fmla="*/ 764 h 820"/>
                <a:gd name="T10" fmla="*/ 524 w 657"/>
                <a:gd name="T11" fmla="*/ 554 h 820"/>
                <a:gd name="T12" fmla="*/ 391 w 657"/>
                <a:gd name="T13" fmla="*/ 686 h 820"/>
                <a:gd name="T14" fmla="*/ 371 w 657"/>
                <a:gd name="T15" fmla="*/ 673 h 820"/>
                <a:gd name="T16" fmla="*/ 130 w 657"/>
                <a:gd name="T17" fmla="*/ 503 h 820"/>
                <a:gd name="T18" fmla="*/ 211 w 657"/>
                <a:gd name="T19" fmla="*/ 120 h 820"/>
                <a:gd name="T20" fmla="*/ 208 w 657"/>
                <a:gd name="T21" fmla="*/ 134 h 820"/>
                <a:gd name="T22" fmla="*/ 211 w 657"/>
                <a:gd name="T23" fmla="*/ 155 h 820"/>
                <a:gd name="T24" fmla="*/ 228 w 657"/>
                <a:gd name="T25" fmla="*/ 168 h 820"/>
                <a:gd name="T26" fmla="*/ 262 w 657"/>
                <a:gd name="T27" fmla="*/ 149 h 820"/>
                <a:gd name="T28" fmla="*/ 285 w 657"/>
                <a:gd name="T29" fmla="*/ 64 h 820"/>
                <a:gd name="T30" fmla="*/ 286 w 657"/>
                <a:gd name="T31" fmla="*/ 55 h 820"/>
                <a:gd name="T32" fmla="*/ 285 w 657"/>
                <a:gd name="T33" fmla="*/ 52 h 820"/>
                <a:gd name="T34" fmla="*/ 281 w 657"/>
                <a:gd name="T35" fmla="*/ 42 h 820"/>
                <a:gd name="T36" fmla="*/ 274 w 657"/>
                <a:gd name="T37" fmla="*/ 35 h 820"/>
                <a:gd name="T38" fmla="*/ 266 w 657"/>
                <a:gd name="T39" fmla="*/ 30 h 820"/>
                <a:gd name="T40" fmla="*/ 189 w 657"/>
                <a:gd name="T41" fmla="*/ 5 h 820"/>
                <a:gd name="T42" fmla="*/ 153 w 657"/>
                <a:gd name="T43" fmla="*/ 23 h 820"/>
                <a:gd name="T44" fmla="*/ 171 w 657"/>
                <a:gd name="T45" fmla="*/ 58 h 820"/>
                <a:gd name="T46" fmla="*/ 191 w 657"/>
                <a:gd name="T47" fmla="*/ 65 h 820"/>
                <a:gd name="T48" fmla="*/ 80 w 657"/>
                <a:gd name="T49" fmla="*/ 529 h 820"/>
                <a:gd name="T50" fmla="*/ 364 w 657"/>
                <a:gd name="T51" fmla="*/ 729 h 820"/>
                <a:gd name="T52" fmla="*/ 367 w 657"/>
                <a:gd name="T53" fmla="*/ 729 h 820"/>
                <a:gd name="T54" fmla="*/ 393 w 657"/>
                <a:gd name="T55" fmla="*/ 712 h 820"/>
                <a:gd name="T56" fmla="*/ 524 w 657"/>
                <a:gd name="T57" fmla="*/ 820 h 820"/>
                <a:gd name="T58" fmla="*/ 657 w 657"/>
                <a:gd name="T59" fmla="*/ 687 h 820"/>
                <a:gd name="T60" fmla="*/ 524 w 657"/>
                <a:gd name="T61" fmla="*/ 554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57" h="820">
                  <a:moveTo>
                    <a:pt x="524" y="764"/>
                  </a:moveTo>
                  <a:cubicBezTo>
                    <a:pt x="481" y="764"/>
                    <a:pt x="447" y="730"/>
                    <a:pt x="447" y="687"/>
                  </a:cubicBezTo>
                  <a:cubicBezTo>
                    <a:pt x="447" y="645"/>
                    <a:pt x="481" y="610"/>
                    <a:pt x="524" y="610"/>
                  </a:cubicBezTo>
                  <a:cubicBezTo>
                    <a:pt x="567" y="610"/>
                    <a:pt x="601" y="645"/>
                    <a:pt x="601" y="687"/>
                  </a:cubicBezTo>
                  <a:cubicBezTo>
                    <a:pt x="601" y="730"/>
                    <a:pt x="567" y="764"/>
                    <a:pt x="524" y="764"/>
                  </a:cubicBezTo>
                  <a:close/>
                  <a:moveTo>
                    <a:pt x="524" y="554"/>
                  </a:moveTo>
                  <a:cubicBezTo>
                    <a:pt x="451" y="554"/>
                    <a:pt x="392" y="613"/>
                    <a:pt x="391" y="686"/>
                  </a:cubicBezTo>
                  <a:cubicBezTo>
                    <a:pt x="386" y="679"/>
                    <a:pt x="380" y="674"/>
                    <a:pt x="371" y="673"/>
                  </a:cubicBezTo>
                  <a:cubicBezTo>
                    <a:pt x="267" y="659"/>
                    <a:pt x="177" y="596"/>
                    <a:pt x="130" y="503"/>
                  </a:cubicBezTo>
                  <a:cubicBezTo>
                    <a:pt x="64" y="370"/>
                    <a:pt x="99" y="212"/>
                    <a:pt x="211" y="120"/>
                  </a:cubicBezTo>
                  <a:lnTo>
                    <a:pt x="208" y="134"/>
                  </a:lnTo>
                  <a:cubicBezTo>
                    <a:pt x="205" y="141"/>
                    <a:pt x="207" y="149"/>
                    <a:pt x="211" y="155"/>
                  </a:cubicBezTo>
                  <a:cubicBezTo>
                    <a:pt x="214" y="162"/>
                    <a:pt x="221" y="167"/>
                    <a:pt x="228" y="168"/>
                  </a:cubicBezTo>
                  <a:cubicBezTo>
                    <a:pt x="242" y="173"/>
                    <a:pt x="258" y="163"/>
                    <a:pt x="262" y="149"/>
                  </a:cubicBezTo>
                  <a:lnTo>
                    <a:pt x="285" y="64"/>
                  </a:lnTo>
                  <a:cubicBezTo>
                    <a:pt x="285" y="62"/>
                    <a:pt x="286" y="59"/>
                    <a:pt x="286" y="55"/>
                  </a:cubicBezTo>
                  <a:lnTo>
                    <a:pt x="285" y="52"/>
                  </a:lnTo>
                  <a:cubicBezTo>
                    <a:pt x="284" y="49"/>
                    <a:pt x="284" y="47"/>
                    <a:pt x="281" y="42"/>
                  </a:cubicBezTo>
                  <a:cubicBezTo>
                    <a:pt x="279" y="40"/>
                    <a:pt x="278" y="38"/>
                    <a:pt x="274" y="35"/>
                  </a:cubicBezTo>
                  <a:cubicBezTo>
                    <a:pt x="272" y="33"/>
                    <a:pt x="269" y="31"/>
                    <a:pt x="266" y="30"/>
                  </a:cubicBezTo>
                  <a:lnTo>
                    <a:pt x="189" y="5"/>
                  </a:lnTo>
                  <a:cubicBezTo>
                    <a:pt x="174" y="0"/>
                    <a:pt x="158" y="8"/>
                    <a:pt x="153" y="23"/>
                  </a:cubicBezTo>
                  <a:cubicBezTo>
                    <a:pt x="148" y="37"/>
                    <a:pt x="156" y="53"/>
                    <a:pt x="171" y="58"/>
                  </a:cubicBezTo>
                  <a:lnTo>
                    <a:pt x="191" y="65"/>
                  </a:lnTo>
                  <a:cubicBezTo>
                    <a:pt x="49" y="170"/>
                    <a:pt x="0" y="368"/>
                    <a:pt x="80" y="529"/>
                  </a:cubicBezTo>
                  <a:cubicBezTo>
                    <a:pt x="135" y="638"/>
                    <a:pt x="241" y="713"/>
                    <a:pt x="364" y="729"/>
                  </a:cubicBezTo>
                  <a:lnTo>
                    <a:pt x="367" y="729"/>
                  </a:lnTo>
                  <a:cubicBezTo>
                    <a:pt x="379" y="729"/>
                    <a:pt x="389" y="722"/>
                    <a:pt x="393" y="712"/>
                  </a:cubicBezTo>
                  <a:cubicBezTo>
                    <a:pt x="405" y="774"/>
                    <a:pt x="459" y="820"/>
                    <a:pt x="524" y="820"/>
                  </a:cubicBezTo>
                  <a:cubicBezTo>
                    <a:pt x="598" y="820"/>
                    <a:pt x="657" y="761"/>
                    <a:pt x="657" y="687"/>
                  </a:cubicBezTo>
                  <a:cubicBezTo>
                    <a:pt x="657" y="614"/>
                    <a:pt x="598" y="554"/>
                    <a:pt x="524" y="554"/>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65" name="Group 164">
            <a:extLst>
              <a:ext uri="{FF2B5EF4-FFF2-40B4-BE49-F238E27FC236}">
                <a16:creationId xmlns:a16="http://schemas.microsoft.com/office/drawing/2014/main" id="{5952C063-3707-CAF0-B31A-D8FA45A21A7D}"/>
              </a:ext>
            </a:extLst>
          </p:cNvPr>
          <p:cNvGrpSpPr/>
          <p:nvPr/>
        </p:nvGrpSpPr>
        <p:grpSpPr>
          <a:xfrm>
            <a:off x="2540001" y="5764214"/>
            <a:ext cx="336550" cy="333375"/>
            <a:chOff x="2540001" y="5764214"/>
            <a:chExt cx="336550" cy="333375"/>
          </a:xfrm>
          <a:solidFill>
            <a:srgbClr val="EC0000"/>
          </a:solidFill>
        </p:grpSpPr>
        <p:sp>
          <p:nvSpPr>
            <p:cNvPr id="166" name="Freeform 112">
              <a:extLst>
                <a:ext uri="{FF2B5EF4-FFF2-40B4-BE49-F238E27FC236}">
                  <a16:creationId xmlns:a16="http://schemas.microsoft.com/office/drawing/2014/main" id="{AEFCF031-DEA9-6A87-AAF1-25CF4B2F2C86}"/>
                </a:ext>
              </a:extLst>
            </p:cNvPr>
            <p:cNvSpPr>
              <a:spLocks noEditPoints="1"/>
            </p:cNvSpPr>
            <p:nvPr userDrawn="1"/>
          </p:nvSpPr>
          <p:spPr bwMode="auto">
            <a:xfrm>
              <a:off x="2540001" y="5764214"/>
              <a:ext cx="336550" cy="333375"/>
            </a:xfrm>
            <a:custGeom>
              <a:avLst/>
              <a:gdLst>
                <a:gd name="T0" fmla="*/ 865 w 929"/>
                <a:gd name="T1" fmla="*/ 851 h 923"/>
                <a:gd name="T2" fmla="*/ 851 w 929"/>
                <a:gd name="T3" fmla="*/ 866 h 923"/>
                <a:gd name="T4" fmla="*/ 842 w 929"/>
                <a:gd name="T5" fmla="*/ 866 h 923"/>
                <a:gd name="T6" fmla="*/ 641 w 929"/>
                <a:gd name="T7" fmla="*/ 665 h 923"/>
                <a:gd name="T8" fmla="*/ 641 w 929"/>
                <a:gd name="T9" fmla="*/ 655 h 923"/>
                <a:gd name="T10" fmla="*/ 655 w 929"/>
                <a:gd name="T11" fmla="*/ 641 h 923"/>
                <a:gd name="T12" fmla="*/ 660 w 929"/>
                <a:gd name="T13" fmla="*/ 639 h 923"/>
                <a:gd name="T14" fmla="*/ 665 w 929"/>
                <a:gd name="T15" fmla="*/ 641 h 923"/>
                <a:gd name="T16" fmla="*/ 865 w 929"/>
                <a:gd name="T17" fmla="*/ 842 h 923"/>
                <a:gd name="T18" fmla="*/ 865 w 929"/>
                <a:gd name="T19" fmla="*/ 851 h 923"/>
                <a:gd name="T20" fmla="*/ 322 w 929"/>
                <a:gd name="T21" fmla="*/ 590 h 923"/>
                <a:gd name="T22" fmla="*/ 55 w 929"/>
                <a:gd name="T23" fmla="*/ 323 h 923"/>
                <a:gd name="T24" fmla="*/ 322 w 929"/>
                <a:gd name="T25" fmla="*/ 56 h 923"/>
                <a:gd name="T26" fmla="*/ 589 w 929"/>
                <a:gd name="T27" fmla="*/ 323 h 923"/>
                <a:gd name="T28" fmla="*/ 322 w 929"/>
                <a:gd name="T29" fmla="*/ 590 h 923"/>
                <a:gd name="T30" fmla="*/ 905 w 929"/>
                <a:gd name="T31" fmla="*/ 802 h 923"/>
                <a:gd name="T32" fmla="*/ 704 w 929"/>
                <a:gd name="T33" fmla="*/ 602 h 923"/>
                <a:gd name="T34" fmla="*/ 630 w 929"/>
                <a:gd name="T35" fmla="*/ 591 h 923"/>
                <a:gd name="T36" fmla="*/ 569 w 929"/>
                <a:gd name="T37" fmla="*/ 530 h 923"/>
                <a:gd name="T38" fmla="*/ 645 w 929"/>
                <a:gd name="T39" fmla="*/ 323 h 923"/>
                <a:gd name="T40" fmla="*/ 322 w 929"/>
                <a:gd name="T41" fmla="*/ 0 h 923"/>
                <a:gd name="T42" fmla="*/ 0 w 929"/>
                <a:gd name="T43" fmla="*/ 323 h 923"/>
                <a:gd name="T44" fmla="*/ 322 w 929"/>
                <a:gd name="T45" fmla="*/ 645 h 923"/>
                <a:gd name="T46" fmla="*/ 530 w 929"/>
                <a:gd name="T47" fmla="*/ 569 h 923"/>
                <a:gd name="T48" fmla="*/ 591 w 929"/>
                <a:gd name="T49" fmla="*/ 631 h 923"/>
                <a:gd name="T50" fmla="*/ 602 w 929"/>
                <a:gd name="T51" fmla="*/ 704 h 923"/>
                <a:gd name="T52" fmla="*/ 802 w 929"/>
                <a:gd name="T53" fmla="*/ 905 h 923"/>
                <a:gd name="T54" fmla="*/ 847 w 929"/>
                <a:gd name="T55" fmla="*/ 923 h 923"/>
                <a:gd name="T56" fmla="*/ 891 w 929"/>
                <a:gd name="T57" fmla="*/ 905 h 923"/>
                <a:gd name="T58" fmla="*/ 905 w 929"/>
                <a:gd name="T59" fmla="*/ 891 h 923"/>
                <a:gd name="T60" fmla="*/ 905 w 929"/>
                <a:gd name="T61" fmla="*/ 802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29" h="923">
                  <a:moveTo>
                    <a:pt x="865" y="851"/>
                  </a:moveTo>
                  <a:lnTo>
                    <a:pt x="851" y="866"/>
                  </a:lnTo>
                  <a:cubicBezTo>
                    <a:pt x="849" y="868"/>
                    <a:pt x="844" y="868"/>
                    <a:pt x="842" y="866"/>
                  </a:cubicBezTo>
                  <a:lnTo>
                    <a:pt x="641" y="665"/>
                  </a:lnTo>
                  <a:cubicBezTo>
                    <a:pt x="639" y="663"/>
                    <a:pt x="639" y="658"/>
                    <a:pt x="641" y="655"/>
                  </a:cubicBezTo>
                  <a:lnTo>
                    <a:pt x="655" y="641"/>
                  </a:lnTo>
                  <a:cubicBezTo>
                    <a:pt x="656" y="640"/>
                    <a:pt x="658" y="639"/>
                    <a:pt x="660" y="639"/>
                  </a:cubicBezTo>
                  <a:cubicBezTo>
                    <a:pt x="662" y="639"/>
                    <a:pt x="663" y="640"/>
                    <a:pt x="665" y="641"/>
                  </a:cubicBezTo>
                  <a:lnTo>
                    <a:pt x="865" y="842"/>
                  </a:lnTo>
                  <a:cubicBezTo>
                    <a:pt x="868" y="844"/>
                    <a:pt x="868" y="849"/>
                    <a:pt x="865" y="851"/>
                  </a:cubicBezTo>
                  <a:close/>
                  <a:moveTo>
                    <a:pt x="322" y="590"/>
                  </a:moveTo>
                  <a:cubicBezTo>
                    <a:pt x="175" y="590"/>
                    <a:pt x="55" y="470"/>
                    <a:pt x="55" y="323"/>
                  </a:cubicBezTo>
                  <a:cubicBezTo>
                    <a:pt x="55" y="175"/>
                    <a:pt x="175" y="56"/>
                    <a:pt x="322" y="56"/>
                  </a:cubicBezTo>
                  <a:cubicBezTo>
                    <a:pt x="470" y="56"/>
                    <a:pt x="589" y="175"/>
                    <a:pt x="589" y="323"/>
                  </a:cubicBezTo>
                  <a:cubicBezTo>
                    <a:pt x="589" y="470"/>
                    <a:pt x="470" y="590"/>
                    <a:pt x="322" y="590"/>
                  </a:cubicBezTo>
                  <a:close/>
                  <a:moveTo>
                    <a:pt x="905" y="802"/>
                  </a:moveTo>
                  <a:lnTo>
                    <a:pt x="704" y="602"/>
                  </a:lnTo>
                  <a:cubicBezTo>
                    <a:pt x="685" y="583"/>
                    <a:pt x="654" y="578"/>
                    <a:pt x="630" y="591"/>
                  </a:cubicBezTo>
                  <a:lnTo>
                    <a:pt x="569" y="530"/>
                  </a:lnTo>
                  <a:cubicBezTo>
                    <a:pt x="618" y="472"/>
                    <a:pt x="645" y="399"/>
                    <a:pt x="645" y="323"/>
                  </a:cubicBezTo>
                  <a:cubicBezTo>
                    <a:pt x="645" y="145"/>
                    <a:pt x="501" y="0"/>
                    <a:pt x="322" y="0"/>
                  </a:cubicBezTo>
                  <a:cubicBezTo>
                    <a:pt x="145" y="0"/>
                    <a:pt x="0" y="145"/>
                    <a:pt x="0" y="323"/>
                  </a:cubicBezTo>
                  <a:cubicBezTo>
                    <a:pt x="0" y="501"/>
                    <a:pt x="145" y="645"/>
                    <a:pt x="322" y="645"/>
                  </a:cubicBezTo>
                  <a:cubicBezTo>
                    <a:pt x="399" y="645"/>
                    <a:pt x="472" y="618"/>
                    <a:pt x="530" y="569"/>
                  </a:cubicBezTo>
                  <a:lnTo>
                    <a:pt x="591" y="631"/>
                  </a:lnTo>
                  <a:cubicBezTo>
                    <a:pt x="579" y="654"/>
                    <a:pt x="582" y="685"/>
                    <a:pt x="602" y="704"/>
                  </a:cubicBezTo>
                  <a:lnTo>
                    <a:pt x="802" y="905"/>
                  </a:lnTo>
                  <a:cubicBezTo>
                    <a:pt x="814" y="917"/>
                    <a:pt x="830" y="923"/>
                    <a:pt x="847" y="923"/>
                  </a:cubicBezTo>
                  <a:cubicBezTo>
                    <a:pt x="863" y="923"/>
                    <a:pt x="879" y="917"/>
                    <a:pt x="891" y="905"/>
                  </a:cubicBezTo>
                  <a:lnTo>
                    <a:pt x="905" y="891"/>
                  </a:lnTo>
                  <a:cubicBezTo>
                    <a:pt x="929" y="866"/>
                    <a:pt x="929" y="827"/>
                    <a:pt x="905" y="8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67" name="Freeform 113">
              <a:extLst>
                <a:ext uri="{FF2B5EF4-FFF2-40B4-BE49-F238E27FC236}">
                  <a16:creationId xmlns:a16="http://schemas.microsoft.com/office/drawing/2014/main" id="{821CB8E2-9A6F-8A9C-D9AC-4DEA606DE8CF}"/>
                </a:ext>
              </a:extLst>
            </p:cNvPr>
            <p:cNvSpPr>
              <a:spLocks noEditPoints="1"/>
            </p:cNvSpPr>
            <p:nvPr userDrawn="1"/>
          </p:nvSpPr>
          <p:spPr bwMode="auto">
            <a:xfrm>
              <a:off x="2635251" y="5845176"/>
              <a:ext cx="42863" cy="117475"/>
            </a:xfrm>
            <a:custGeom>
              <a:avLst/>
              <a:gdLst>
                <a:gd name="T0" fmla="*/ 75 w 117"/>
                <a:gd name="T1" fmla="*/ 268 h 326"/>
                <a:gd name="T2" fmla="*/ 58 w 117"/>
                <a:gd name="T3" fmla="*/ 284 h 326"/>
                <a:gd name="T4" fmla="*/ 42 w 117"/>
                <a:gd name="T5" fmla="*/ 268 h 326"/>
                <a:gd name="T6" fmla="*/ 42 w 117"/>
                <a:gd name="T7" fmla="*/ 59 h 326"/>
                <a:gd name="T8" fmla="*/ 58 w 117"/>
                <a:gd name="T9" fmla="*/ 42 h 326"/>
                <a:gd name="T10" fmla="*/ 75 w 117"/>
                <a:gd name="T11" fmla="*/ 59 h 326"/>
                <a:gd name="T12" fmla="*/ 75 w 117"/>
                <a:gd name="T13" fmla="*/ 268 h 326"/>
                <a:gd name="T14" fmla="*/ 58 w 117"/>
                <a:gd name="T15" fmla="*/ 0 h 326"/>
                <a:gd name="T16" fmla="*/ 0 w 117"/>
                <a:gd name="T17" fmla="*/ 59 h 326"/>
                <a:gd name="T18" fmla="*/ 0 w 117"/>
                <a:gd name="T19" fmla="*/ 268 h 326"/>
                <a:gd name="T20" fmla="*/ 58 w 117"/>
                <a:gd name="T21" fmla="*/ 326 h 326"/>
                <a:gd name="T22" fmla="*/ 117 w 117"/>
                <a:gd name="T23" fmla="*/ 268 h 326"/>
                <a:gd name="T24" fmla="*/ 117 w 117"/>
                <a:gd name="T25" fmla="*/ 59 h 326"/>
                <a:gd name="T26" fmla="*/ 58 w 117"/>
                <a:gd name="T2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326">
                  <a:moveTo>
                    <a:pt x="75" y="268"/>
                  </a:moveTo>
                  <a:cubicBezTo>
                    <a:pt x="75" y="281"/>
                    <a:pt x="72" y="284"/>
                    <a:pt x="58" y="284"/>
                  </a:cubicBezTo>
                  <a:cubicBezTo>
                    <a:pt x="45" y="284"/>
                    <a:pt x="42" y="281"/>
                    <a:pt x="42" y="268"/>
                  </a:cubicBezTo>
                  <a:lnTo>
                    <a:pt x="42" y="59"/>
                  </a:lnTo>
                  <a:cubicBezTo>
                    <a:pt x="42" y="45"/>
                    <a:pt x="45" y="42"/>
                    <a:pt x="58" y="42"/>
                  </a:cubicBezTo>
                  <a:cubicBezTo>
                    <a:pt x="72" y="42"/>
                    <a:pt x="75" y="45"/>
                    <a:pt x="75" y="59"/>
                  </a:cubicBezTo>
                  <a:lnTo>
                    <a:pt x="75" y="268"/>
                  </a:lnTo>
                  <a:close/>
                  <a:moveTo>
                    <a:pt x="58" y="0"/>
                  </a:moveTo>
                  <a:cubicBezTo>
                    <a:pt x="22" y="0"/>
                    <a:pt x="0" y="22"/>
                    <a:pt x="0" y="59"/>
                  </a:cubicBezTo>
                  <a:lnTo>
                    <a:pt x="0" y="268"/>
                  </a:lnTo>
                  <a:cubicBezTo>
                    <a:pt x="0" y="304"/>
                    <a:pt x="22" y="326"/>
                    <a:pt x="58" y="326"/>
                  </a:cubicBezTo>
                  <a:cubicBezTo>
                    <a:pt x="95" y="326"/>
                    <a:pt x="117" y="304"/>
                    <a:pt x="117" y="268"/>
                  </a:cubicBezTo>
                  <a:lnTo>
                    <a:pt x="117" y="59"/>
                  </a:lnTo>
                  <a:cubicBezTo>
                    <a:pt x="117" y="22"/>
                    <a:pt x="95" y="0"/>
                    <a:pt x="58" y="0"/>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68" name="Freeform 114">
              <a:extLst>
                <a:ext uri="{FF2B5EF4-FFF2-40B4-BE49-F238E27FC236}">
                  <a16:creationId xmlns:a16="http://schemas.microsoft.com/office/drawing/2014/main" id="{DBCB4930-81C2-3085-4610-9CDEC4E6D877}"/>
                </a:ext>
              </a:extLst>
            </p:cNvPr>
            <p:cNvSpPr>
              <a:spLocks noEditPoints="1"/>
            </p:cNvSpPr>
            <p:nvPr userDrawn="1"/>
          </p:nvSpPr>
          <p:spPr bwMode="auto">
            <a:xfrm>
              <a:off x="2635251" y="5799139"/>
              <a:ext cx="42863" cy="44450"/>
            </a:xfrm>
            <a:custGeom>
              <a:avLst/>
              <a:gdLst>
                <a:gd name="T0" fmla="*/ 60 w 121"/>
                <a:gd name="T1" fmla="*/ 78 h 120"/>
                <a:gd name="T2" fmla="*/ 42 w 121"/>
                <a:gd name="T3" fmla="*/ 60 h 120"/>
                <a:gd name="T4" fmla="*/ 60 w 121"/>
                <a:gd name="T5" fmla="*/ 42 h 120"/>
                <a:gd name="T6" fmla="*/ 79 w 121"/>
                <a:gd name="T7" fmla="*/ 60 h 120"/>
                <a:gd name="T8" fmla="*/ 60 w 121"/>
                <a:gd name="T9" fmla="*/ 78 h 120"/>
                <a:gd name="T10" fmla="*/ 60 w 121"/>
                <a:gd name="T11" fmla="*/ 0 h 120"/>
                <a:gd name="T12" fmla="*/ 0 w 121"/>
                <a:gd name="T13" fmla="*/ 60 h 120"/>
                <a:gd name="T14" fmla="*/ 60 w 121"/>
                <a:gd name="T15" fmla="*/ 120 h 120"/>
                <a:gd name="T16" fmla="*/ 121 w 121"/>
                <a:gd name="T17" fmla="*/ 60 h 120"/>
                <a:gd name="T18" fmla="*/ 60 w 121"/>
                <a:gd name="T19"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20">
                  <a:moveTo>
                    <a:pt x="60" y="78"/>
                  </a:moveTo>
                  <a:cubicBezTo>
                    <a:pt x="50" y="78"/>
                    <a:pt x="42" y="70"/>
                    <a:pt x="42" y="60"/>
                  </a:cubicBezTo>
                  <a:cubicBezTo>
                    <a:pt x="42" y="50"/>
                    <a:pt x="50" y="42"/>
                    <a:pt x="60" y="42"/>
                  </a:cubicBezTo>
                  <a:cubicBezTo>
                    <a:pt x="71" y="42"/>
                    <a:pt x="79" y="50"/>
                    <a:pt x="79" y="60"/>
                  </a:cubicBezTo>
                  <a:cubicBezTo>
                    <a:pt x="79" y="70"/>
                    <a:pt x="71" y="78"/>
                    <a:pt x="60" y="78"/>
                  </a:cubicBezTo>
                  <a:close/>
                  <a:moveTo>
                    <a:pt x="60" y="0"/>
                  </a:moveTo>
                  <a:cubicBezTo>
                    <a:pt x="27" y="0"/>
                    <a:pt x="0" y="27"/>
                    <a:pt x="0" y="60"/>
                  </a:cubicBezTo>
                  <a:cubicBezTo>
                    <a:pt x="0" y="93"/>
                    <a:pt x="27" y="120"/>
                    <a:pt x="60" y="120"/>
                  </a:cubicBezTo>
                  <a:cubicBezTo>
                    <a:pt x="94" y="120"/>
                    <a:pt x="121" y="93"/>
                    <a:pt x="121" y="60"/>
                  </a:cubicBezTo>
                  <a:cubicBezTo>
                    <a:pt x="121" y="27"/>
                    <a:pt x="94" y="0"/>
                    <a:pt x="60" y="0"/>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69" name="Group 168">
            <a:extLst>
              <a:ext uri="{FF2B5EF4-FFF2-40B4-BE49-F238E27FC236}">
                <a16:creationId xmlns:a16="http://schemas.microsoft.com/office/drawing/2014/main" id="{7D73128A-B975-5C50-A580-407D88B2C144}"/>
              </a:ext>
            </a:extLst>
          </p:cNvPr>
          <p:cNvGrpSpPr/>
          <p:nvPr/>
        </p:nvGrpSpPr>
        <p:grpSpPr>
          <a:xfrm>
            <a:off x="4425951" y="4879976"/>
            <a:ext cx="330200" cy="331788"/>
            <a:chOff x="4425951" y="4879976"/>
            <a:chExt cx="330200" cy="331788"/>
          </a:xfrm>
        </p:grpSpPr>
        <p:sp>
          <p:nvSpPr>
            <p:cNvPr id="170" name="Freeform 115">
              <a:extLst>
                <a:ext uri="{FF2B5EF4-FFF2-40B4-BE49-F238E27FC236}">
                  <a16:creationId xmlns:a16="http://schemas.microsoft.com/office/drawing/2014/main" id="{2EA8ECBB-B945-13FF-6640-B485ABC80672}"/>
                </a:ext>
              </a:extLst>
            </p:cNvPr>
            <p:cNvSpPr>
              <a:spLocks noEditPoints="1"/>
            </p:cNvSpPr>
            <p:nvPr userDrawn="1"/>
          </p:nvSpPr>
          <p:spPr bwMode="auto">
            <a:xfrm>
              <a:off x="4425951" y="4891089"/>
              <a:ext cx="320675" cy="320675"/>
            </a:xfrm>
            <a:custGeom>
              <a:avLst/>
              <a:gdLst>
                <a:gd name="T0" fmla="*/ 445 w 890"/>
                <a:gd name="T1" fmla="*/ 836 h 889"/>
                <a:gd name="T2" fmla="*/ 188 w 890"/>
                <a:gd name="T3" fmla="*/ 739 h 889"/>
                <a:gd name="T4" fmla="*/ 456 w 890"/>
                <a:gd name="T5" fmla="*/ 471 h 889"/>
                <a:gd name="T6" fmla="*/ 836 w 890"/>
                <a:gd name="T7" fmla="*/ 471 h 889"/>
                <a:gd name="T8" fmla="*/ 445 w 890"/>
                <a:gd name="T9" fmla="*/ 836 h 889"/>
                <a:gd name="T10" fmla="*/ 53 w 890"/>
                <a:gd name="T11" fmla="*/ 444 h 889"/>
                <a:gd name="T12" fmla="*/ 419 w 890"/>
                <a:gd name="T13" fmla="*/ 54 h 889"/>
                <a:gd name="T14" fmla="*/ 419 w 890"/>
                <a:gd name="T15" fmla="*/ 433 h 889"/>
                <a:gd name="T16" fmla="*/ 151 w 890"/>
                <a:gd name="T17" fmla="*/ 702 h 889"/>
                <a:gd name="T18" fmla="*/ 53 w 890"/>
                <a:gd name="T19" fmla="*/ 444 h 889"/>
                <a:gd name="T20" fmla="*/ 863 w 890"/>
                <a:gd name="T21" fmla="*/ 418 h 889"/>
                <a:gd name="T22" fmla="*/ 472 w 890"/>
                <a:gd name="T23" fmla="*/ 418 h 889"/>
                <a:gd name="T24" fmla="*/ 472 w 890"/>
                <a:gd name="T25" fmla="*/ 26 h 889"/>
                <a:gd name="T26" fmla="*/ 445 w 890"/>
                <a:gd name="T27" fmla="*/ 0 h 889"/>
                <a:gd name="T28" fmla="*/ 0 w 890"/>
                <a:gd name="T29" fmla="*/ 444 h 889"/>
                <a:gd name="T30" fmla="*/ 130 w 890"/>
                <a:gd name="T31" fmla="*/ 758 h 889"/>
                <a:gd name="T32" fmla="*/ 134 w 890"/>
                <a:gd name="T33" fmla="*/ 762 h 889"/>
                <a:gd name="T34" fmla="*/ 134 w 890"/>
                <a:gd name="T35" fmla="*/ 762 h 889"/>
                <a:gd name="T36" fmla="*/ 445 w 890"/>
                <a:gd name="T37" fmla="*/ 889 h 889"/>
                <a:gd name="T38" fmla="*/ 890 w 890"/>
                <a:gd name="T39" fmla="*/ 444 h 889"/>
                <a:gd name="T40" fmla="*/ 863 w 890"/>
                <a:gd name="T41" fmla="*/ 418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90" h="889">
                  <a:moveTo>
                    <a:pt x="445" y="836"/>
                  </a:moveTo>
                  <a:cubicBezTo>
                    <a:pt x="350" y="836"/>
                    <a:pt x="259" y="802"/>
                    <a:pt x="188" y="739"/>
                  </a:cubicBezTo>
                  <a:lnTo>
                    <a:pt x="456" y="471"/>
                  </a:lnTo>
                  <a:lnTo>
                    <a:pt x="836" y="471"/>
                  </a:lnTo>
                  <a:cubicBezTo>
                    <a:pt x="822" y="676"/>
                    <a:pt x="653" y="836"/>
                    <a:pt x="445" y="836"/>
                  </a:cubicBezTo>
                  <a:close/>
                  <a:moveTo>
                    <a:pt x="53" y="444"/>
                  </a:moveTo>
                  <a:cubicBezTo>
                    <a:pt x="53" y="237"/>
                    <a:pt x="213" y="67"/>
                    <a:pt x="419" y="54"/>
                  </a:cubicBezTo>
                  <a:lnTo>
                    <a:pt x="419" y="433"/>
                  </a:lnTo>
                  <a:lnTo>
                    <a:pt x="151" y="702"/>
                  </a:lnTo>
                  <a:cubicBezTo>
                    <a:pt x="88" y="630"/>
                    <a:pt x="53" y="539"/>
                    <a:pt x="53" y="444"/>
                  </a:cubicBezTo>
                  <a:close/>
                  <a:moveTo>
                    <a:pt x="863" y="418"/>
                  </a:moveTo>
                  <a:lnTo>
                    <a:pt x="472" y="418"/>
                  </a:lnTo>
                  <a:lnTo>
                    <a:pt x="472" y="26"/>
                  </a:lnTo>
                  <a:cubicBezTo>
                    <a:pt x="472" y="12"/>
                    <a:pt x="460" y="0"/>
                    <a:pt x="445" y="0"/>
                  </a:cubicBezTo>
                  <a:cubicBezTo>
                    <a:pt x="200" y="0"/>
                    <a:pt x="0" y="199"/>
                    <a:pt x="0" y="444"/>
                  </a:cubicBezTo>
                  <a:cubicBezTo>
                    <a:pt x="0" y="562"/>
                    <a:pt x="47" y="674"/>
                    <a:pt x="130" y="758"/>
                  </a:cubicBezTo>
                  <a:lnTo>
                    <a:pt x="134" y="762"/>
                  </a:lnTo>
                  <a:lnTo>
                    <a:pt x="134" y="762"/>
                  </a:lnTo>
                  <a:cubicBezTo>
                    <a:pt x="218" y="844"/>
                    <a:pt x="328" y="889"/>
                    <a:pt x="445" y="889"/>
                  </a:cubicBezTo>
                  <a:cubicBezTo>
                    <a:pt x="690" y="889"/>
                    <a:pt x="890" y="689"/>
                    <a:pt x="890" y="444"/>
                  </a:cubicBezTo>
                  <a:cubicBezTo>
                    <a:pt x="890" y="430"/>
                    <a:pt x="878" y="418"/>
                    <a:pt x="863" y="41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1" name="Freeform 116">
              <a:extLst>
                <a:ext uri="{FF2B5EF4-FFF2-40B4-BE49-F238E27FC236}">
                  <a16:creationId xmlns:a16="http://schemas.microsoft.com/office/drawing/2014/main" id="{2F3C07CA-8BB4-DD44-2CFA-62A45C3B53E3}"/>
                </a:ext>
              </a:extLst>
            </p:cNvPr>
            <p:cNvSpPr>
              <a:spLocks noEditPoints="1"/>
            </p:cNvSpPr>
            <p:nvPr userDrawn="1"/>
          </p:nvSpPr>
          <p:spPr bwMode="auto">
            <a:xfrm>
              <a:off x="4603751" y="4879976"/>
              <a:ext cx="152400" cy="150813"/>
            </a:xfrm>
            <a:custGeom>
              <a:avLst/>
              <a:gdLst>
                <a:gd name="T0" fmla="*/ 43 w 420"/>
                <a:gd name="T1" fmla="*/ 375 h 417"/>
                <a:gd name="T2" fmla="*/ 43 w 420"/>
                <a:gd name="T3" fmla="*/ 43 h 417"/>
                <a:gd name="T4" fmla="*/ 373 w 420"/>
                <a:gd name="T5" fmla="*/ 375 h 417"/>
                <a:gd name="T6" fmla="*/ 43 w 420"/>
                <a:gd name="T7" fmla="*/ 375 h 417"/>
                <a:gd name="T8" fmla="*/ 417 w 420"/>
                <a:gd name="T9" fmla="*/ 393 h 417"/>
                <a:gd name="T10" fmla="*/ 22 w 420"/>
                <a:gd name="T11" fmla="*/ 0 h 417"/>
                <a:gd name="T12" fmla="*/ 0 w 420"/>
                <a:gd name="T13" fmla="*/ 0 h 417"/>
                <a:gd name="T14" fmla="*/ 0 w 420"/>
                <a:gd name="T15" fmla="*/ 417 h 417"/>
                <a:gd name="T16" fmla="*/ 420 w 420"/>
                <a:gd name="T17" fmla="*/ 417 h 417"/>
                <a:gd name="T18" fmla="*/ 417 w 420"/>
                <a:gd name="T19" fmla="*/ 393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0" h="417">
                  <a:moveTo>
                    <a:pt x="43" y="375"/>
                  </a:moveTo>
                  <a:lnTo>
                    <a:pt x="43" y="43"/>
                  </a:lnTo>
                  <a:cubicBezTo>
                    <a:pt x="113" y="51"/>
                    <a:pt x="332" y="96"/>
                    <a:pt x="373" y="375"/>
                  </a:cubicBezTo>
                  <a:lnTo>
                    <a:pt x="43" y="375"/>
                  </a:lnTo>
                  <a:close/>
                  <a:moveTo>
                    <a:pt x="417" y="393"/>
                  </a:moveTo>
                  <a:cubicBezTo>
                    <a:pt x="377" y="8"/>
                    <a:pt x="25" y="0"/>
                    <a:pt x="22" y="0"/>
                  </a:cubicBezTo>
                  <a:lnTo>
                    <a:pt x="0" y="0"/>
                  </a:lnTo>
                  <a:lnTo>
                    <a:pt x="0" y="417"/>
                  </a:lnTo>
                  <a:lnTo>
                    <a:pt x="420" y="417"/>
                  </a:lnTo>
                  <a:lnTo>
                    <a:pt x="417" y="393"/>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72" name="Group 171">
            <a:extLst>
              <a:ext uri="{FF2B5EF4-FFF2-40B4-BE49-F238E27FC236}">
                <a16:creationId xmlns:a16="http://schemas.microsoft.com/office/drawing/2014/main" id="{6DAE7211-F338-0924-F216-695CB3B305A5}"/>
              </a:ext>
            </a:extLst>
          </p:cNvPr>
          <p:cNvGrpSpPr/>
          <p:nvPr/>
        </p:nvGrpSpPr>
        <p:grpSpPr>
          <a:xfrm>
            <a:off x="6265863" y="2479676"/>
            <a:ext cx="407988" cy="341313"/>
            <a:chOff x="6265863" y="2479676"/>
            <a:chExt cx="407988" cy="341313"/>
          </a:xfrm>
        </p:grpSpPr>
        <p:sp>
          <p:nvSpPr>
            <p:cNvPr id="173" name="Freeform 117">
              <a:extLst>
                <a:ext uri="{FF2B5EF4-FFF2-40B4-BE49-F238E27FC236}">
                  <a16:creationId xmlns:a16="http://schemas.microsoft.com/office/drawing/2014/main" id="{00C8BB17-4FC1-D1EF-E93E-0F266425676F}"/>
                </a:ext>
              </a:extLst>
            </p:cNvPr>
            <p:cNvSpPr>
              <a:spLocks noEditPoints="1"/>
            </p:cNvSpPr>
            <p:nvPr userDrawn="1"/>
          </p:nvSpPr>
          <p:spPr bwMode="auto">
            <a:xfrm>
              <a:off x="6265863" y="2636839"/>
              <a:ext cx="127000" cy="50800"/>
            </a:xfrm>
            <a:custGeom>
              <a:avLst/>
              <a:gdLst>
                <a:gd name="T0" fmla="*/ 72 w 350"/>
                <a:gd name="T1" fmla="*/ 44 h 143"/>
                <a:gd name="T2" fmla="*/ 99 w 350"/>
                <a:gd name="T3" fmla="*/ 72 h 143"/>
                <a:gd name="T4" fmla="*/ 72 w 350"/>
                <a:gd name="T5" fmla="*/ 99 h 143"/>
                <a:gd name="T6" fmla="*/ 44 w 350"/>
                <a:gd name="T7" fmla="*/ 72 h 143"/>
                <a:gd name="T8" fmla="*/ 72 w 350"/>
                <a:gd name="T9" fmla="*/ 44 h 143"/>
                <a:gd name="T10" fmla="*/ 72 w 350"/>
                <a:gd name="T11" fmla="*/ 143 h 143"/>
                <a:gd name="T12" fmla="*/ 139 w 350"/>
                <a:gd name="T13" fmla="*/ 93 h 143"/>
                <a:gd name="T14" fmla="*/ 350 w 350"/>
                <a:gd name="T15" fmla="*/ 93 h 143"/>
                <a:gd name="T16" fmla="*/ 350 w 350"/>
                <a:gd name="T17" fmla="*/ 50 h 143"/>
                <a:gd name="T18" fmla="*/ 139 w 350"/>
                <a:gd name="T19" fmla="*/ 50 h 143"/>
                <a:gd name="T20" fmla="*/ 72 w 350"/>
                <a:gd name="T21" fmla="*/ 0 h 143"/>
                <a:gd name="T22" fmla="*/ 0 w 350"/>
                <a:gd name="T23" fmla="*/ 72 h 143"/>
                <a:gd name="T24" fmla="*/ 72 w 350"/>
                <a:gd name="T25" fmla="*/ 14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0" h="143">
                  <a:moveTo>
                    <a:pt x="72" y="44"/>
                  </a:moveTo>
                  <a:cubicBezTo>
                    <a:pt x="87" y="44"/>
                    <a:pt x="99" y="56"/>
                    <a:pt x="99" y="72"/>
                  </a:cubicBezTo>
                  <a:cubicBezTo>
                    <a:pt x="99" y="87"/>
                    <a:pt x="87" y="99"/>
                    <a:pt x="72" y="99"/>
                  </a:cubicBezTo>
                  <a:cubicBezTo>
                    <a:pt x="57" y="99"/>
                    <a:pt x="44" y="87"/>
                    <a:pt x="44" y="72"/>
                  </a:cubicBezTo>
                  <a:cubicBezTo>
                    <a:pt x="44" y="56"/>
                    <a:pt x="57" y="44"/>
                    <a:pt x="72" y="44"/>
                  </a:cubicBezTo>
                  <a:close/>
                  <a:moveTo>
                    <a:pt x="72" y="143"/>
                  </a:moveTo>
                  <a:cubicBezTo>
                    <a:pt x="103" y="143"/>
                    <a:pt x="130" y="122"/>
                    <a:pt x="139" y="93"/>
                  </a:cubicBezTo>
                  <a:lnTo>
                    <a:pt x="350" y="93"/>
                  </a:lnTo>
                  <a:lnTo>
                    <a:pt x="350" y="50"/>
                  </a:lnTo>
                  <a:lnTo>
                    <a:pt x="139" y="50"/>
                  </a:lnTo>
                  <a:cubicBezTo>
                    <a:pt x="130" y="21"/>
                    <a:pt x="103" y="0"/>
                    <a:pt x="72" y="0"/>
                  </a:cubicBezTo>
                  <a:cubicBezTo>
                    <a:pt x="32" y="0"/>
                    <a:pt x="0" y="32"/>
                    <a:pt x="0" y="72"/>
                  </a:cubicBezTo>
                  <a:cubicBezTo>
                    <a:pt x="0" y="111"/>
                    <a:pt x="32" y="143"/>
                    <a:pt x="72" y="14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4" name="Freeform 118">
              <a:extLst>
                <a:ext uri="{FF2B5EF4-FFF2-40B4-BE49-F238E27FC236}">
                  <a16:creationId xmlns:a16="http://schemas.microsoft.com/office/drawing/2014/main" id="{35CE4DDC-6087-7C20-556D-8D8A92B6C1E8}"/>
                </a:ext>
              </a:extLst>
            </p:cNvPr>
            <p:cNvSpPr>
              <a:spLocks noEditPoints="1"/>
            </p:cNvSpPr>
            <p:nvPr userDrawn="1"/>
          </p:nvSpPr>
          <p:spPr bwMode="auto">
            <a:xfrm>
              <a:off x="6265863" y="2554289"/>
              <a:ext cx="165100" cy="66675"/>
            </a:xfrm>
            <a:custGeom>
              <a:avLst/>
              <a:gdLst>
                <a:gd name="T0" fmla="*/ 72 w 456"/>
                <a:gd name="T1" fmla="*/ 43 h 184"/>
                <a:gd name="T2" fmla="*/ 99 w 456"/>
                <a:gd name="T3" fmla="*/ 71 h 184"/>
                <a:gd name="T4" fmla="*/ 72 w 456"/>
                <a:gd name="T5" fmla="*/ 99 h 184"/>
                <a:gd name="T6" fmla="*/ 44 w 456"/>
                <a:gd name="T7" fmla="*/ 71 h 184"/>
                <a:gd name="T8" fmla="*/ 72 w 456"/>
                <a:gd name="T9" fmla="*/ 43 h 184"/>
                <a:gd name="T10" fmla="*/ 72 w 456"/>
                <a:gd name="T11" fmla="*/ 142 h 184"/>
                <a:gd name="T12" fmla="*/ 140 w 456"/>
                <a:gd name="T13" fmla="*/ 91 h 184"/>
                <a:gd name="T14" fmla="*/ 333 w 456"/>
                <a:gd name="T15" fmla="*/ 91 h 184"/>
                <a:gd name="T16" fmla="*/ 425 w 456"/>
                <a:gd name="T17" fmla="*/ 184 h 184"/>
                <a:gd name="T18" fmla="*/ 456 w 456"/>
                <a:gd name="T19" fmla="*/ 154 h 184"/>
                <a:gd name="T20" fmla="*/ 351 w 456"/>
                <a:gd name="T21" fmla="*/ 48 h 184"/>
                <a:gd name="T22" fmla="*/ 139 w 456"/>
                <a:gd name="T23" fmla="*/ 48 h 184"/>
                <a:gd name="T24" fmla="*/ 72 w 456"/>
                <a:gd name="T25" fmla="*/ 0 h 184"/>
                <a:gd name="T26" fmla="*/ 0 w 456"/>
                <a:gd name="T27" fmla="*/ 71 h 184"/>
                <a:gd name="T28" fmla="*/ 72 w 456"/>
                <a:gd name="T29" fmla="*/ 14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6" h="184">
                  <a:moveTo>
                    <a:pt x="72" y="43"/>
                  </a:moveTo>
                  <a:cubicBezTo>
                    <a:pt x="87" y="43"/>
                    <a:pt x="99" y="56"/>
                    <a:pt x="99" y="71"/>
                  </a:cubicBezTo>
                  <a:cubicBezTo>
                    <a:pt x="99" y="86"/>
                    <a:pt x="87" y="99"/>
                    <a:pt x="72" y="99"/>
                  </a:cubicBezTo>
                  <a:cubicBezTo>
                    <a:pt x="57" y="99"/>
                    <a:pt x="44" y="86"/>
                    <a:pt x="44" y="71"/>
                  </a:cubicBezTo>
                  <a:cubicBezTo>
                    <a:pt x="44" y="56"/>
                    <a:pt x="57" y="43"/>
                    <a:pt x="72" y="43"/>
                  </a:cubicBezTo>
                  <a:close/>
                  <a:moveTo>
                    <a:pt x="72" y="142"/>
                  </a:moveTo>
                  <a:cubicBezTo>
                    <a:pt x="104" y="142"/>
                    <a:pt x="131" y="121"/>
                    <a:pt x="140" y="91"/>
                  </a:cubicBezTo>
                  <a:lnTo>
                    <a:pt x="333" y="91"/>
                  </a:lnTo>
                  <a:lnTo>
                    <a:pt x="425" y="184"/>
                  </a:lnTo>
                  <a:lnTo>
                    <a:pt x="456" y="154"/>
                  </a:lnTo>
                  <a:lnTo>
                    <a:pt x="351" y="48"/>
                  </a:lnTo>
                  <a:lnTo>
                    <a:pt x="139" y="48"/>
                  </a:lnTo>
                  <a:cubicBezTo>
                    <a:pt x="129" y="20"/>
                    <a:pt x="103" y="0"/>
                    <a:pt x="72" y="0"/>
                  </a:cubicBezTo>
                  <a:cubicBezTo>
                    <a:pt x="32" y="0"/>
                    <a:pt x="0" y="32"/>
                    <a:pt x="0" y="71"/>
                  </a:cubicBezTo>
                  <a:cubicBezTo>
                    <a:pt x="0" y="110"/>
                    <a:pt x="32" y="142"/>
                    <a:pt x="72" y="142"/>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5" name="Freeform 119">
              <a:extLst>
                <a:ext uri="{FF2B5EF4-FFF2-40B4-BE49-F238E27FC236}">
                  <a16:creationId xmlns:a16="http://schemas.microsoft.com/office/drawing/2014/main" id="{1F607869-29EE-870D-C400-DAC8E7BDFBC6}"/>
                </a:ext>
              </a:extLst>
            </p:cNvPr>
            <p:cNvSpPr>
              <a:spLocks noEditPoints="1"/>
            </p:cNvSpPr>
            <p:nvPr userDrawn="1"/>
          </p:nvSpPr>
          <p:spPr bwMode="auto">
            <a:xfrm>
              <a:off x="6265863" y="2701926"/>
              <a:ext cx="165100" cy="66675"/>
            </a:xfrm>
            <a:custGeom>
              <a:avLst/>
              <a:gdLst>
                <a:gd name="T0" fmla="*/ 72 w 456"/>
                <a:gd name="T1" fmla="*/ 141 h 185"/>
                <a:gd name="T2" fmla="*/ 44 w 456"/>
                <a:gd name="T3" fmla="*/ 114 h 185"/>
                <a:gd name="T4" fmla="*/ 72 w 456"/>
                <a:gd name="T5" fmla="*/ 86 h 185"/>
                <a:gd name="T6" fmla="*/ 99 w 456"/>
                <a:gd name="T7" fmla="*/ 114 h 185"/>
                <a:gd name="T8" fmla="*/ 72 w 456"/>
                <a:gd name="T9" fmla="*/ 141 h 185"/>
                <a:gd name="T10" fmla="*/ 456 w 456"/>
                <a:gd name="T11" fmla="*/ 31 h 185"/>
                <a:gd name="T12" fmla="*/ 425 w 456"/>
                <a:gd name="T13" fmla="*/ 0 h 185"/>
                <a:gd name="T14" fmla="*/ 333 w 456"/>
                <a:gd name="T15" fmla="*/ 94 h 185"/>
                <a:gd name="T16" fmla="*/ 140 w 456"/>
                <a:gd name="T17" fmla="*/ 94 h 185"/>
                <a:gd name="T18" fmla="*/ 72 w 456"/>
                <a:gd name="T19" fmla="*/ 43 h 185"/>
                <a:gd name="T20" fmla="*/ 0 w 456"/>
                <a:gd name="T21" fmla="*/ 114 h 185"/>
                <a:gd name="T22" fmla="*/ 72 w 456"/>
                <a:gd name="T23" fmla="*/ 185 h 185"/>
                <a:gd name="T24" fmla="*/ 139 w 456"/>
                <a:gd name="T25" fmla="*/ 137 h 185"/>
                <a:gd name="T26" fmla="*/ 351 w 456"/>
                <a:gd name="T27" fmla="*/ 137 h 185"/>
                <a:gd name="T28" fmla="*/ 456 w 456"/>
                <a:gd name="T29" fmla="*/ 3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6" h="185">
                  <a:moveTo>
                    <a:pt x="72" y="141"/>
                  </a:moveTo>
                  <a:cubicBezTo>
                    <a:pt x="57" y="141"/>
                    <a:pt x="44" y="129"/>
                    <a:pt x="44" y="114"/>
                  </a:cubicBezTo>
                  <a:cubicBezTo>
                    <a:pt x="44" y="99"/>
                    <a:pt x="57" y="86"/>
                    <a:pt x="72" y="86"/>
                  </a:cubicBezTo>
                  <a:cubicBezTo>
                    <a:pt x="87" y="86"/>
                    <a:pt x="99" y="99"/>
                    <a:pt x="99" y="114"/>
                  </a:cubicBezTo>
                  <a:cubicBezTo>
                    <a:pt x="99" y="129"/>
                    <a:pt x="87" y="141"/>
                    <a:pt x="72" y="141"/>
                  </a:cubicBezTo>
                  <a:close/>
                  <a:moveTo>
                    <a:pt x="456" y="31"/>
                  </a:moveTo>
                  <a:lnTo>
                    <a:pt x="425" y="0"/>
                  </a:lnTo>
                  <a:lnTo>
                    <a:pt x="333" y="94"/>
                  </a:lnTo>
                  <a:lnTo>
                    <a:pt x="140" y="94"/>
                  </a:lnTo>
                  <a:cubicBezTo>
                    <a:pt x="131" y="64"/>
                    <a:pt x="104" y="43"/>
                    <a:pt x="72" y="43"/>
                  </a:cubicBezTo>
                  <a:cubicBezTo>
                    <a:pt x="32" y="43"/>
                    <a:pt x="0" y="75"/>
                    <a:pt x="0" y="114"/>
                  </a:cubicBezTo>
                  <a:cubicBezTo>
                    <a:pt x="0" y="153"/>
                    <a:pt x="32" y="185"/>
                    <a:pt x="72" y="185"/>
                  </a:cubicBezTo>
                  <a:cubicBezTo>
                    <a:pt x="103" y="185"/>
                    <a:pt x="129" y="165"/>
                    <a:pt x="139" y="137"/>
                  </a:cubicBezTo>
                  <a:lnTo>
                    <a:pt x="351" y="137"/>
                  </a:lnTo>
                  <a:lnTo>
                    <a:pt x="456" y="31"/>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6" name="Freeform 120">
              <a:extLst>
                <a:ext uri="{FF2B5EF4-FFF2-40B4-BE49-F238E27FC236}">
                  <a16:creationId xmlns:a16="http://schemas.microsoft.com/office/drawing/2014/main" id="{86C7C950-4648-C295-A403-D4DB3373A59B}"/>
                </a:ext>
              </a:extLst>
            </p:cNvPr>
            <p:cNvSpPr>
              <a:spLocks noEditPoints="1"/>
            </p:cNvSpPr>
            <p:nvPr userDrawn="1"/>
          </p:nvSpPr>
          <p:spPr bwMode="auto">
            <a:xfrm>
              <a:off x="6510338" y="2554289"/>
              <a:ext cx="163513" cy="66675"/>
            </a:xfrm>
            <a:custGeom>
              <a:avLst/>
              <a:gdLst>
                <a:gd name="T0" fmla="*/ 384 w 456"/>
                <a:gd name="T1" fmla="*/ 43 h 184"/>
                <a:gd name="T2" fmla="*/ 412 w 456"/>
                <a:gd name="T3" fmla="*/ 71 h 184"/>
                <a:gd name="T4" fmla="*/ 384 w 456"/>
                <a:gd name="T5" fmla="*/ 99 h 184"/>
                <a:gd name="T6" fmla="*/ 357 w 456"/>
                <a:gd name="T7" fmla="*/ 71 h 184"/>
                <a:gd name="T8" fmla="*/ 384 w 456"/>
                <a:gd name="T9" fmla="*/ 43 h 184"/>
                <a:gd name="T10" fmla="*/ 0 w 456"/>
                <a:gd name="T11" fmla="*/ 154 h 184"/>
                <a:gd name="T12" fmla="*/ 31 w 456"/>
                <a:gd name="T13" fmla="*/ 184 h 184"/>
                <a:gd name="T14" fmla="*/ 123 w 456"/>
                <a:gd name="T15" fmla="*/ 91 h 184"/>
                <a:gd name="T16" fmla="*/ 316 w 456"/>
                <a:gd name="T17" fmla="*/ 91 h 184"/>
                <a:gd name="T18" fmla="*/ 384 w 456"/>
                <a:gd name="T19" fmla="*/ 142 h 184"/>
                <a:gd name="T20" fmla="*/ 456 w 456"/>
                <a:gd name="T21" fmla="*/ 71 h 184"/>
                <a:gd name="T22" fmla="*/ 384 w 456"/>
                <a:gd name="T23" fmla="*/ 0 h 184"/>
                <a:gd name="T24" fmla="*/ 317 w 456"/>
                <a:gd name="T25" fmla="*/ 48 h 184"/>
                <a:gd name="T26" fmla="*/ 105 w 456"/>
                <a:gd name="T27" fmla="*/ 48 h 184"/>
                <a:gd name="T28" fmla="*/ 0 w 456"/>
                <a:gd name="T29" fmla="*/ 15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6" h="184">
                  <a:moveTo>
                    <a:pt x="384" y="43"/>
                  </a:moveTo>
                  <a:cubicBezTo>
                    <a:pt x="399" y="43"/>
                    <a:pt x="412" y="56"/>
                    <a:pt x="412" y="71"/>
                  </a:cubicBezTo>
                  <a:cubicBezTo>
                    <a:pt x="412" y="86"/>
                    <a:pt x="399" y="99"/>
                    <a:pt x="384" y="99"/>
                  </a:cubicBezTo>
                  <a:cubicBezTo>
                    <a:pt x="369" y="99"/>
                    <a:pt x="357" y="86"/>
                    <a:pt x="357" y="71"/>
                  </a:cubicBezTo>
                  <a:cubicBezTo>
                    <a:pt x="357" y="56"/>
                    <a:pt x="369" y="43"/>
                    <a:pt x="384" y="43"/>
                  </a:cubicBezTo>
                  <a:close/>
                  <a:moveTo>
                    <a:pt x="0" y="154"/>
                  </a:moveTo>
                  <a:lnTo>
                    <a:pt x="31" y="184"/>
                  </a:lnTo>
                  <a:lnTo>
                    <a:pt x="123" y="91"/>
                  </a:lnTo>
                  <a:lnTo>
                    <a:pt x="316" y="91"/>
                  </a:lnTo>
                  <a:cubicBezTo>
                    <a:pt x="325" y="121"/>
                    <a:pt x="352" y="142"/>
                    <a:pt x="384" y="142"/>
                  </a:cubicBezTo>
                  <a:cubicBezTo>
                    <a:pt x="424" y="142"/>
                    <a:pt x="456" y="110"/>
                    <a:pt x="456" y="71"/>
                  </a:cubicBezTo>
                  <a:cubicBezTo>
                    <a:pt x="456" y="32"/>
                    <a:pt x="424" y="0"/>
                    <a:pt x="384" y="0"/>
                  </a:cubicBezTo>
                  <a:cubicBezTo>
                    <a:pt x="353" y="0"/>
                    <a:pt x="327" y="20"/>
                    <a:pt x="317" y="48"/>
                  </a:cubicBezTo>
                  <a:lnTo>
                    <a:pt x="105" y="48"/>
                  </a:lnTo>
                  <a:lnTo>
                    <a:pt x="0" y="15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7" name="Freeform 121">
              <a:extLst>
                <a:ext uri="{FF2B5EF4-FFF2-40B4-BE49-F238E27FC236}">
                  <a16:creationId xmlns:a16="http://schemas.microsoft.com/office/drawing/2014/main" id="{2E8B90A9-0E2B-E4DE-5350-60DD5DBC5822}"/>
                </a:ext>
              </a:extLst>
            </p:cNvPr>
            <p:cNvSpPr>
              <a:spLocks noEditPoints="1"/>
            </p:cNvSpPr>
            <p:nvPr userDrawn="1"/>
          </p:nvSpPr>
          <p:spPr bwMode="auto">
            <a:xfrm>
              <a:off x="6510338" y="2701926"/>
              <a:ext cx="163513" cy="66675"/>
            </a:xfrm>
            <a:custGeom>
              <a:avLst/>
              <a:gdLst>
                <a:gd name="T0" fmla="*/ 384 w 456"/>
                <a:gd name="T1" fmla="*/ 141 h 185"/>
                <a:gd name="T2" fmla="*/ 357 w 456"/>
                <a:gd name="T3" fmla="*/ 114 h 185"/>
                <a:gd name="T4" fmla="*/ 384 w 456"/>
                <a:gd name="T5" fmla="*/ 86 h 185"/>
                <a:gd name="T6" fmla="*/ 412 w 456"/>
                <a:gd name="T7" fmla="*/ 114 h 185"/>
                <a:gd name="T8" fmla="*/ 384 w 456"/>
                <a:gd name="T9" fmla="*/ 141 h 185"/>
                <a:gd name="T10" fmla="*/ 384 w 456"/>
                <a:gd name="T11" fmla="*/ 43 h 185"/>
                <a:gd name="T12" fmla="*/ 316 w 456"/>
                <a:gd name="T13" fmla="*/ 94 h 185"/>
                <a:gd name="T14" fmla="*/ 123 w 456"/>
                <a:gd name="T15" fmla="*/ 94 h 185"/>
                <a:gd name="T16" fmla="*/ 31 w 456"/>
                <a:gd name="T17" fmla="*/ 0 h 185"/>
                <a:gd name="T18" fmla="*/ 0 w 456"/>
                <a:gd name="T19" fmla="*/ 31 h 185"/>
                <a:gd name="T20" fmla="*/ 105 w 456"/>
                <a:gd name="T21" fmla="*/ 137 h 185"/>
                <a:gd name="T22" fmla="*/ 317 w 456"/>
                <a:gd name="T23" fmla="*/ 137 h 185"/>
                <a:gd name="T24" fmla="*/ 384 w 456"/>
                <a:gd name="T25" fmla="*/ 185 h 185"/>
                <a:gd name="T26" fmla="*/ 456 w 456"/>
                <a:gd name="T27" fmla="*/ 114 h 185"/>
                <a:gd name="T28" fmla="*/ 384 w 456"/>
                <a:gd name="T29" fmla="*/ 4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6" h="185">
                  <a:moveTo>
                    <a:pt x="384" y="141"/>
                  </a:moveTo>
                  <a:cubicBezTo>
                    <a:pt x="369" y="141"/>
                    <a:pt x="357" y="129"/>
                    <a:pt x="357" y="114"/>
                  </a:cubicBezTo>
                  <a:cubicBezTo>
                    <a:pt x="357" y="99"/>
                    <a:pt x="369" y="86"/>
                    <a:pt x="384" y="86"/>
                  </a:cubicBezTo>
                  <a:cubicBezTo>
                    <a:pt x="399" y="86"/>
                    <a:pt x="412" y="99"/>
                    <a:pt x="412" y="114"/>
                  </a:cubicBezTo>
                  <a:cubicBezTo>
                    <a:pt x="412" y="129"/>
                    <a:pt x="399" y="141"/>
                    <a:pt x="384" y="141"/>
                  </a:cubicBezTo>
                  <a:close/>
                  <a:moveTo>
                    <a:pt x="384" y="43"/>
                  </a:moveTo>
                  <a:cubicBezTo>
                    <a:pt x="352" y="43"/>
                    <a:pt x="325" y="64"/>
                    <a:pt x="316" y="94"/>
                  </a:cubicBezTo>
                  <a:lnTo>
                    <a:pt x="123" y="94"/>
                  </a:lnTo>
                  <a:lnTo>
                    <a:pt x="31" y="0"/>
                  </a:lnTo>
                  <a:lnTo>
                    <a:pt x="0" y="31"/>
                  </a:lnTo>
                  <a:lnTo>
                    <a:pt x="105" y="137"/>
                  </a:lnTo>
                  <a:lnTo>
                    <a:pt x="317" y="137"/>
                  </a:lnTo>
                  <a:cubicBezTo>
                    <a:pt x="327" y="165"/>
                    <a:pt x="353" y="185"/>
                    <a:pt x="384" y="185"/>
                  </a:cubicBezTo>
                  <a:cubicBezTo>
                    <a:pt x="424" y="185"/>
                    <a:pt x="456" y="153"/>
                    <a:pt x="456" y="114"/>
                  </a:cubicBezTo>
                  <a:cubicBezTo>
                    <a:pt x="456" y="75"/>
                    <a:pt x="424" y="43"/>
                    <a:pt x="384" y="4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8" name="Freeform 122">
              <a:extLst>
                <a:ext uri="{FF2B5EF4-FFF2-40B4-BE49-F238E27FC236}">
                  <a16:creationId xmlns:a16="http://schemas.microsoft.com/office/drawing/2014/main" id="{CB1B8B7D-0ABB-695B-5266-9A1FEF0558FC}"/>
                </a:ext>
              </a:extLst>
            </p:cNvPr>
            <p:cNvSpPr>
              <a:spLocks noEditPoints="1"/>
            </p:cNvSpPr>
            <p:nvPr userDrawn="1"/>
          </p:nvSpPr>
          <p:spPr bwMode="auto">
            <a:xfrm>
              <a:off x="6546851" y="2636839"/>
              <a:ext cx="127000" cy="50800"/>
            </a:xfrm>
            <a:custGeom>
              <a:avLst/>
              <a:gdLst>
                <a:gd name="T0" fmla="*/ 279 w 351"/>
                <a:gd name="T1" fmla="*/ 99 h 142"/>
                <a:gd name="T2" fmla="*/ 252 w 351"/>
                <a:gd name="T3" fmla="*/ 71 h 142"/>
                <a:gd name="T4" fmla="*/ 279 w 351"/>
                <a:gd name="T5" fmla="*/ 44 h 142"/>
                <a:gd name="T6" fmla="*/ 307 w 351"/>
                <a:gd name="T7" fmla="*/ 71 h 142"/>
                <a:gd name="T8" fmla="*/ 279 w 351"/>
                <a:gd name="T9" fmla="*/ 99 h 142"/>
                <a:gd name="T10" fmla="*/ 279 w 351"/>
                <a:gd name="T11" fmla="*/ 0 h 142"/>
                <a:gd name="T12" fmla="*/ 212 w 351"/>
                <a:gd name="T13" fmla="*/ 49 h 142"/>
                <a:gd name="T14" fmla="*/ 0 w 351"/>
                <a:gd name="T15" fmla="*/ 49 h 142"/>
                <a:gd name="T16" fmla="*/ 0 w 351"/>
                <a:gd name="T17" fmla="*/ 92 h 142"/>
                <a:gd name="T18" fmla="*/ 212 w 351"/>
                <a:gd name="T19" fmla="*/ 92 h 142"/>
                <a:gd name="T20" fmla="*/ 279 w 351"/>
                <a:gd name="T21" fmla="*/ 142 h 142"/>
                <a:gd name="T22" fmla="*/ 351 w 351"/>
                <a:gd name="T23" fmla="*/ 71 h 142"/>
                <a:gd name="T24" fmla="*/ 279 w 351"/>
                <a:gd name="T25"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1" h="142">
                  <a:moveTo>
                    <a:pt x="279" y="99"/>
                  </a:moveTo>
                  <a:cubicBezTo>
                    <a:pt x="264" y="99"/>
                    <a:pt x="252" y="86"/>
                    <a:pt x="252" y="71"/>
                  </a:cubicBezTo>
                  <a:cubicBezTo>
                    <a:pt x="252" y="56"/>
                    <a:pt x="264" y="44"/>
                    <a:pt x="279" y="44"/>
                  </a:cubicBezTo>
                  <a:cubicBezTo>
                    <a:pt x="294" y="44"/>
                    <a:pt x="307" y="56"/>
                    <a:pt x="307" y="71"/>
                  </a:cubicBezTo>
                  <a:cubicBezTo>
                    <a:pt x="307" y="86"/>
                    <a:pt x="294" y="99"/>
                    <a:pt x="279" y="99"/>
                  </a:cubicBezTo>
                  <a:close/>
                  <a:moveTo>
                    <a:pt x="279" y="0"/>
                  </a:moveTo>
                  <a:cubicBezTo>
                    <a:pt x="248" y="0"/>
                    <a:pt x="221" y="20"/>
                    <a:pt x="212" y="49"/>
                  </a:cubicBezTo>
                  <a:lnTo>
                    <a:pt x="0" y="49"/>
                  </a:lnTo>
                  <a:lnTo>
                    <a:pt x="0" y="92"/>
                  </a:lnTo>
                  <a:lnTo>
                    <a:pt x="212" y="92"/>
                  </a:lnTo>
                  <a:cubicBezTo>
                    <a:pt x="221" y="121"/>
                    <a:pt x="247" y="142"/>
                    <a:pt x="279" y="142"/>
                  </a:cubicBezTo>
                  <a:cubicBezTo>
                    <a:pt x="319" y="142"/>
                    <a:pt x="351" y="110"/>
                    <a:pt x="351" y="71"/>
                  </a:cubicBezTo>
                  <a:cubicBezTo>
                    <a:pt x="351" y="32"/>
                    <a:pt x="319" y="0"/>
                    <a:pt x="279"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79" name="Freeform 123">
              <a:extLst>
                <a:ext uri="{FF2B5EF4-FFF2-40B4-BE49-F238E27FC236}">
                  <a16:creationId xmlns:a16="http://schemas.microsoft.com/office/drawing/2014/main" id="{36EB479F-37D1-7F2B-496D-96A51EA96FA3}"/>
                </a:ext>
              </a:extLst>
            </p:cNvPr>
            <p:cNvSpPr>
              <a:spLocks noEditPoints="1"/>
            </p:cNvSpPr>
            <p:nvPr userDrawn="1"/>
          </p:nvSpPr>
          <p:spPr bwMode="auto">
            <a:xfrm>
              <a:off x="6413501" y="2605089"/>
              <a:ext cx="112713" cy="114300"/>
            </a:xfrm>
            <a:custGeom>
              <a:avLst/>
              <a:gdLst>
                <a:gd name="T0" fmla="*/ 122 w 315"/>
                <a:gd name="T1" fmla="*/ 159 h 315"/>
                <a:gd name="T2" fmla="*/ 193 w 315"/>
                <a:gd name="T3" fmla="*/ 159 h 315"/>
                <a:gd name="T4" fmla="*/ 290 w 315"/>
                <a:gd name="T5" fmla="*/ 184 h 315"/>
                <a:gd name="T6" fmla="*/ 311 w 315"/>
                <a:gd name="T7" fmla="*/ 191 h 315"/>
                <a:gd name="T8" fmla="*/ 315 w 315"/>
                <a:gd name="T9" fmla="*/ 158 h 315"/>
                <a:gd name="T10" fmla="*/ 312 w 315"/>
                <a:gd name="T11" fmla="*/ 128 h 315"/>
                <a:gd name="T12" fmla="*/ 290 w 315"/>
                <a:gd name="T13" fmla="*/ 136 h 315"/>
                <a:gd name="T14" fmla="*/ 280 w 315"/>
                <a:gd name="T15" fmla="*/ 76 h 315"/>
                <a:gd name="T16" fmla="*/ 284 w 315"/>
                <a:gd name="T17" fmla="*/ 64 h 315"/>
                <a:gd name="T18" fmla="*/ 245 w 315"/>
                <a:gd name="T19" fmla="*/ 27 h 315"/>
                <a:gd name="T20" fmla="*/ 214 w 315"/>
                <a:gd name="T21" fmla="*/ 55 h 315"/>
                <a:gd name="T22" fmla="*/ 187 w 315"/>
                <a:gd name="T23" fmla="*/ 13 h 315"/>
                <a:gd name="T24" fmla="*/ 181 w 315"/>
                <a:gd name="T25" fmla="*/ 3 h 315"/>
                <a:gd name="T26" fmla="*/ 127 w 315"/>
                <a:gd name="T27" fmla="*/ 4 h 315"/>
                <a:gd name="T28" fmla="*/ 132 w 315"/>
                <a:gd name="T29" fmla="*/ 24 h 315"/>
                <a:gd name="T30" fmla="*/ 75 w 315"/>
                <a:gd name="T31" fmla="*/ 36 h 315"/>
                <a:gd name="T32" fmla="*/ 64 w 315"/>
                <a:gd name="T33" fmla="*/ 32 h 315"/>
                <a:gd name="T34" fmla="*/ 25 w 315"/>
                <a:gd name="T35" fmla="*/ 72 h 315"/>
                <a:gd name="T36" fmla="*/ 54 w 315"/>
                <a:gd name="T37" fmla="*/ 105 h 315"/>
                <a:gd name="T38" fmla="*/ 12 w 315"/>
                <a:gd name="T39" fmla="*/ 133 h 315"/>
                <a:gd name="T40" fmla="*/ 2 w 315"/>
                <a:gd name="T41" fmla="*/ 138 h 315"/>
                <a:gd name="T42" fmla="*/ 2 w 315"/>
                <a:gd name="T43" fmla="*/ 181 h 315"/>
                <a:gd name="T44" fmla="*/ 13 w 315"/>
                <a:gd name="T45" fmla="*/ 187 h 315"/>
                <a:gd name="T46" fmla="*/ 54 w 315"/>
                <a:gd name="T47" fmla="*/ 215 h 315"/>
                <a:gd name="T48" fmla="*/ 27 w 315"/>
                <a:gd name="T49" fmla="*/ 247 h 315"/>
                <a:gd name="T50" fmla="*/ 64 w 315"/>
                <a:gd name="T51" fmla="*/ 285 h 315"/>
                <a:gd name="T52" fmla="*/ 75 w 315"/>
                <a:gd name="T53" fmla="*/ 281 h 315"/>
                <a:gd name="T54" fmla="*/ 132 w 315"/>
                <a:gd name="T55" fmla="*/ 293 h 315"/>
                <a:gd name="T56" fmla="*/ 128 w 315"/>
                <a:gd name="T57" fmla="*/ 313 h 315"/>
                <a:gd name="T58" fmla="*/ 158 w 315"/>
                <a:gd name="T59" fmla="*/ 315 h 315"/>
                <a:gd name="T60" fmla="*/ 189 w 315"/>
                <a:gd name="T61" fmla="*/ 312 h 315"/>
                <a:gd name="T62" fmla="*/ 184 w 315"/>
                <a:gd name="T63" fmla="*/ 293 h 315"/>
                <a:gd name="T64" fmla="*/ 241 w 315"/>
                <a:gd name="T65" fmla="*/ 281 h 315"/>
                <a:gd name="T66" fmla="*/ 252 w 315"/>
                <a:gd name="T67" fmla="*/ 283 h 315"/>
                <a:gd name="T68" fmla="*/ 288 w 315"/>
                <a:gd name="T69" fmla="*/ 247 h 315"/>
                <a:gd name="T70" fmla="*/ 260 w 315"/>
                <a:gd name="T71" fmla="*/ 2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5" h="315">
                  <a:moveTo>
                    <a:pt x="158" y="194"/>
                  </a:moveTo>
                  <a:cubicBezTo>
                    <a:pt x="138" y="194"/>
                    <a:pt x="122" y="178"/>
                    <a:pt x="122" y="159"/>
                  </a:cubicBezTo>
                  <a:cubicBezTo>
                    <a:pt x="122" y="139"/>
                    <a:pt x="138" y="123"/>
                    <a:pt x="158" y="123"/>
                  </a:cubicBezTo>
                  <a:cubicBezTo>
                    <a:pt x="177" y="123"/>
                    <a:pt x="193" y="139"/>
                    <a:pt x="193" y="159"/>
                  </a:cubicBezTo>
                  <a:cubicBezTo>
                    <a:pt x="193" y="178"/>
                    <a:pt x="177" y="194"/>
                    <a:pt x="158" y="194"/>
                  </a:cubicBezTo>
                  <a:close/>
                  <a:moveTo>
                    <a:pt x="290" y="184"/>
                  </a:moveTo>
                  <a:cubicBezTo>
                    <a:pt x="294" y="184"/>
                    <a:pt x="298" y="185"/>
                    <a:pt x="302" y="187"/>
                  </a:cubicBezTo>
                  <a:lnTo>
                    <a:pt x="311" y="191"/>
                  </a:lnTo>
                  <a:lnTo>
                    <a:pt x="313" y="181"/>
                  </a:lnTo>
                  <a:cubicBezTo>
                    <a:pt x="314" y="173"/>
                    <a:pt x="315" y="166"/>
                    <a:pt x="315" y="158"/>
                  </a:cubicBezTo>
                  <a:cubicBezTo>
                    <a:pt x="315" y="151"/>
                    <a:pt x="314" y="145"/>
                    <a:pt x="313" y="138"/>
                  </a:cubicBezTo>
                  <a:lnTo>
                    <a:pt x="312" y="128"/>
                  </a:lnTo>
                  <a:lnTo>
                    <a:pt x="303" y="133"/>
                  </a:lnTo>
                  <a:cubicBezTo>
                    <a:pt x="298" y="135"/>
                    <a:pt x="294" y="136"/>
                    <a:pt x="290" y="136"/>
                  </a:cubicBezTo>
                  <a:cubicBezTo>
                    <a:pt x="273" y="136"/>
                    <a:pt x="260" y="122"/>
                    <a:pt x="260" y="105"/>
                  </a:cubicBezTo>
                  <a:cubicBezTo>
                    <a:pt x="260" y="92"/>
                    <a:pt x="268" y="80"/>
                    <a:pt x="280" y="76"/>
                  </a:cubicBezTo>
                  <a:lnTo>
                    <a:pt x="290" y="72"/>
                  </a:lnTo>
                  <a:lnTo>
                    <a:pt x="284" y="64"/>
                  </a:lnTo>
                  <a:cubicBezTo>
                    <a:pt x="275" y="53"/>
                    <a:pt x="264" y="42"/>
                    <a:pt x="253" y="33"/>
                  </a:cubicBezTo>
                  <a:lnTo>
                    <a:pt x="245" y="27"/>
                  </a:lnTo>
                  <a:lnTo>
                    <a:pt x="241" y="36"/>
                  </a:lnTo>
                  <a:cubicBezTo>
                    <a:pt x="237" y="48"/>
                    <a:pt x="226" y="55"/>
                    <a:pt x="214" y="55"/>
                  </a:cubicBezTo>
                  <a:cubicBezTo>
                    <a:pt x="198" y="55"/>
                    <a:pt x="184" y="41"/>
                    <a:pt x="184" y="24"/>
                  </a:cubicBezTo>
                  <a:cubicBezTo>
                    <a:pt x="184" y="20"/>
                    <a:pt x="185" y="17"/>
                    <a:pt x="187" y="13"/>
                  </a:cubicBezTo>
                  <a:lnTo>
                    <a:pt x="190" y="4"/>
                  </a:lnTo>
                  <a:lnTo>
                    <a:pt x="181" y="3"/>
                  </a:lnTo>
                  <a:cubicBezTo>
                    <a:pt x="166" y="1"/>
                    <a:pt x="151" y="0"/>
                    <a:pt x="136" y="3"/>
                  </a:cubicBezTo>
                  <a:lnTo>
                    <a:pt x="127" y="4"/>
                  </a:lnTo>
                  <a:lnTo>
                    <a:pt x="130" y="13"/>
                  </a:lnTo>
                  <a:cubicBezTo>
                    <a:pt x="132" y="16"/>
                    <a:pt x="132" y="20"/>
                    <a:pt x="132" y="24"/>
                  </a:cubicBezTo>
                  <a:cubicBezTo>
                    <a:pt x="132" y="41"/>
                    <a:pt x="119" y="55"/>
                    <a:pt x="103" y="55"/>
                  </a:cubicBezTo>
                  <a:cubicBezTo>
                    <a:pt x="91" y="55"/>
                    <a:pt x="80" y="47"/>
                    <a:pt x="75" y="36"/>
                  </a:cubicBezTo>
                  <a:lnTo>
                    <a:pt x="72" y="26"/>
                  </a:lnTo>
                  <a:lnTo>
                    <a:pt x="64" y="32"/>
                  </a:lnTo>
                  <a:cubicBezTo>
                    <a:pt x="52" y="41"/>
                    <a:pt x="40" y="52"/>
                    <a:pt x="31" y="64"/>
                  </a:cubicBezTo>
                  <a:lnTo>
                    <a:pt x="25" y="72"/>
                  </a:lnTo>
                  <a:lnTo>
                    <a:pt x="35" y="76"/>
                  </a:lnTo>
                  <a:cubicBezTo>
                    <a:pt x="47" y="80"/>
                    <a:pt x="54" y="92"/>
                    <a:pt x="54" y="105"/>
                  </a:cubicBezTo>
                  <a:cubicBezTo>
                    <a:pt x="54" y="122"/>
                    <a:pt x="41" y="136"/>
                    <a:pt x="25" y="136"/>
                  </a:cubicBezTo>
                  <a:cubicBezTo>
                    <a:pt x="21" y="136"/>
                    <a:pt x="16" y="135"/>
                    <a:pt x="12" y="133"/>
                  </a:cubicBezTo>
                  <a:lnTo>
                    <a:pt x="3" y="128"/>
                  </a:lnTo>
                  <a:lnTo>
                    <a:pt x="2" y="138"/>
                  </a:lnTo>
                  <a:cubicBezTo>
                    <a:pt x="1" y="145"/>
                    <a:pt x="0" y="151"/>
                    <a:pt x="0" y="158"/>
                  </a:cubicBezTo>
                  <a:cubicBezTo>
                    <a:pt x="0" y="166"/>
                    <a:pt x="1" y="173"/>
                    <a:pt x="2" y="181"/>
                  </a:cubicBezTo>
                  <a:lnTo>
                    <a:pt x="4" y="191"/>
                  </a:lnTo>
                  <a:lnTo>
                    <a:pt x="13" y="187"/>
                  </a:lnTo>
                  <a:cubicBezTo>
                    <a:pt x="17" y="185"/>
                    <a:pt x="21" y="184"/>
                    <a:pt x="25" y="184"/>
                  </a:cubicBezTo>
                  <a:cubicBezTo>
                    <a:pt x="41" y="184"/>
                    <a:pt x="54" y="198"/>
                    <a:pt x="54" y="215"/>
                  </a:cubicBezTo>
                  <a:cubicBezTo>
                    <a:pt x="54" y="227"/>
                    <a:pt x="47" y="238"/>
                    <a:pt x="36" y="243"/>
                  </a:cubicBezTo>
                  <a:lnTo>
                    <a:pt x="27" y="247"/>
                  </a:lnTo>
                  <a:lnTo>
                    <a:pt x="34" y="254"/>
                  </a:lnTo>
                  <a:cubicBezTo>
                    <a:pt x="42" y="266"/>
                    <a:pt x="53" y="276"/>
                    <a:pt x="64" y="285"/>
                  </a:cubicBezTo>
                  <a:lnTo>
                    <a:pt x="72" y="290"/>
                  </a:lnTo>
                  <a:lnTo>
                    <a:pt x="75" y="281"/>
                  </a:lnTo>
                  <a:cubicBezTo>
                    <a:pt x="80" y="270"/>
                    <a:pt x="91" y="263"/>
                    <a:pt x="103" y="263"/>
                  </a:cubicBezTo>
                  <a:cubicBezTo>
                    <a:pt x="119" y="263"/>
                    <a:pt x="132" y="276"/>
                    <a:pt x="132" y="293"/>
                  </a:cubicBezTo>
                  <a:cubicBezTo>
                    <a:pt x="132" y="297"/>
                    <a:pt x="132" y="301"/>
                    <a:pt x="131" y="304"/>
                  </a:cubicBezTo>
                  <a:lnTo>
                    <a:pt x="128" y="313"/>
                  </a:lnTo>
                  <a:lnTo>
                    <a:pt x="137" y="314"/>
                  </a:lnTo>
                  <a:cubicBezTo>
                    <a:pt x="144" y="315"/>
                    <a:pt x="151" y="315"/>
                    <a:pt x="158" y="315"/>
                  </a:cubicBezTo>
                  <a:cubicBezTo>
                    <a:pt x="165" y="315"/>
                    <a:pt x="173" y="315"/>
                    <a:pt x="180" y="314"/>
                  </a:cubicBezTo>
                  <a:lnTo>
                    <a:pt x="189" y="312"/>
                  </a:lnTo>
                  <a:lnTo>
                    <a:pt x="186" y="304"/>
                  </a:lnTo>
                  <a:cubicBezTo>
                    <a:pt x="185" y="300"/>
                    <a:pt x="184" y="297"/>
                    <a:pt x="184" y="293"/>
                  </a:cubicBezTo>
                  <a:cubicBezTo>
                    <a:pt x="184" y="276"/>
                    <a:pt x="198" y="263"/>
                    <a:pt x="214" y="263"/>
                  </a:cubicBezTo>
                  <a:cubicBezTo>
                    <a:pt x="225" y="263"/>
                    <a:pt x="236" y="270"/>
                    <a:pt x="241" y="281"/>
                  </a:cubicBezTo>
                  <a:lnTo>
                    <a:pt x="245" y="289"/>
                  </a:lnTo>
                  <a:lnTo>
                    <a:pt x="252" y="283"/>
                  </a:lnTo>
                  <a:cubicBezTo>
                    <a:pt x="263" y="275"/>
                    <a:pt x="273" y="265"/>
                    <a:pt x="281" y="255"/>
                  </a:cubicBezTo>
                  <a:lnTo>
                    <a:pt x="288" y="247"/>
                  </a:lnTo>
                  <a:lnTo>
                    <a:pt x="279" y="243"/>
                  </a:lnTo>
                  <a:cubicBezTo>
                    <a:pt x="267" y="238"/>
                    <a:pt x="260" y="227"/>
                    <a:pt x="260" y="215"/>
                  </a:cubicBezTo>
                  <a:cubicBezTo>
                    <a:pt x="260" y="198"/>
                    <a:pt x="273" y="184"/>
                    <a:pt x="290" y="184"/>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0" name="Rectangle 124">
              <a:extLst>
                <a:ext uri="{FF2B5EF4-FFF2-40B4-BE49-F238E27FC236}">
                  <a16:creationId xmlns:a16="http://schemas.microsoft.com/office/drawing/2014/main" id="{E865B8F5-7B16-C5DC-CB24-1DE13B5CB5A8}"/>
                </a:ext>
              </a:extLst>
            </p:cNvPr>
            <p:cNvSpPr>
              <a:spLocks noChangeArrowheads="1"/>
            </p:cNvSpPr>
            <p:nvPr userDrawn="1"/>
          </p:nvSpPr>
          <p:spPr bwMode="auto">
            <a:xfrm>
              <a:off x="6340476" y="2682876"/>
              <a:ext cx="23813" cy="39688"/>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1" name="Rectangle 125">
              <a:extLst>
                <a:ext uri="{FF2B5EF4-FFF2-40B4-BE49-F238E27FC236}">
                  <a16:creationId xmlns:a16="http://schemas.microsoft.com/office/drawing/2014/main" id="{15FA2DBF-323D-3D90-D08C-DE12CA074F31}"/>
                </a:ext>
              </a:extLst>
            </p:cNvPr>
            <p:cNvSpPr>
              <a:spLocks noChangeArrowheads="1"/>
            </p:cNvSpPr>
            <p:nvPr userDrawn="1"/>
          </p:nvSpPr>
          <p:spPr bwMode="auto">
            <a:xfrm>
              <a:off x="6340476" y="2600326"/>
              <a:ext cx="23813" cy="41275"/>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2" name="Freeform 126">
              <a:extLst>
                <a:ext uri="{FF2B5EF4-FFF2-40B4-BE49-F238E27FC236}">
                  <a16:creationId xmlns:a16="http://schemas.microsoft.com/office/drawing/2014/main" id="{B65918AA-C6CD-0ED7-2F1D-8030E899C744}"/>
                </a:ext>
              </a:extLst>
            </p:cNvPr>
            <p:cNvSpPr>
              <a:spLocks/>
            </p:cNvSpPr>
            <p:nvPr userDrawn="1"/>
          </p:nvSpPr>
          <p:spPr bwMode="auto">
            <a:xfrm>
              <a:off x="6340476" y="2479676"/>
              <a:ext cx="254000" cy="79375"/>
            </a:xfrm>
            <a:custGeom>
              <a:avLst/>
              <a:gdLst>
                <a:gd name="T0" fmla="*/ 64 w 704"/>
                <a:gd name="T1" fmla="*/ 105 h 222"/>
                <a:gd name="T2" fmla="*/ 639 w 704"/>
                <a:gd name="T3" fmla="*/ 105 h 222"/>
                <a:gd name="T4" fmla="*/ 639 w 704"/>
                <a:gd name="T5" fmla="*/ 222 h 222"/>
                <a:gd name="T6" fmla="*/ 704 w 704"/>
                <a:gd name="T7" fmla="*/ 222 h 222"/>
                <a:gd name="T8" fmla="*/ 704 w 704"/>
                <a:gd name="T9" fmla="*/ 100 h 222"/>
                <a:gd name="T10" fmla="*/ 704 w 704"/>
                <a:gd name="T11" fmla="*/ 100 h 222"/>
                <a:gd name="T12" fmla="*/ 704 w 704"/>
                <a:gd name="T13" fmla="*/ 39 h 222"/>
                <a:gd name="T14" fmla="*/ 306 w 704"/>
                <a:gd name="T15" fmla="*/ 39 h 222"/>
                <a:gd name="T16" fmla="*/ 270 w 704"/>
                <a:gd name="T17" fmla="*/ 0 h 222"/>
                <a:gd name="T18" fmla="*/ 43 w 704"/>
                <a:gd name="T19" fmla="*/ 0 h 222"/>
                <a:gd name="T20" fmla="*/ 4 w 704"/>
                <a:gd name="T21" fmla="*/ 41 h 222"/>
                <a:gd name="T22" fmla="*/ 0 w 704"/>
                <a:gd name="T23" fmla="*/ 41 h 222"/>
                <a:gd name="T24" fmla="*/ 0 w 704"/>
                <a:gd name="T25" fmla="*/ 222 h 222"/>
                <a:gd name="T26" fmla="*/ 64 w 704"/>
                <a:gd name="T27" fmla="*/ 222 h 222"/>
                <a:gd name="T28" fmla="*/ 64 w 704"/>
                <a:gd name="T29" fmla="*/ 105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4" h="222">
                  <a:moveTo>
                    <a:pt x="64" y="105"/>
                  </a:moveTo>
                  <a:lnTo>
                    <a:pt x="639" y="105"/>
                  </a:lnTo>
                  <a:lnTo>
                    <a:pt x="639" y="222"/>
                  </a:lnTo>
                  <a:lnTo>
                    <a:pt x="704" y="222"/>
                  </a:lnTo>
                  <a:lnTo>
                    <a:pt x="704" y="100"/>
                  </a:lnTo>
                  <a:lnTo>
                    <a:pt x="704" y="100"/>
                  </a:lnTo>
                  <a:lnTo>
                    <a:pt x="704" y="39"/>
                  </a:lnTo>
                  <a:lnTo>
                    <a:pt x="306" y="39"/>
                  </a:lnTo>
                  <a:lnTo>
                    <a:pt x="270" y="0"/>
                  </a:lnTo>
                  <a:lnTo>
                    <a:pt x="43" y="0"/>
                  </a:lnTo>
                  <a:lnTo>
                    <a:pt x="4" y="41"/>
                  </a:lnTo>
                  <a:lnTo>
                    <a:pt x="0" y="41"/>
                  </a:lnTo>
                  <a:lnTo>
                    <a:pt x="0" y="222"/>
                  </a:lnTo>
                  <a:lnTo>
                    <a:pt x="64" y="222"/>
                  </a:lnTo>
                  <a:lnTo>
                    <a:pt x="64" y="105"/>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3" name="Rectangle 127">
              <a:extLst>
                <a:ext uri="{FF2B5EF4-FFF2-40B4-BE49-F238E27FC236}">
                  <a16:creationId xmlns:a16="http://schemas.microsoft.com/office/drawing/2014/main" id="{FBA94659-EB68-450F-6805-725FC6D84076}"/>
                </a:ext>
              </a:extLst>
            </p:cNvPr>
            <p:cNvSpPr>
              <a:spLocks noChangeArrowheads="1"/>
            </p:cNvSpPr>
            <p:nvPr userDrawn="1"/>
          </p:nvSpPr>
          <p:spPr bwMode="auto">
            <a:xfrm>
              <a:off x="6570663" y="2600326"/>
              <a:ext cx="23813" cy="41275"/>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4" name="Freeform 128">
              <a:extLst>
                <a:ext uri="{FF2B5EF4-FFF2-40B4-BE49-F238E27FC236}">
                  <a16:creationId xmlns:a16="http://schemas.microsoft.com/office/drawing/2014/main" id="{634A1601-1F22-8307-1457-259CCF170DD0}"/>
                </a:ext>
              </a:extLst>
            </p:cNvPr>
            <p:cNvSpPr>
              <a:spLocks/>
            </p:cNvSpPr>
            <p:nvPr userDrawn="1"/>
          </p:nvSpPr>
          <p:spPr bwMode="auto">
            <a:xfrm>
              <a:off x="6340476" y="2763839"/>
              <a:ext cx="254000" cy="57150"/>
            </a:xfrm>
            <a:custGeom>
              <a:avLst/>
              <a:gdLst>
                <a:gd name="T0" fmla="*/ 639 w 704"/>
                <a:gd name="T1" fmla="*/ 96 h 161"/>
                <a:gd name="T2" fmla="*/ 64 w 704"/>
                <a:gd name="T3" fmla="*/ 96 h 161"/>
                <a:gd name="T4" fmla="*/ 64 w 704"/>
                <a:gd name="T5" fmla="*/ 0 h 161"/>
                <a:gd name="T6" fmla="*/ 0 w 704"/>
                <a:gd name="T7" fmla="*/ 0 h 161"/>
                <a:gd name="T8" fmla="*/ 0 w 704"/>
                <a:gd name="T9" fmla="*/ 161 h 161"/>
                <a:gd name="T10" fmla="*/ 704 w 704"/>
                <a:gd name="T11" fmla="*/ 161 h 161"/>
                <a:gd name="T12" fmla="*/ 704 w 704"/>
                <a:gd name="T13" fmla="*/ 0 h 161"/>
                <a:gd name="T14" fmla="*/ 639 w 704"/>
                <a:gd name="T15" fmla="*/ 0 h 161"/>
                <a:gd name="T16" fmla="*/ 639 w 704"/>
                <a:gd name="T17" fmla="*/ 9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4" h="161">
                  <a:moveTo>
                    <a:pt x="639" y="96"/>
                  </a:moveTo>
                  <a:lnTo>
                    <a:pt x="64" y="96"/>
                  </a:lnTo>
                  <a:lnTo>
                    <a:pt x="64" y="0"/>
                  </a:lnTo>
                  <a:lnTo>
                    <a:pt x="0" y="0"/>
                  </a:lnTo>
                  <a:lnTo>
                    <a:pt x="0" y="161"/>
                  </a:lnTo>
                  <a:lnTo>
                    <a:pt x="704" y="161"/>
                  </a:lnTo>
                  <a:lnTo>
                    <a:pt x="704" y="0"/>
                  </a:lnTo>
                  <a:lnTo>
                    <a:pt x="639" y="0"/>
                  </a:lnTo>
                  <a:lnTo>
                    <a:pt x="639" y="96"/>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5" name="Rectangle 129">
              <a:extLst>
                <a:ext uri="{FF2B5EF4-FFF2-40B4-BE49-F238E27FC236}">
                  <a16:creationId xmlns:a16="http://schemas.microsoft.com/office/drawing/2014/main" id="{2E9E8CD5-A752-0E6A-23F3-F05DCA7EE0D3}"/>
                </a:ext>
              </a:extLst>
            </p:cNvPr>
            <p:cNvSpPr>
              <a:spLocks noChangeArrowheads="1"/>
            </p:cNvSpPr>
            <p:nvPr userDrawn="1"/>
          </p:nvSpPr>
          <p:spPr bwMode="auto">
            <a:xfrm>
              <a:off x="6570663" y="2682876"/>
              <a:ext cx="23813" cy="39688"/>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186" name="Group 185">
            <a:extLst>
              <a:ext uri="{FF2B5EF4-FFF2-40B4-BE49-F238E27FC236}">
                <a16:creationId xmlns:a16="http://schemas.microsoft.com/office/drawing/2014/main" id="{BFE74905-4C82-D3D9-62DF-B2F40AA83200}"/>
              </a:ext>
            </a:extLst>
          </p:cNvPr>
          <p:cNvGrpSpPr/>
          <p:nvPr/>
        </p:nvGrpSpPr>
        <p:grpSpPr>
          <a:xfrm>
            <a:off x="9145588" y="5668964"/>
            <a:ext cx="649288" cy="566738"/>
            <a:chOff x="9145588" y="5668964"/>
            <a:chExt cx="649288" cy="566738"/>
          </a:xfrm>
        </p:grpSpPr>
        <p:sp>
          <p:nvSpPr>
            <p:cNvPr id="187" name="Freeform 130">
              <a:extLst>
                <a:ext uri="{FF2B5EF4-FFF2-40B4-BE49-F238E27FC236}">
                  <a16:creationId xmlns:a16="http://schemas.microsoft.com/office/drawing/2014/main" id="{86C5B653-EF12-8F99-EFC9-A04413A84A0F}"/>
                </a:ext>
              </a:extLst>
            </p:cNvPr>
            <p:cNvSpPr>
              <a:spLocks noEditPoints="1"/>
            </p:cNvSpPr>
            <p:nvPr userDrawn="1"/>
          </p:nvSpPr>
          <p:spPr bwMode="auto">
            <a:xfrm>
              <a:off x="9236076" y="5705476"/>
              <a:ext cx="473075" cy="493713"/>
            </a:xfrm>
            <a:custGeom>
              <a:avLst/>
              <a:gdLst>
                <a:gd name="T0" fmla="*/ 20 w 1314"/>
                <a:gd name="T1" fmla="*/ 0 h 1369"/>
                <a:gd name="T2" fmla="*/ 1294 w 1314"/>
                <a:gd name="T3" fmla="*/ 0 h 1369"/>
                <a:gd name="T4" fmla="*/ 1314 w 1314"/>
                <a:gd name="T5" fmla="*/ 20 h 1369"/>
                <a:gd name="T6" fmla="*/ 1314 w 1314"/>
                <a:gd name="T7" fmla="*/ 1349 h 1369"/>
                <a:gd name="T8" fmla="*/ 1294 w 1314"/>
                <a:gd name="T9" fmla="*/ 1369 h 1369"/>
                <a:gd name="T10" fmla="*/ 20 w 1314"/>
                <a:gd name="T11" fmla="*/ 1369 h 1369"/>
                <a:gd name="T12" fmla="*/ 0 w 1314"/>
                <a:gd name="T13" fmla="*/ 1349 h 1369"/>
                <a:gd name="T14" fmla="*/ 0 w 1314"/>
                <a:gd name="T15" fmla="*/ 20 h 1369"/>
                <a:gd name="T16" fmla="*/ 20 w 1314"/>
                <a:gd name="T17" fmla="*/ 0 h 1369"/>
                <a:gd name="T18" fmla="*/ 67 w 1314"/>
                <a:gd name="T19" fmla="*/ 57 h 1369"/>
                <a:gd name="T20" fmla="*/ 1247 w 1314"/>
                <a:gd name="T21" fmla="*/ 57 h 1369"/>
                <a:gd name="T22" fmla="*/ 1257 w 1314"/>
                <a:gd name="T23" fmla="*/ 67 h 1369"/>
                <a:gd name="T24" fmla="*/ 1257 w 1314"/>
                <a:gd name="T25" fmla="*/ 1303 h 1369"/>
                <a:gd name="T26" fmla="*/ 1247 w 1314"/>
                <a:gd name="T27" fmla="*/ 1313 h 1369"/>
                <a:gd name="T28" fmla="*/ 67 w 1314"/>
                <a:gd name="T29" fmla="*/ 1313 h 1369"/>
                <a:gd name="T30" fmla="*/ 57 w 1314"/>
                <a:gd name="T31" fmla="*/ 1303 h 1369"/>
                <a:gd name="T32" fmla="*/ 57 w 1314"/>
                <a:gd name="T33" fmla="*/ 67 h 1369"/>
                <a:gd name="T34" fmla="*/ 67 w 1314"/>
                <a:gd name="T35" fmla="*/ 57 h 1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14" h="1369">
                  <a:moveTo>
                    <a:pt x="20" y="0"/>
                  </a:moveTo>
                  <a:lnTo>
                    <a:pt x="1294" y="0"/>
                  </a:lnTo>
                  <a:cubicBezTo>
                    <a:pt x="1305" y="0"/>
                    <a:pt x="1314" y="9"/>
                    <a:pt x="1314" y="20"/>
                  </a:cubicBezTo>
                  <a:lnTo>
                    <a:pt x="1314" y="1349"/>
                  </a:lnTo>
                  <a:cubicBezTo>
                    <a:pt x="1314" y="1360"/>
                    <a:pt x="1305" y="1369"/>
                    <a:pt x="1294" y="1369"/>
                  </a:cubicBezTo>
                  <a:lnTo>
                    <a:pt x="20" y="1369"/>
                  </a:lnTo>
                  <a:cubicBezTo>
                    <a:pt x="9" y="1369"/>
                    <a:pt x="0" y="1360"/>
                    <a:pt x="0" y="1349"/>
                  </a:cubicBezTo>
                  <a:lnTo>
                    <a:pt x="0" y="20"/>
                  </a:lnTo>
                  <a:cubicBezTo>
                    <a:pt x="0" y="9"/>
                    <a:pt x="9" y="0"/>
                    <a:pt x="20" y="0"/>
                  </a:cubicBezTo>
                  <a:close/>
                  <a:moveTo>
                    <a:pt x="67" y="57"/>
                  </a:moveTo>
                  <a:lnTo>
                    <a:pt x="1247" y="57"/>
                  </a:lnTo>
                  <a:cubicBezTo>
                    <a:pt x="1253" y="57"/>
                    <a:pt x="1257" y="62"/>
                    <a:pt x="1257" y="67"/>
                  </a:cubicBezTo>
                  <a:lnTo>
                    <a:pt x="1257" y="1303"/>
                  </a:lnTo>
                  <a:cubicBezTo>
                    <a:pt x="1257" y="1308"/>
                    <a:pt x="1253" y="1313"/>
                    <a:pt x="1247" y="1313"/>
                  </a:cubicBezTo>
                  <a:lnTo>
                    <a:pt x="67" y="1313"/>
                  </a:lnTo>
                  <a:cubicBezTo>
                    <a:pt x="62" y="1313"/>
                    <a:pt x="57" y="1308"/>
                    <a:pt x="57" y="1303"/>
                  </a:cubicBezTo>
                  <a:lnTo>
                    <a:pt x="57" y="67"/>
                  </a:lnTo>
                  <a:cubicBezTo>
                    <a:pt x="57" y="62"/>
                    <a:pt x="62" y="57"/>
                    <a:pt x="67" y="5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8" name="Freeform 131">
              <a:extLst>
                <a:ext uri="{FF2B5EF4-FFF2-40B4-BE49-F238E27FC236}">
                  <a16:creationId xmlns:a16="http://schemas.microsoft.com/office/drawing/2014/main" id="{170E9CF7-1959-E860-0544-1E7B12E491C4}"/>
                </a:ext>
              </a:extLst>
            </p:cNvPr>
            <p:cNvSpPr>
              <a:spLocks noEditPoints="1"/>
            </p:cNvSpPr>
            <p:nvPr userDrawn="1"/>
          </p:nvSpPr>
          <p:spPr bwMode="auto">
            <a:xfrm>
              <a:off x="9197976" y="5688014"/>
              <a:ext cx="549275" cy="547688"/>
            </a:xfrm>
            <a:custGeom>
              <a:avLst/>
              <a:gdLst>
                <a:gd name="T0" fmla="*/ 80 w 1520"/>
                <a:gd name="T1" fmla="*/ 0 h 1518"/>
                <a:gd name="T2" fmla="*/ 1440 w 1520"/>
                <a:gd name="T3" fmla="*/ 0 h 1518"/>
                <a:gd name="T4" fmla="*/ 1520 w 1520"/>
                <a:gd name="T5" fmla="*/ 80 h 1518"/>
                <a:gd name="T6" fmla="*/ 1520 w 1520"/>
                <a:gd name="T7" fmla="*/ 1438 h 1518"/>
                <a:gd name="T8" fmla="*/ 1440 w 1520"/>
                <a:gd name="T9" fmla="*/ 1518 h 1518"/>
                <a:gd name="T10" fmla="*/ 80 w 1520"/>
                <a:gd name="T11" fmla="*/ 1518 h 1518"/>
                <a:gd name="T12" fmla="*/ 0 w 1520"/>
                <a:gd name="T13" fmla="*/ 1438 h 1518"/>
                <a:gd name="T14" fmla="*/ 0 w 1520"/>
                <a:gd name="T15" fmla="*/ 80 h 1518"/>
                <a:gd name="T16" fmla="*/ 80 w 1520"/>
                <a:gd name="T17" fmla="*/ 0 h 1518"/>
                <a:gd name="T18" fmla="*/ 97 w 1520"/>
                <a:gd name="T19" fmla="*/ 57 h 1518"/>
                <a:gd name="T20" fmla="*/ 1424 w 1520"/>
                <a:gd name="T21" fmla="*/ 57 h 1518"/>
                <a:gd name="T22" fmla="*/ 1464 w 1520"/>
                <a:gd name="T23" fmla="*/ 97 h 1518"/>
                <a:gd name="T24" fmla="*/ 1464 w 1520"/>
                <a:gd name="T25" fmla="*/ 1421 h 1518"/>
                <a:gd name="T26" fmla="*/ 1424 w 1520"/>
                <a:gd name="T27" fmla="*/ 1461 h 1518"/>
                <a:gd name="T28" fmla="*/ 97 w 1520"/>
                <a:gd name="T29" fmla="*/ 1461 h 1518"/>
                <a:gd name="T30" fmla="*/ 57 w 1520"/>
                <a:gd name="T31" fmla="*/ 1421 h 1518"/>
                <a:gd name="T32" fmla="*/ 57 w 1520"/>
                <a:gd name="T33" fmla="*/ 97 h 1518"/>
                <a:gd name="T34" fmla="*/ 97 w 1520"/>
                <a:gd name="T35" fmla="*/ 57 h 1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 h="1518">
                  <a:moveTo>
                    <a:pt x="80" y="0"/>
                  </a:moveTo>
                  <a:lnTo>
                    <a:pt x="1440" y="0"/>
                  </a:lnTo>
                  <a:cubicBezTo>
                    <a:pt x="1484" y="0"/>
                    <a:pt x="1520" y="36"/>
                    <a:pt x="1520" y="80"/>
                  </a:cubicBezTo>
                  <a:lnTo>
                    <a:pt x="1520" y="1438"/>
                  </a:lnTo>
                  <a:cubicBezTo>
                    <a:pt x="1520" y="1482"/>
                    <a:pt x="1484" y="1518"/>
                    <a:pt x="1440" y="1518"/>
                  </a:cubicBezTo>
                  <a:lnTo>
                    <a:pt x="80" y="1518"/>
                  </a:lnTo>
                  <a:cubicBezTo>
                    <a:pt x="36" y="1518"/>
                    <a:pt x="0" y="1482"/>
                    <a:pt x="0" y="1438"/>
                  </a:cubicBezTo>
                  <a:lnTo>
                    <a:pt x="0" y="80"/>
                  </a:lnTo>
                  <a:cubicBezTo>
                    <a:pt x="0" y="36"/>
                    <a:pt x="36" y="0"/>
                    <a:pt x="80" y="0"/>
                  </a:cubicBezTo>
                  <a:close/>
                  <a:moveTo>
                    <a:pt x="97" y="57"/>
                  </a:moveTo>
                  <a:lnTo>
                    <a:pt x="1424" y="57"/>
                  </a:lnTo>
                  <a:cubicBezTo>
                    <a:pt x="1446" y="57"/>
                    <a:pt x="1464" y="75"/>
                    <a:pt x="1464" y="97"/>
                  </a:cubicBezTo>
                  <a:lnTo>
                    <a:pt x="1464" y="1421"/>
                  </a:lnTo>
                  <a:cubicBezTo>
                    <a:pt x="1464" y="1443"/>
                    <a:pt x="1446" y="1461"/>
                    <a:pt x="1424" y="1461"/>
                  </a:cubicBezTo>
                  <a:lnTo>
                    <a:pt x="97" y="1461"/>
                  </a:lnTo>
                  <a:cubicBezTo>
                    <a:pt x="75" y="1461"/>
                    <a:pt x="57" y="1443"/>
                    <a:pt x="57" y="1421"/>
                  </a:cubicBezTo>
                  <a:lnTo>
                    <a:pt x="57" y="97"/>
                  </a:lnTo>
                  <a:cubicBezTo>
                    <a:pt x="57" y="75"/>
                    <a:pt x="75" y="57"/>
                    <a:pt x="97" y="5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89" name="Freeform 132">
              <a:extLst>
                <a:ext uri="{FF2B5EF4-FFF2-40B4-BE49-F238E27FC236}">
                  <a16:creationId xmlns:a16="http://schemas.microsoft.com/office/drawing/2014/main" id="{D8B25C74-27CB-38F8-1C01-9FBB9CED0ABD}"/>
                </a:ext>
              </a:extLst>
            </p:cNvPr>
            <p:cNvSpPr>
              <a:spLocks/>
            </p:cNvSpPr>
            <p:nvPr userDrawn="1"/>
          </p:nvSpPr>
          <p:spPr bwMode="auto">
            <a:xfrm>
              <a:off x="9156701" y="5680076"/>
              <a:ext cx="627063" cy="106363"/>
            </a:xfrm>
            <a:custGeom>
              <a:avLst/>
              <a:gdLst>
                <a:gd name="T0" fmla="*/ 1736 w 1736"/>
                <a:gd name="T1" fmla="*/ 295 h 295"/>
                <a:gd name="T2" fmla="*/ 1562 w 1736"/>
                <a:gd name="T3" fmla="*/ 0 h 295"/>
                <a:gd name="T4" fmla="*/ 174 w 1736"/>
                <a:gd name="T5" fmla="*/ 0 h 295"/>
                <a:gd name="T6" fmla="*/ 0 w 1736"/>
                <a:gd name="T7" fmla="*/ 295 h 295"/>
                <a:gd name="T8" fmla="*/ 1736 w 1736"/>
                <a:gd name="T9" fmla="*/ 295 h 295"/>
              </a:gdLst>
              <a:ahLst/>
              <a:cxnLst>
                <a:cxn ang="0">
                  <a:pos x="T0" y="T1"/>
                </a:cxn>
                <a:cxn ang="0">
                  <a:pos x="T2" y="T3"/>
                </a:cxn>
                <a:cxn ang="0">
                  <a:pos x="T4" y="T5"/>
                </a:cxn>
                <a:cxn ang="0">
                  <a:pos x="T6" y="T7"/>
                </a:cxn>
                <a:cxn ang="0">
                  <a:pos x="T8" y="T9"/>
                </a:cxn>
              </a:cxnLst>
              <a:rect l="0" t="0" r="r" b="b"/>
              <a:pathLst>
                <a:path w="1736" h="295">
                  <a:moveTo>
                    <a:pt x="1736" y="295"/>
                  </a:moveTo>
                  <a:lnTo>
                    <a:pt x="1562" y="0"/>
                  </a:lnTo>
                  <a:lnTo>
                    <a:pt x="174" y="0"/>
                  </a:lnTo>
                  <a:lnTo>
                    <a:pt x="0" y="295"/>
                  </a:lnTo>
                  <a:lnTo>
                    <a:pt x="1736" y="2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0" name="Rectangle 133">
              <a:extLst>
                <a:ext uri="{FF2B5EF4-FFF2-40B4-BE49-F238E27FC236}">
                  <a16:creationId xmlns:a16="http://schemas.microsoft.com/office/drawing/2014/main" id="{A2915620-56C4-8C99-9D1B-CE2542CA6DB3}"/>
                </a:ext>
              </a:extLst>
            </p:cNvPr>
            <p:cNvSpPr>
              <a:spLocks noChangeArrowheads="1"/>
            </p:cNvSpPr>
            <p:nvPr userDrawn="1"/>
          </p:nvSpPr>
          <p:spPr bwMode="auto">
            <a:xfrm>
              <a:off x="9156701" y="5786439"/>
              <a:ext cx="627063" cy="73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1" name="Freeform 134">
              <a:extLst>
                <a:ext uri="{FF2B5EF4-FFF2-40B4-BE49-F238E27FC236}">
                  <a16:creationId xmlns:a16="http://schemas.microsoft.com/office/drawing/2014/main" id="{EDA22BED-6F35-ED77-0E38-C1B0F416DFD8}"/>
                </a:ext>
              </a:extLst>
            </p:cNvPr>
            <p:cNvSpPr>
              <a:spLocks/>
            </p:cNvSpPr>
            <p:nvPr userDrawn="1"/>
          </p:nvSpPr>
          <p:spPr bwMode="auto">
            <a:xfrm>
              <a:off x="9459913" y="5668964"/>
              <a:ext cx="20638" cy="201613"/>
            </a:xfrm>
            <a:custGeom>
              <a:avLst/>
              <a:gdLst>
                <a:gd name="T0" fmla="*/ 28 w 57"/>
                <a:gd name="T1" fmla="*/ 558 h 558"/>
                <a:gd name="T2" fmla="*/ 0 w 57"/>
                <a:gd name="T3" fmla="*/ 529 h 558"/>
                <a:gd name="T4" fmla="*/ 0 w 57"/>
                <a:gd name="T5" fmla="*/ 28 h 558"/>
                <a:gd name="T6" fmla="*/ 28 w 57"/>
                <a:gd name="T7" fmla="*/ 0 h 558"/>
                <a:gd name="T8" fmla="*/ 57 w 57"/>
                <a:gd name="T9" fmla="*/ 28 h 558"/>
                <a:gd name="T10" fmla="*/ 57 w 57"/>
                <a:gd name="T11" fmla="*/ 529 h 558"/>
                <a:gd name="T12" fmla="*/ 28 w 57"/>
                <a:gd name="T13" fmla="*/ 558 h 558"/>
              </a:gdLst>
              <a:ahLst/>
              <a:cxnLst>
                <a:cxn ang="0">
                  <a:pos x="T0" y="T1"/>
                </a:cxn>
                <a:cxn ang="0">
                  <a:pos x="T2" y="T3"/>
                </a:cxn>
                <a:cxn ang="0">
                  <a:pos x="T4" y="T5"/>
                </a:cxn>
                <a:cxn ang="0">
                  <a:pos x="T6" y="T7"/>
                </a:cxn>
                <a:cxn ang="0">
                  <a:pos x="T8" y="T9"/>
                </a:cxn>
                <a:cxn ang="0">
                  <a:pos x="T10" y="T11"/>
                </a:cxn>
                <a:cxn ang="0">
                  <a:pos x="T12" y="T13"/>
                </a:cxn>
              </a:cxnLst>
              <a:rect l="0" t="0" r="r" b="b"/>
              <a:pathLst>
                <a:path w="57" h="558">
                  <a:moveTo>
                    <a:pt x="28" y="558"/>
                  </a:moveTo>
                  <a:cubicBezTo>
                    <a:pt x="12" y="558"/>
                    <a:pt x="0" y="545"/>
                    <a:pt x="0" y="529"/>
                  </a:cubicBezTo>
                  <a:lnTo>
                    <a:pt x="0" y="28"/>
                  </a:lnTo>
                  <a:cubicBezTo>
                    <a:pt x="0" y="13"/>
                    <a:pt x="12" y="0"/>
                    <a:pt x="28" y="0"/>
                  </a:cubicBezTo>
                  <a:cubicBezTo>
                    <a:pt x="44" y="0"/>
                    <a:pt x="57" y="13"/>
                    <a:pt x="57" y="28"/>
                  </a:cubicBezTo>
                  <a:lnTo>
                    <a:pt x="57" y="529"/>
                  </a:lnTo>
                  <a:cubicBezTo>
                    <a:pt x="57" y="545"/>
                    <a:pt x="44" y="558"/>
                    <a:pt x="28" y="55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2" name="Freeform 135">
              <a:extLst>
                <a:ext uri="{FF2B5EF4-FFF2-40B4-BE49-F238E27FC236}">
                  <a16:creationId xmlns:a16="http://schemas.microsoft.com/office/drawing/2014/main" id="{0786EA67-3256-0650-7AD6-7DEF50B47AF7}"/>
                </a:ext>
              </a:extLst>
            </p:cNvPr>
            <p:cNvSpPr>
              <a:spLocks/>
            </p:cNvSpPr>
            <p:nvPr userDrawn="1"/>
          </p:nvSpPr>
          <p:spPr bwMode="auto">
            <a:xfrm>
              <a:off x="9251951" y="5673726"/>
              <a:ext cx="68263" cy="185738"/>
            </a:xfrm>
            <a:custGeom>
              <a:avLst/>
              <a:gdLst>
                <a:gd name="T0" fmla="*/ 57 w 191"/>
                <a:gd name="T1" fmla="*/ 514 h 514"/>
                <a:gd name="T2" fmla="*/ 0 w 191"/>
                <a:gd name="T3" fmla="*/ 514 h 514"/>
                <a:gd name="T4" fmla="*/ 0 w 191"/>
                <a:gd name="T5" fmla="*/ 301 h 514"/>
                <a:gd name="T6" fmla="*/ 143 w 191"/>
                <a:gd name="T7" fmla="*/ 0 h 514"/>
                <a:gd name="T8" fmla="*/ 191 w 191"/>
                <a:gd name="T9" fmla="*/ 31 h 514"/>
                <a:gd name="T10" fmla="*/ 57 w 191"/>
                <a:gd name="T11" fmla="*/ 318 h 514"/>
                <a:gd name="T12" fmla="*/ 57 w 191"/>
                <a:gd name="T13" fmla="*/ 514 h 514"/>
              </a:gdLst>
              <a:ahLst/>
              <a:cxnLst>
                <a:cxn ang="0">
                  <a:pos x="T0" y="T1"/>
                </a:cxn>
                <a:cxn ang="0">
                  <a:pos x="T2" y="T3"/>
                </a:cxn>
                <a:cxn ang="0">
                  <a:pos x="T4" y="T5"/>
                </a:cxn>
                <a:cxn ang="0">
                  <a:pos x="T6" y="T7"/>
                </a:cxn>
                <a:cxn ang="0">
                  <a:pos x="T8" y="T9"/>
                </a:cxn>
                <a:cxn ang="0">
                  <a:pos x="T10" y="T11"/>
                </a:cxn>
                <a:cxn ang="0">
                  <a:pos x="T12" y="T13"/>
                </a:cxn>
              </a:cxnLst>
              <a:rect l="0" t="0" r="r" b="b"/>
              <a:pathLst>
                <a:path w="191" h="514">
                  <a:moveTo>
                    <a:pt x="57" y="514"/>
                  </a:moveTo>
                  <a:lnTo>
                    <a:pt x="0" y="514"/>
                  </a:lnTo>
                  <a:lnTo>
                    <a:pt x="0" y="301"/>
                  </a:lnTo>
                  <a:lnTo>
                    <a:pt x="143" y="0"/>
                  </a:lnTo>
                  <a:lnTo>
                    <a:pt x="191" y="31"/>
                  </a:lnTo>
                  <a:lnTo>
                    <a:pt x="57" y="318"/>
                  </a:lnTo>
                  <a:lnTo>
                    <a:pt x="57" y="51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3" name="Freeform 136">
              <a:extLst>
                <a:ext uri="{FF2B5EF4-FFF2-40B4-BE49-F238E27FC236}">
                  <a16:creationId xmlns:a16="http://schemas.microsoft.com/office/drawing/2014/main" id="{5AA7D7C4-7836-84A5-587C-203AD66DED32}"/>
                </a:ext>
              </a:extLst>
            </p:cNvPr>
            <p:cNvSpPr>
              <a:spLocks/>
            </p:cNvSpPr>
            <p:nvPr userDrawn="1"/>
          </p:nvSpPr>
          <p:spPr bwMode="auto">
            <a:xfrm>
              <a:off x="9355138" y="5673726"/>
              <a:ext cx="50800" cy="185738"/>
            </a:xfrm>
            <a:custGeom>
              <a:avLst/>
              <a:gdLst>
                <a:gd name="T0" fmla="*/ 57 w 137"/>
                <a:gd name="T1" fmla="*/ 514 h 514"/>
                <a:gd name="T2" fmla="*/ 0 w 137"/>
                <a:gd name="T3" fmla="*/ 514 h 514"/>
                <a:gd name="T4" fmla="*/ 0 w 137"/>
                <a:gd name="T5" fmla="*/ 301 h 514"/>
                <a:gd name="T6" fmla="*/ 90 w 137"/>
                <a:gd name="T7" fmla="*/ 0 h 514"/>
                <a:gd name="T8" fmla="*/ 137 w 137"/>
                <a:gd name="T9" fmla="*/ 31 h 514"/>
                <a:gd name="T10" fmla="*/ 57 w 137"/>
                <a:gd name="T11" fmla="*/ 318 h 514"/>
                <a:gd name="T12" fmla="*/ 57 w 137"/>
                <a:gd name="T13" fmla="*/ 514 h 514"/>
              </a:gdLst>
              <a:ahLst/>
              <a:cxnLst>
                <a:cxn ang="0">
                  <a:pos x="T0" y="T1"/>
                </a:cxn>
                <a:cxn ang="0">
                  <a:pos x="T2" y="T3"/>
                </a:cxn>
                <a:cxn ang="0">
                  <a:pos x="T4" y="T5"/>
                </a:cxn>
                <a:cxn ang="0">
                  <a:pos x="T6" y="T7"/>
                </a:cxn>
                <a:cxn ang="0">
                  <a:pos x="T8" y="T9"/>
                </a:cxn>
                <a:cxn ang="0">
                  <a:pos x="T10" y="T11"/>
                </a:cxn>
                <a:cxn ang="0">
                  <a:pos x="T12" y="T13"/>
                </a:cxn>
              </a:cxnLst>
              <a:rect l="0" t="0" r="r" b="b"/>
              <a:pathLst>
                <a:path w="137" h="514">
                  <a:moveTo>
                    <a:pt x="57" y="514"/>
                  </a:moveTo>
                  <a:lnTo>
                    <a:pt x="0" y="514"/>
                  </a:lnTo>
                  <a:lnTo>
                    <a:pt x="0" y="301"/>
                  </a:lnTo>
                  <a:lnTo>
                    <a:pt x="90" y="0"/>
                  </a:lnTo>
                  <a:lnTo>
                    <a:pt x="137" y="31"/>
                  </a:lnTo>
                  <a:lnTo>
                    <a:pt x="57" y="318"/>
                  </a:lnTo>
                  <a:lnTo>
                    <a:pt x="57" y="51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4" name="Freeform 137">
              <a:extLst>
                <a:ext uri="{FF2B5EF4-FFF2-40B4-BE49-F238E27FC236}">
                  <a16:creationId xmlns:a16="http://schemas.microsoft.com/office/drawing/2014/main" id="{C1CBA30E-607C-6521-F088-709500328D3C}"/>
                </a:ext>
              </a:extLst>
            </p:cNvPr>
            <p:cNvSpPr>
              <a:spLocks/>
            </p:cNvSpPr>
            <p:nvPr userDrawn="1"/>
          </p:nvSpPr>
          <p:spPr bwMode="auto">
            <a:xfrm>
              <a:off x="9620251" y="5673726"/>
              <a:ext cx="68263" cy="185738"/>
            </a:xfrm>
            <a:custGeom>
              <a:avLst/>
              <a:gdLst>
                <a:gd name="T0" fmla="*/ 191 w 191"/>
                <a:gd name="T1" fmla="*/ 514 h 514"/>
                <a:gd name="T2" fmla="*/ 134 w 191"/>
                <a:gd name="T3" fmla="*/ 514 h 514"/>
                <a:gd name="T4" fmla="*/ 134 w 191"/>
                <a:gd name="T5" fmla="*/ 318 h 514"/>
                <a:gd name="T6" fmla="*/ 0 w 191"/>
                <a:gd name="T7" fmla="*/ 31 h 514"/>
                <a:gd name="T8" fmla="*/ 48 w 191"/>
                <a:gd name="T9" fmla="*/ 0 h 514"/>
                <a:gd name="T10" fmla="*/ 191 w 191"/>
                <a:gd name="T11" fmla="*/ 301 h 514"/>
                <a:gd name="T12" fmla="*/ 191 w 191"/>
                <a:gd name="T13" fmla="*/ 514 h 514"/>
              </a:gdLst>
              <a:ahLst/>
              <a:cxnLst>
                <a:cxn ang="0">
                  <a:pos x="T0" y="T1"/>
                </a:cxn>
                <a:cxn ang="0">
                  <a:pos x="T2" y="T3"/>
                </a:cxn>
                <a:cxn ang="0">
                  <a:pos x="T4" y="T5"/>
                </a:cxn>
                <a:cxn ang="0">
                  <a:pos x="T6" y="T7"/>
                </a:cxn>
                <a:cxn ang="0">
                  <a:pos x="T8" y="T9"/>
                </a:cxn>
                <a:cxn ang="0">
                  <a:pos x="T10" y="T11"/>
                </a:cxn>
                <a:cxn ang="0">
                  <a:pos x="T12" y="T13"/>
                </a:cxn>
              </a:cxnLst>
              <a:rect l="0" t="0" r="r" b="b"/>
              <a:pathLst>
                <a:path w="191" h="514">
                  <a:moveTo>
                    <a:pt x="191" y="514"/>
                  </a:moveTo>
                  <a:lnTo>
                    <a:pt x="134" y="514"/>
                  </a:lnTo>
                  <a:lnTo>
                    <a:pt x="134" y="318"/>
                  </a:lnTo>
                  <a:lnTo>
                    <a:pt x="0" y="31"/>
                  </a:lnTo>
                  <a:lnTo>
                    <a:pt x="48" y="0"/>
                  </a:lnTo>
                  <a:lnTo>
                    <a:pt x="191" y="301"/>
                  </a:lnTo>
                  <a:lnTo>
                    <a:pt x="191" y="51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5" name="Freeform 138">
              <a:extLst>
                <a:ext uri="{FF2B5EF4-FFF2-40B4-BE49-F238E27FC236}">
                  <a16:creationId xmlns:a16="http://schemas.microsoft.com/office/drawing/2014/main" id="{35449446-65C6-E4FA-B62B-599A5602CA02}"/>
                </a:ext>
              </a:extLst>
            </p:cNvPr>
            <p:cNvSpPr>
              <a:spLocks/>
            </p:cNvSpPr>
            <p:nvPr userDrawn="1"/>
          </p:nvSpPr>
          <p:spPr bwMode="auto">
            <a:xfrm>
              <a:off x="9534526" y="5673726"/>
              <a:ext cx="49213" cy="185738"/>
            </a:xfrm>
            <a:custGeom>
              <a:avLst/>
              <a:gdLst>
                <a:gd name="T0" fmla="*/ 137 w 137"/>
                <a:gd name="T1" fmla="*/ 514 h 514"/>
                <a:gd name="T2" fmla="*/ 80 w 137"/>
                <a:gd name="T3" fmla="*/ 514 h 514"/>
                <a:gd name="T4" fmla="*/ 80 w 137"/>
                <a:gd name="T5" fmla="*/ 318 h 514"/>
                <a:gd name="T6" fmla="*/ 0 w 137"/>
                <a:gd name="T7" fmla="*/ 31 h 514"/>
                <a:gd name="T8" fmla="*/ 48 w 137"/>
                <a:gd name="T9" fmla="*/ 0 h 514"/>
                <a:gd name="T10" fmla="*/ 137 w 137"/>
                <a:gd name="T11" fmla="*/ 301 h 514"/>
                <a:gd name="T12" fmla="*/ 137 w 137"/>
                <a:gd name="T13" fmla="*/ 514 h 514"/>
              </a:gdLst>
              <a:ahLst/>
              <a:cxnLst>
                <a:cxn ang="0">
                  <a:pos x="T0" y="T1"/>
                </a:cxn>
                <a:cxn ang="0">
                  <a:pos x="T2" y="T3"/>
                </a:cxn>
                <a:cxn ang="0">
                  <a:pos x="T4" y="T5"/>
                </a:cxn>
                <a:cxn ang="0">
                  <a:pos x="T6" y="T7"/>
                </a:cxn>
                <a:cxn ang="0">
                  <a:pos x="T8" y="T9"/>
                </a:cxn>
                <a:cxn ang="0">
                  <a:pos x="T10" y="T11"/>
                </a:cxn>
                <a:cxn ang="0">
                  <a:pos x="T12" y="T13"/>
                </a:cxn>
              </a:cxnLst>
              <a:rect l="0" t="0" r="r" b="b"/>
              <a:pathLst>
                <a:path w="137" h="514">
                  <a:moveTo>
                    <a:pt x="137" y="514"/>
                  </a:moveTo>
                  <a:lnTo>
                    <a:pt x="80" y="514"/>
                  </a:lnTo>
                  <a:lnTo>
                    <a:pt x="80" y="318"/>
                  </a:lnTo>
                  <a:lnTo>
                    <a:pt x="0" y="31"/>
                  </a:lnTo>
                  <a:lnTo>
                    <a:pt x="48" y="0"/>
                  </a:lnTo>
                  <a:lnTo>
                    <a:pt x="137" y="301"/>
                  </a:lnTo>
                  <a:lnTo>
                    <a:pt x="137" y="514"/>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6" name="Freeform 139">
              <a:extLst>
                <a:ext uri="{FF2B5EF4-FFF2-40B4-BE49-F238E27FC236}">
                  <a16:creationId xmlns:a16="http://schemas.microsoft.com/office/drawing/2014/main" id="{FABFCDF1-A952-CAA1-092D-8CBFB248964F}"/>
                </a:ext>
              </a:extLst>
            </p:cNvPr>
            <p:cNvSpPr>
              <a:spLocks/>
            </p:cNvSpPr>
            <p:nvPr userDrawn="1"/>
          </p:nvSpPr>
          <p:spPr bwMode="auto">
            <a:xfrm>
              <a:off x="9304338" y="5938839"/>
              <a:ext cx="0" cy="147638"/>
            </a:xfrm>
            <a:custGeom>
              <a:avLst/>
              <a:gdLst>
                <a:gd name="T0" fmla="*/ 0 h 409"/>
                <a:gd name="T1" fmla="*/ 409 h 409"/>
                <a:gd name="T2" fmla="*/ 0 h 409"/>
              </a:gdLst>
              <a:ahLst/>
              <a:cxnLst>
                <a:cxn ang="0">
                  <a:pos x="0" y="T0"/>
                </a:cxn>
                <a:cxn ang="0">
                  <a:pos x="0" y="T1"/>
                </a:cxn>
                <a:cxn ang="0">
                  <a:pos x="0" y="T2"/>
                </a:cxn>
              </a:cxnLst>
              <a:rect l="0" t="0" r="r" b="b"/>
              <a:pathLst>
                <a:path h="409">
                  <a:moveTo>
                    <a:pt x="0" y="0"/>
                  </a:moveTo>
                  <a:lnTo>
                    <a:pt x="0" y="409"/>
                  </a:lnTo>
                  <a:lnTo>
                    <a:pt x="0" y="0"/>
                  </a:lnTo>
                  <a:close/>
                </a:path>
              </a:pathLst>
            </a:custGeom>
            <a:solidFill>
              <a:srgbClr val="FF5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7" name="Freeform 140">
              <a:extLst>
                <a:ext uri="{FF2B5EF4-FFF2-40B4-BE49-F238E27FC236}">
                  <a16:creationId xmlns:a16="http://schemas.microsoft.com/office/drawing/2014/main" id="{6B26E9A9-332C-0887-9BED-ACFFA8D1DF24}"/>
                </a:ext>
              </a:extLst>
            </p:cNvPr>
            <p:cNvSpPr>
              <a:spLocks/>
            </p:cNvSpPr>
            <p:nvPr userDrawn="1"/>
          </p:nvSpPr>
          <p:spPr bwMode="auto">
            <a:xfrm>
              <a:off x="9293226" y="5927726"/>
              <a:ext cx="20638" cy="168275"/>
            </a:xfrm>
            <a:custGeom>
              <a:avLst/>
              <a:gdLst>
                <a:gd name="T0" fmla="*/ 29 w 57"/>
                <a:gd name="T1" fmla="*/ 466 h 466"/>
                <a:gd name="T2" fmla="*/ 0 w 57"/>
                <a:gd name="T3" fmla="*/ 437 h 466"/>
                <a:gd name="T4" fmla="*/ 0 w 57"/>
                <a:gd name="T5" fmla="*/ 28 h 466"/>
                <a:gd name="T6" fmla="*/ 29 w 57"/>
                <a:gd name="T7" fmla="*/ 0 h 466"/>
                <a:gd name="T8" fmla="*/ 57 w 57"/>
                <a:gd name="T9" fmla="*/ 28 h 466"/>
                <a:gd name="T10" fmla="*/ 57 w 57"/>
                <a:gd name="T11" fmla="*/ 437 h 466"/>
                <a:gd name="T12" fmla="*/ 29 w 57"/>
                <a:gd name="T13" fmla="*/ 466 h 466"/>
              </a:gdLst>
              <a:ahLst/>
              <a:cxnLst>
                <a:cxn ang="0">
                  <a:pos x="T0" y="T1"/>
                </a:cxn>
                <a:cxn ang="0">
                  <a:pos x="T2" y="T3"/>
                </a:cxn>
                <a:cxn ang="0">
                  <a:pos x="T4" y="T5"/>
                </a:cxn>
                <a:cxn ang="0">
                  <a:pos x="T6" y="T7"/>
                </a:cxn>
                <a:cxn ang="0">
                  <a:pos x="T8" y="T9"/>
                </a:cxn>
                <a:cxn ang="0">
                  <a:pos x="T10" y="T11"/>
                </a:cxn>
                <a:cxn ang="0">
                  <a:pos x="T12" y="T13"/>
                </a:cxn>
              </a:cxnLst>
              <a:rect l="0" t="0" r="r" b="b"/>
              <a:pathLst>
                <a:path w="57" h="466">
                  <a:moveTo>
                    <a:pt x="29" y="466"/>
                  </a:moveTo>
                  <a:cubicBezTo>
                    <a:pt x="13" y="466"/>
                    <a:pt x="0" y="453"/>
                    <a:pt x="0" y="437"/>
                  </a:cubicBezTo>
                  <a:lnTo>
                    <a:pt x="0" y="28"/>
                  </a:lnTo>
                  <a:cubicBezTo>
                    <a:pt x="0" y="12"/>
                    <a:pt x="13" y="0"/>
                    <a:pt x="29" y="0"/>
                  </a:cubicBezTo>
                  <a:cubicBezTo>
                    <a:pt x="44" y="0"/>
                    <a:pt x="57" y="12"/>
                    <a:pt x="57" y="28"/>
                  </a:cubicBezTo>
                  <a:lnTo>
                    <a:pt x="57" y="437"/>
                  </a:lnTo>
                  <a:cubicBezTo>
                    <a:pt x="57" y="453"/>
                    <a:pt x="44" y="466"/>
                    <a:pt x="29" y="466"/>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8" name="Freeform 141">
              <a:extLst>
                <a:ext uri="{FF2B5EF4-FFF2-40B4-BE49-F238E27FC236}">
                  <a16:creationId xmlns:a16="http://schemas.microsoft.com/office/drawing/2014/main" id="{684A3E52-15B3-4819-24B5-8A80F25B47A3}"/>
                </a:ext>
              </a:extLst>
            </p:cNvPr>
            <p:cNvSpPr>
              <a:spLocks/>
            </p:cNvSpPr>
            <p:nvPr userDrawn="1"/>
          </p:nvSpPr>
          <p:spPr bwMode="auto">
            <a:xfrm>
              <a:off x="9347201" y="5969001"/>
              <a:ext cx="0" cy="85725"/>
            </a:xfrm>
            <a:custGeom>
              <a:avLst/>
              <a:gdLst>
                <a:gd name="T0" fmla="*/ 0 h 241"/>
                <a:gd name="T1" fmla="*/ 241 h 241"/>
                <a:gd name="T2" fmla="*/ 0 h 241"/>
              </a:gdLst>
              <a:ahLst/>
              <a:cxnLst>
                <a:cxn ang="0">
                  <a:pos x="0" y="T0"/>
                </a:cxn>
                <a:cxn ang="0">
                  <a:pos x="0" y="T1"/>
                </a:cxn>
                <a:cxn ang="0">
                  <a:pos x="0" y="T2"/>
                </a:cxn>
              </a:cxnLst>
              <a:rect l="0" t="0" r="r" b="b"/>
              <a:pathLst>
                <a:path h="241">
                  <a:moveTo>
                    <a:pt x="0" y="0"/>
                  </a:moveTo>
                  <a:lnTo>
                    <a:pt x="0" y="241"/>
                  </a:lnTo>
                  <a:lnTo>
                    <a:pt x="0" y="0"/>
                  </a:lnTo>
                  <a:close/>
                </a:path>
              </a:pathLst>
            </a:custGeom>
            <a:solidFill>
              <a:srgbClr val="FF5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199" name="Freeform 142">
              <a:extLst>
                <a:ext uri="{FF2B5EF4-FFF2-40B4-BE49-F238E27FC236}">
                  <a16:creationId xmlns:a16="http://schemas.microsoft.com/office/drawing/2014/main" id="{4D89B271-7235-B2F8-A439-54E3B349DF78}"/>
                </a:ext>
              </a:extLst>
            </p:cNvPr>
            <p:cNvSpPr>
              <a:spLocks/>
            </p:cNvSpPr>
            <p:nvPr userDrawn="1"/>
          </p:nvSpPr>
          <p:spPr bwMode="auto">
            <a:xfrm>
              <a:off x="9336088" y="5957889"/>
              <a:ext cx="20638" cy="107950"/>
            </a:xfrm>
            <a:custGeom>
              <a:avLst/>
              <a:gdLst>
                <a:gd name="T0" fmla="*/ 29 w 57"/>
                <a:gd name="T1" fmla="*/ 299 h 299"/>
                <a:gd name="T2" fmla="*/ 0 w 57"/>
                <a:gd name="T3" fmla="*/ 270 h 299"/>
                <a:gd name="T4" fmla="*/ 0 w 57"/>
                <a:gd name="T5" fmla="*/ 29 h 299"/>
                <a:gd name="T6" fmla="*/ 29 w 57"/>
                <a:gd name="T7" fmla="*/ 0 h 299"/>
                <a:gd name="T8" fmla="*/ 57 w 57"/>
                <a:gd name="T9" fmla="*/ 29 h 299"/>
                <a:gd name="T10" fmla="*/ 57 w 57"/>
                <a:gd name="T11" fmla="*/ 270 h 299"/>
                <a:gd name="T12" fmla="*/ 29 w 57"/>
                <a:gd name="T13" fmla="*/ 299 h 299"/>
              </a:gdLst>
              <a:ahLst/>
              <a:cxnLst>
                <a:cxn ang="0">
                  <a:pos x="T0" y="T1"/>
                </a:cxn>
                <a:cxn ang="0">
                  <a:pos x="T2" y="T3"/>
                </a:cxn>
                <a:cxn ang="0">
                  <a:pos x="T4" y="T5"/>
                </a:cxn>
                <a:cxn ang="0">
                  <a:pos x="T6" y="T7"/>
                </a:cxn>
                <a:cxn ang="0">
                  <a:pos x="T8" y="T9"/>
                </a:cxn>
                <a:cxn ang="0">
                  <a:pos x="T10" y="T11"/>
                </a:cxn>
                <a:cxn ang="0">
                  <a:pos x="T12" y="T13"/>
                </a:cxn>
              </a:cxnLst>
              <a:rect l="0" t="0" r="r" b="b"/>
              <a:pathLst>
                <a:path w="57" h="299">
                  <a:moveTo>
                    <a:pt x="29" y="299"/>
                  </a:moveTo>
                  <a:cubicBezTo>
                    <a:pt x="13" y="299"/>
                    <a:pt x="0" y="286"/>
                    <a:pt x="0" y="270"/>
                  </a:cubicBezTo>
                  <a:lnTo>
                    <a:pt x="0" y="29"/>
                  </a:lnTo>
                  <a:cubicBezTo>
                    <a:pt x="0" y="13"/>
                    <a:pt x="13" y="0"/>
                    <a:pt x="29" y="0"/>
                  </a:cubicBezTo>
                  <a:cubicBezTo>
                    <a:pt x="44" y="0"/>
                    <a:pt x="57" y="13"/>
                    <a:pt x="57" y="29"/>
                  </a:cubicBezTo>
                  <a:lnTo>
                    <a:pt x="57" y="270"/>
                  </a:lnTo>
                  <a:cubicBezTo>
                    <a:pt x="57" y="286"/>
                    <a:pt x="44" y="299"/>
                    <a:pt x="29" y="299"/>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0" name="Freeform 143">
              <a:extLst>
                <a:ext uri="{FF2B5EF4-FFF2-40B4-BE49-F238E27FC236}">
                  <a16:creationId xmlns:a16="http://schemas.microsoft.com/office/drawing/2014/main" id="{6B696E0D-E415-29E8-A5F3-1AD4EE08970B}"/>
                </a:ext>
              </a:extLst>
            </p:cNvPr>
            <p:cNvSpPr>
              <a:spLocks noEditPoints="1"/>
            </p:cNvSpPr>
            <p:nvPr userDrawn="1"/>
          </p:nvSpPr>
          <p:spPr bwMode="auto">
            <a:xfrm>
              <a:off x="9145588" y="5668964"/>
              <a:ext cx="649288" cy="127000"/>
            </a:xfrm>
            <a:custGeom>
              <a:avLst/>
              <a:gdLst>
                <a:gd name="T0" fmla="*/ 79 w 1795"/>
                <a:gd name="T1" fmla="*/ 294 h 351"/>
                <a:gd name="T2" fmla="*/ 1715 w 1795"/>
                <a:gd name="T3" fmla="*/ 294 h 351"/>
                <a:gd name="T4" fmla="*/ 1575 w 1795"/>
                <a:gd name="T5" fmla="*/ 57 h 351"/>
                <a:gd name="T6" fmla="*/ 219 w 1795"/>
                <a:gd name="T7" fmla="*/ 57 h 351"/>
                <a:gd name="T8" fmla="*/ 79 w 1795"/>
                <a:gd name="T9" fmla="*/ 294 h 351"/>
                <a:gd name="T10" fmla="*/ 1765 w 1795"/>
                <a:gd name="T11" fmla="*/ 351 h 351"/>
                <a:gd name="T12" fmla="*/ 29 w 1795"/>
                <a:gd name="T13" fmla="*/ 351 h 351"/>
                <a:gd name="T14" fmla="*/ 5 w 1795"/>
                <a:gd name="T15" fmla="*/ 337 h 351"/>
                <a:gd name="T16" fmla="*/ 5 w 1795"/>
                <a:gd name="T17" fmla="*/ 308 h 351"/>
                <a:gd name="T18" fmla="*/ 178 w 1795"/>
                <a:gd name="T19" fmla="*/ 14 h 351"/>
                <a:gd name="T20" fmla="*/ 203 w 1795"/>
                <a:gd name="T21" fmla="*/ 0 h 351"/>
                <a:gd name="T22" fmla="*/ 1591 w 1795"/>
                <a:gd name="T23" fmla="*/ 0 h 351"/>
                <a:gd name="T24" fmla="*/ 1616 w 1795"/>
                <a:gd name="T25" fmla="*/ 14 h 351"/>
                <a:gd name="T26" fmla="*/ 1789 w 1795"/>
                <a:gd name="T27" fmla="*/ 308 h 351"/>
                <a:gd name="T28" fmla="*/ 1790 w 1795"/>
                <a:gd name="T29" fmla="*/ 337 h 351"/>
                <a:gd name="T30" fmla="*/ 1765 w 1795"/>
                <a:gd name="T31" fmla="*/ 351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95" h="351">
                  <a:moveTo>
                    <a:pt x="79" y="294"/>
                  </a:moveTo>
                  <a:lnTo>
                    <a:pt x="1715" y="294"/>
                  </a:lnTo>
                  <a:lnTo>
                    <a:pt x="1575" y="57"/>
                  </a:lnTo>
                  <a:lnTo>
                    <a:pt x="219" y="57"/>
                  </a:lnTo>
                  <a:lnTo>
                    <a:pt x="79" y="294"/>
                  </a:lnTo>
                  <a:close/>
                  <a:moveTo>
                    <a:pt x="1765" y="351"/>
                  </a:moveTo>
                  <a:lnTo>
                    <a:pt x="29" y="351"/>
                  </a:lnTo>
                  <a:cubicBezTo>
                    <a:pt x="19" y="351"/>
                    <a:pt x="10" y="346"/>
                    <a:pt x="5" y="337"/>
                  </a:cubicBezTo>
                  <a:cubicBezTo>
                    <a:pt x="0" y="328"/>
                    <a:pt x="0" y="317"/>
                    <a:pt x="5" y="308"/>
                  </a:cubicBezTo>
                  <a:lnTo>
                    <a:pt x="178" y="14"/>
                  </a:lnTo>
                  <a:cubicBezTo>
                    <a:pt x="183" y="5"/>
                    <a:pt x="193" y="0"/>
                    <a:pt x="203" y="0"/>
                  </a:cubicBezTo>
                  <a:lnTo>
                    <a:pt x="1591" y="0"/>
                  </a:lnTo>
                  <a:cubicBezTo>
                    <a:pt x="1602" y="0"/>
                    <a:pt x="1611" y="5"/>
                    <a:pt x="1616" y="14"/>
                  </a:cubicBezTo>
                  <a:lnTo>
                    <a:pt x="1789" y="308"/>
                  </a:lnTo>
                  <a:cubicBezTo>
                    <a:pt x="1794" y="317"/>
                    <a:pt x="1795" y="328"/>
                    <a:pt x="1790" y="337"/>
                  </a:cubicBezTo>
                  <a:cubicBezTo>
                    <a:pt x="1784" y="346"/>
                    <a:pt x="1775" y="351"/>
                    <a:pt x="1765" y="351"/>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1" name="Freeform 144">
              <a:extLst>
                <a:ext uri="{FF2B5EF4-FFF2-40B4-BE49-F238E27FC236}">
                  <a16:creationId xmlns:a16="http://schemas.microsoft.com/office/drawing/2014/main" id="{39997AEE-D1F3-FC8A-453D-5B2ED58454D9}"/>
                </a:ext>
              </a:extLst>
            </p:cNvPr>
            <p:cNvSpPr>
              <a:spLocks noEditPoints="1"/>
            </p:cNvSpPr>
            <p:nvPr userDrawn="1"/>
          </p:nvSpPr>
          <p:spPr bwMode="auto">
            <a:xfrm>
              <a:off x="9147176" y="5775326"/>
              <a:ext cx="646113" cy="95250"/>
            </a:xfrm>
            <a:custGeom>
              <a:avLst/>
              <a:gdLst>
                <a:gd name="T0" fmla="*/ 57 w 1792"/>
                <a:gd name="T1" fmla="*/ 205 h 262"/>
                <a:gd name="T2" fmla="*/ 1735 w 1792"/>
                <a:gd name="T3" fmla="*/ 205 h 262"/>
                <a:gd name="T4" fmla="*/ 1735 w 1792"/>
                <a:gd name="T5" fmla="*/ 57 h 262"/>
                <a:gd name="T6" fmla="*/ 57 w 1792"/>
                <a:gd name="T7" fmla="*/ 57 h 262"/>
                <a:gd name="T8" fmla="*/ 57 w 1792"/>
                <a:gd name="T9" fmla="*/ 205 h 262"/>
                <a:gd name="T10" fmla="*/ 1764 w 1792"/>
                <a:gd name="T11" fmla="*/ 262 h 262"/>
                <a:gd name="T12" fmla="*/ 28 w 1792"/>
                <a:gd name="T13" fmla="*/ 262 h 262"/>
                <a:gd name="T14" fmla="*/ 0 w 1792"/>
                <a:gd name="T15" fmla="*/ 233 h 262"/>
                <a:gd name="T16" fmla="*/ 0 w 1792"/>
                <a:gd name="T17" fmla="*/ 29 h 262"/>
                <a:gd name="T18" fmla="*/ 28 w 1792"/>
                <a:gd name="T19" fmla="*/ 0 h 262"/>
                <a:gd name="T20" fmla="*/ 1764 w 1792"/>
                <a:gd name="T21" fmla="*/ 0 h 262"/>
                <a:gd name="T22" fmla="*/ 1792 w 1792"/>
                <a:gd name="T23" fmla="*/ 29 h 262"/>
                <a:gd name="T24" fmla="*/ 1792 w 1792"/>
                <a:gd name="T25" fmla="*/ 233 h 262"/>
                <a:gd name="T26" fmla="*/ 1764 w 1792"/>
                <a:gd name="T27" fmla="*/ 262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2" h="262">
                  <a:moveTo>
                    <a:pt x="57" y="205"/>
                  </a:moveTo>
                  <a:lnTo>
                    <a:pt x="1735" y="205"/>
                  </a:lnTo>
                  <a:lnTo>
                    <a:pt x="1735" y="57"/>
                  </a:lnTo>
                  <a:lnTo>
                    <a:pt x="57" y="57"/>
                  </a:lnTo>
                  <a:lnTo>
                    <a:pt x="57" y="205"/>
                  </a:lnTo>
                  <a:close/>
                  <a:moveTo>
                    <a:pt x="1764" y="262"/>
                  </a:moveTo>
                  <a:lnTo>
                    <a:pt x="28" y="262"/>
                  </a:lnTo>
                  <a:cubicBezTo>
                    <a:pt x="13" y="262"/>
                    <a:pt x="0" y="249"/>
                    <a:pt x="0" y="233"/>
                  </a:cubicBezTo>
                  <a:lnTo>
                    <a:pt x="0" y="29"/>
                  </a:lnTo>
                  <a:cubicBezTo>
                    <a:pt x="0" y="13"/>
                    <a:pt x="13" y="0"/>
                    <a:pt x="28" y="0"/>
                  </a:cubicBezTo>
                  <a:lnTo>
                    <a:pt x="1764" y="0"/>
                  </a:lnTo>
                  <a:cubicBezTo>
                    <a:pt x="1780" y="0"/>
                    <a:pt x="1792" y="13"/>
                    <a:pt x="1792" y="29"/>
                  </a:cubicBezTo>
                  <a:lnTo>
                    <a:pt x="1792" y="233"/>
                  </a:lnTo>
                  <a:cubicBezTo>
                    <a:pt x="1792" y="249"/>
                    <a:pt x="1780" y="262"/>
                    <a:pt x="1764" y="262"/>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202" name="Group 201">
            <a:extLst>
              <a:ext uri="{FF2B5EF4-FFF2-40B4-BE49-F238E27FC236}">
                <a16:creationId xmlns:a16="http://schemas.microsoft.com/office/drawing/2014/main" id="{32B53529-5A16-3D67-2206-35AFA2D693B2}"/>
              </a:ext>
            </a:extLst>
          </p:cNvPr>
          <p:cNvGrpSpPr/>
          <p:nvPr/>
        </p:nvGrpSpPr>
        <p:grpSpPr>
          <a:xfrm>
            <a:off x="9251951" y="3949701"/>
            <a:ext cx="438150" cy="547688"/>
            <a:chOff x="9251951" y="3949701"/>
            <a:chExt cx="438150" cy="547688"/>
          </a:xfrm>
        </p:grpSpPr>
        <p:sp>
          <p:nvSpPr>
            <p:cNvPr id="203" name="Freeform 145">
              <a:extLst>
                <a:ext uri="{FF2B5EF4-FFF2-40B4-BE49-F238E27FC236}">
                  <a16:creationId xmlns:a16="http://schemas.microsoft.com/office/drawing/2014/main" id="{19EC8DEA-EFDC-81EA-DBDB-1749A59A6140}"/>
                </a:ext>
              </a:extLst>
            </p:cNvPr>
            <p:cNvSpPr>
              <a:spLocks noEditPoints="1"/>
            </p:cNvSpPr>
            <p:nvPr userDrawn="1"/>
          </p:nvSpPr>
          <p:spPr bwMode="auto">
            <a:xfrm>
              <a:off x="9251951" y="3949701"/>
              <a:ext cx="347663" cy="512763"/>
            </a:xfrm>
            <a:custGeom>
              <a:avLst/>
              <a:gdLst>
                <a:gd name="T0" fmla="*/ 112 w 960"/>
                <a:gd name="T1" fmla="*/ 126 h 1419"/>
                <a:gd name="T2" fmla="*/ 112 w 960"/>
                <a:gd name="T3" fmla="*/ 110 h 1419"/>
                <a:gd name="T4" fmla="*/ 167 w 960"/>
                <a:gd name="T5" fmla="*/ 54 h 1419"/>
                <a:gd name="T6" fmla="*/ 223 w 960"/>
                <a:gd name="T7" fmla="*/ 110 h 1419"/>
                <a:gd name="T8" fmla="*/ 223 w 960"/>
                <a:gd name="T9" fmla="*/ 127 h 1419"/>
                <a:gd name="T10" fmla="*/ 192 w 960"/>
                <a:gd name="T11" fmla="*/ 127 h 1419"/>
                <a:gd name="T12" fmla="*/ 192 w 960"/>
                <a:gd name="T13" fmla="*/ 123 h 1419"/>
                <a:gd name="T14" fmla="*/ 165 w 960"/>
                <a:gd name="T15" fmla="*/ 96 h 1419"/>
                <a:gd name="T16" fmla="*/ 138 w 960"/>
                <a:gd name="T17" fmla="*/ 123 h 1419"/>
                <a:gd name="T18" fmla="*/ 138 w 960"/>
                <a:gd name="T19" fmla="*/ 127 h 1419"/>
                <a:gd name="T20" fmla="*/ 112 w 960"/>
                <a:gd name="T21" fmla="*/ 127 h 1419"/>
                <a:gd name="T22" fmla="*/ 112 w 960"/>
                <a:gd name="T23" fmla="*/ 126 h 1419"/>
                <a:gd name="T24" fmla="*/ 223 w 960"/>
                <a:gd name="T25" fmla="*/ 239 h 1419"/>
                <a:gd name="T26" fmla="*/ 208 w 960"/>
                <a:gd name="T27" fmla="*/ 255 h 1419"/>
                <a:gd name="T28" fmla="*/ 192 w 960"/>
                <a:gd name="T29" fmla="*/ 239 h 1419"/>
                <a:gd name="T30" fmla="*/ 192 w 960"/>
                <a:gd name="T31" fmla="*/ 182 h 1419"/>
                <a:gd name="T32" fmla="*/ 223 w 960"/>
                <a:gd name="T33" fmla="*/ 182 h 1419"/>
                <a:gd name="T34" fmla="*/ 223 w 960"/>
                <a:gd name="T35" fmla="*/ 239 h 1419"/>
                <a:gd name="T36" fmla="*/ 480 w 960"/>
                <a:gd name="T37" fmla="*/ 1365 h 1419"/>
                <a:gd name="T38" fmla="*/ 55 w 960"/>
                <a:gd name="T39" fmla="*/ 1365 h 1419"/>
                <a:gd name="T40" fmla="*/ 55 w 960"/>
                <a:gd name="T41" fmla="*/ 182 h 1419"/>
                <a:gd name="T42" fmla="*/ 138 w 960"/>
                <a:gd name="T43" fmla="*/ 182 h 1419"/>
                <a:gd name="T44" fmla="*/ 138 w 960"/>
                <a:gd name="T45" fmla="*/ 239 h 1419"/>
                <a:gd name="T46" fmla="*/ 208 w 960"/>
                <a:gd name="T47" fmla="*/ 309 h 1419"/>
                <a:gd name="T48" fmla="*/ 277 w 960"/>
                <a:gd name="T49" fmla="*/ 239 h 1419"/>
                <a:gd name="T50" fmla="*/ 277 w 960"/>
                <a:gd name="T51" fmla="*/ 182 h 1419"/>
                <a:gd name="T52" fmla="*/ 906 w 960"/>
                <a:gd name="T53" fmla="*/ 182 h 1419"/>
                <a:gd name="T54" fmla="*/ 906 w 960"/>
                <a:gd name="T55" fmla="*/ 773 h 1419"/>
                <a:gd name="T56" fmla="*/ 933 w 960"/>
                <a:gd name="T57" fmla="*/ 800 h 1419"/>
                <a:gd name="T58" fmla="*/ 960 w 960"/>
                <a:gd name="T59" fmla="*/ 773 h 1419"/>
                <a:gd name="T60" fmla="*/ 960 w 960"/>
                <a:gd name="T61" fmla="*/ 154 h 1419"/>
                <a:gd name="T62" fmla="*/ 933 w 960"/>
                <a:gd name="T63" fmla="*/ 127 h 1419"/>
                <a:gd name="T64" fmla="*/ 277 w 960"/>
                <a:gd name="T65" fmla="*/ 127 h 1419"/>
                <a:gd name="T66" fmla="*/ 277 w 960"/>
                <a:gd name="T67" fmla="*/ 110 h 1419"/>
                <a:gd name="T68" fmla="*/ 167 w 960"/>
                <a:gd name="T69" fmla="*/ 0 h 1419"/>
                <a:gd name="T70" fmla="*/ 58 w 960"/>
                <a:gd name="T71" fmla="*/ 110 h 1419"/>
                <a:gd name="T72" fmla="*/ 58 w 960"/>
                <a:gd name="T73" fmla="*/ 126 h 1419"/>
                <a:gd name="T74" fmla="*/ 58 w 960"/>
                <a:gd name="T75" fmla="*/ 127 h 1419"/>
                <a:gd name="T76" fmla="*/ 28 w 960"/>
                <a:gd name="T77" fmla="*/ 127 h 1419"/>
                <a:gd name="T78" fmla="*/ 0 w 960"/>
                <a:gd name="T79" fmla="*/ 154 h 1419"/>
                <a:gd name="T80" fmla="*/ 0 w 960"/>
                <a:gd name="T81" fmla="*/ 1392 h 1419"/>
                <a:gd name="T82" fmla="*/ 28 w 960"/>
                <a:gd name="T83" fmla="*/ 1419 h 1419"/>
                <a:gd name="T84" fmla="*/ 480 w 960"/>
                <a:gd name="T85" fmla="*/ 1419 h 1419"/>
                <a:gd name="T86" fmla="*/ 507 w 960"/>
                <a:gd name="T87" fmla="*/ 1392 h 1419"/>
                <a:gd name="T88" fmla="*/ 480 w 960"/>
                <a:gd name="T89" fmla="*/ 1365 h 1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60" h="1419">
                  <a:moveTo>
                    <a:pt x="112" y="126"/>
                  </a:moveTo>
                  <a:lnTo>
                    <a:pt x="112" y="110"/>
                  </a:lnTo>
                  <a:cubicBezTo>
                    <a:pt x="112" y="79"/>
                    <a:pt x="137" y="54"/>
                    <a:pt x="167" y="54"/>
                  </a:cubicBezTo>
                  <a:cubicBezTo>
                    <a:pt x="198" y="54"/>
                    <a:pt x="223" y="79"/>
                    <a:pt x="223" y="110"/>
                  </a:cubicBezTo>
                  <a:lnTo>
                    <a:pt x="223" y="127"/>
                  </a:lnTo>
                  <a:lnTo>
                    <a:pt x="192" y="127"/>
                  </a:lnTo>
                  <a:lnTo>
                    <a:pt x="192" y="123"/>
                  </a:lnTo>
                  <a:cubicBezTo>
                    <a:pt x="192" y="109"/>
                    <a:pt x="180" y="96"/>
                    <a:pt x="165" y="96"/>
                  </a:cubicBezTo>
                  <a:cubicBezTo>
                    <a:pt x="150" y="96"/>
                    <a:pt x="138" y="109"/>
                    <a:pt x="138" y="123"/>
                  </a:cubicBezTo>
                  <a:lnTo>
                    <a:pt x="138" y="127"/>
                  </a:lnTo>
                  <a:lnTo>
                    <a:pt x="112" y="127"/>
                  </a:lnTo>
                  <a:cubicBezTo>
                    <a:pt x="112" y="127"/>
                    <a:pt x="112" y="126"/>
                    <a:pt x="112" y="126"/>
                  </a:cubicBezTo>
                  <a:close/>
                  <a:moveTo>
                    <a:pt x="223" y="239"/>
                  </a:moveTo>
                  <a:cubicBezTo>
                    <a:pt x="223" y="248"/>
                    <a:pt x="216" y="255"/>
                    <a:pt x="208" y="255"/>
                  </a:cubicBezTo>
                  <a:cubicBezTo>
                    <a:pt x="199" y="255"/>
                    <a:pt x="192" y="248"/>
                    <a:pt x="192" y="239"/>
                  </a:cubicBezTo>
                  <a:lnTo>
                    <a:pt x="192" y="182"/>
                  </a:lnTo>
                  <a:lnTo>
                    <a:pt x="223" y="182"/>
                  </a:lnTo>
                  <a:lnTo>
                    <a:pt x="223" y="239"/>
                  </a:lnTo>
                  <a:close/>
                  <a:moveTo>
                    <a:pt x="480" y="1365"/>
                  </a:moveTo>
                  <a:lnTo>
                    <a:pt x="55" y="1365"/>
                  </a:lnTo>
                  <a:lnTo>
                    <a:pt x="55" y="182"/>
                  </a:lnTo>
                  <a:lnTo>
                    <a:pt x="138" y="182"/>
                  </a:lnTo>
                  <a:lnTo>
                    <a:pt x="138" y="239"/>
                  </a:lnTo>
                  <a:cubicBezTo>
                    <a:pt x="138" y="278"/>
                    <a:pt x="169" y="309"/>
                    <a:pt x="208" y="309"/>
                  </a:cubicBezTo>
                  <a:cubicBezTo>
                    <a:pt x="246" y="309"/>
                    <a:pt x="277" y="278"/>
                    <a:pt x="277" y="239"/>
                  </a:cubicBezTo>
                  <a:lnTo>
                    <a:pt x="277" y="182"/>
                  </a:lnTo>
                  <a:lnTo>
                    <a:pt x="906" y="182"/>
                  </a:lnTo>
                  <a:lnTo>
                    <a:pt x="906" y="773"/>
                  </a:lnTo>
                  <a:cubicBezTo>
                    <a:pt x="906" y="788"/>
                    <a:pt x="918" y="800"/>
                    <a:pt x="933" y="800"/>
                  </a:cubicBezTo>
                  <a:cubicBezTo>
                    <a:pt x="948" y="800"/>
                    <a:pt x="960" y="788"/>
                    <a:pt x="960" y="773"/>
                  </a:cubicBezTo>
                  <a:lnTo>
                    <a:pt x="960" y="154"/>
                  </a:lnTo>
                  <a:cubicBezTo>
                    <a:pt x="960" y="139"/>
                    <a:pt x="948" y="127"/>
                    <a:pt x="933" y="127"/>
                  </a:cubicBezTo>
                  <a:lnTo>
                    <a:pt x="277" y="127"/>
                  </a:lnTo>
                  <a:lnTo>
                    <a:pt x="277" y="110"/>
                  </a:lnTo>
                  <a:cubicBezTo>
                    <a:pt x="277" y="49"/>
                    <a:pt x="228" y="0"/>
                    <a:pt x="167" y="0"/>
                  </a:cubicBezTo>
                  <a:cubicBezTo>
                    <a:pt x="107" y="0"/>
                    <a:pt x="58" y="49"/>
                    <a:pt x="58" y="110"/>
                  </a:cubicBezTo>
                  <a:lnTo>
                    <a:pt x="58" y="126"/>
                  </a:lnTo>
                  <a:cubicBezTo>
                    <a:pt x="58" y="126"/>
                    <a:pt x="58" y="127"/>
                    <a:pt x="58" y="127"/>
                  </a:cubicBezTo>
                  <a:lnTo>
                    <a:pt x="28" y="127"/>
                  </a:lnTo>
                  <a:cubicBezTo>
                    <a:pt x="13" y="127"/>
                    <a:pt x="0" y="139"/>
                    <a:pt x="0" y="154"/>
                  </a:cubicBezTo>
                  <a:lnTo>
                    <a:pt x="0" y="1392"/>
                  </a:lnTo>
                  <a:cubicBezTo>
                    <a:pt x="0" y="1407"/>
                    <a:pt x="13" y="1419"/>
                    <a:pt x="28" y="1419"/>
                  </a:cubicBezTo>
                  <a:lnTo>
                    <a:pt x="480" y="1419"/>
                  </a:lnTo>
                  <a:cubicBezTo>
                    <a:pt x="495" y="1419"/>
                    <a:pt x="507" y="1407"/>
                    <a:pt x="507" y="1392"/>
                  </a:cubicBezTo>
                  <a:cubicBezTo>
                    <a:pt x="507" y="1377"/>
                    <a:pt x="495" y="1365"/>
                    <a:pt x="480" y="1365"/>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4" name="Freeform 146">
              <a:extLst>
                <a:ext uri="{FF2B5EF4-FFF2-40B4-BE49-F238E27FC236}">
                  <a16:creationId xmlns:a16="http://schemas.microsoft.com/office/drawing/2014/main" id="{52FB53BF-CC6E-6407-67D3-C8DA367ECC47}"/>
                </a:ext>
              </a:extLst>
            </p:cNvPr>
            <p:cNvSpPr>
              <a:spLocks noEditPoints="1"/>
            </p:cNvSpPr>
            <p:nvPr userDrawn="1"/>
          </p:nvSpPr>
          <p:spPr bwMode="auto">
            <a:xfrm>
              <a:off x="9456738" y="4265614"/>
              <a:ext cx="233363" cy="231775"/>
            </a:xfrm>
            <a:custGeom>
              <a:avLst/>
              <a:gdLst>
                <a:gd name="T0" fmla="*/ 570 w 646"/>
                <a:gd name="T1" fmla="*/ 416 h 644"/>
                <a:gd name="T2" fmla="*/ 567 w 646"/>
                <a:gd name="T3" fmla="*/ 447 h 644"/>
                <a:gd name="T4" fmla="*/ 551 w 646"/>
                <a:gd name="T5" fmla="*/ 499 h 644"/>
                <a:gd name="T6" fmla="*/ 540 w 646"/>
                <a:gd name="T7" fmla="*/ 529 h 644"/>
                <a:gd name="T8" fmla="*/ 533 w 646"/>
                <a:gd name="T9" fmla="*/ 563 h 644"/>
                <a:gd name="T10" fmla="*/ 441 w 646"/>
                <a:gd name="T11" fmla="*/ 590 h 644"/>
                <a:gd name="T12" fmla="*/ 203 w 646"/>
                <a:gd name="T13" fmla="*/ 578 h 644"/>
                <a:gd name="T14" fmla="*/ 199 w 646"/>
                <a:gd name="T15" fmla="*/ 578 h 644"/>
                <a:gd name="T16" fmla="*/ 54 w 646"/>
                <a:gd name="T17" fmla="*/ 579 h 644"/>
                <a:gd name="T18" fmla="*/ 54 w 646"/>
                <a:gd name="T19" fmla="*/ 398 h 644"/>
                <a:gd name="T20" fmla="*/ 139 w 646"/>
                <a:gd name="T21" fmla="*/ 395 h 644"/>
                <a:gd name="T22" fmla="*/ 188 w 646"/>
                <a:gd name="T23" fmla="*/ 382 h 644"/>
                <a:gd name="T24" fmla="*/ 225 w 646"/>
                <a:gd name="T25" fmla="*/ 343 h 644"/>
                <a:gd name="T26" fmla="*/ 254 w 646"/>
                <a:gd name="T27" fmla="*/ 302 h 644"/>
                <a:gd name="T28" fmla="*/ 279 w 646"/>
                <a:gd name="T29" fmla="*/ 270 h 644"/>
                <a:gd name="T30" fmla="*/ 362 w 646"/>
                <a:gd name="T31" fmla="*/ 102 h 644"/>
                <a:gd name="T32" fmla="*/ 361 w 646"/>
                <a:gd name="T33" fmla="*/ 88 h 644"/>
                <a:gd name="T34" fmla="*/ 362 w 646"/>
                <a:gd name="T35" fmla="*/ 58 h 644"/>
                <a:gd name="T36" fmla="*/ 377 w 646"/>
                <a:gd name="T37" fmla="*/ 65 h 644"/>
                <a:gd name="T38" fmla="*/ 393 w 646"/>
                <a:gd name="T39" fmla="*/ 102 h 644"/>
                <a:gd name="T40" fmla="*/ 377 w 646"/>
                <a:gd name="T41" fmla="*/ 167 h 644"/>
                <a:gd name="T42" fmla="*/ 362 w 646"/>
                <a:gd name="T43" fmla="*/ 240 h 644"/>
                <a:gd name="T44" fmla="*/ 378 w 646"/>
                <a:gd name="T45" fmla="*/ 283 h 644"/>
                <a:gd name="T46" fmla="*/ 428 w 646"/>
                <a:gd name="T47" fmla="*/ 289 h 644"/>
                <a:gd name="T48" fmla="*/ 440 w 646"/>
                <a:gd name="T49" fmla="*/ 286 h 644"/>
                <a:gd name="T50" fmla="*/ 567 w 646"/>
                <a:gd name="T51" fmla="*/ 295 h 644"/>
                <a:gd name="T52" fmla="*/ 573 w 646"/>
                <a:gd name="T53" fmla="*/ 308 h 644"/>
                <a:gd name="T54" fmla="*/ 573 w 646"/>
                <a:gd name="T55" fmla="*/ 310 h 644"/>
                <a:gd name="T56" fmla="*/ 570 w 646"/>
                <a:gd name="T57" fmla="*/ 323 h 644"/>
                <a:gd name="T58" fmla="*/ 571 w 646"/>
                <a:gd name="T59" fmla="*/ 360 h 644"/>
                <a:gd name="T60" fmla="*/ 570 w 646"/>
                <a:gd name="T61" fmla="*/ 416 h 644"/>
                <a:gd name="T62" fmla="*/ 621 w 646"/>
                <a:gd name="T63" fmla="*/ 438 h 644"/>
                <a:gd name="T64" fmla="*/ 622 w 646"/>
                <a:gd name="T65" fmla="*/ 339 h 644"/>
                <a:gd name="T66" fmla="*/ 627 w 646"/>
                <a:gd name="T67" fmla="*/ 307 h 644"/>
                <a:gd name="T68" fmla="*/ 602 w 646"/>
                <a:gd name="T69" fmla="*/ 254 h 644"/>
                <a:gd name="T70" fmla="*/ 431 w 646"/>
                <a:gd name="T71" fmla="*/ 233 h 644"/>
                <a:gd name="T72" fmla="*/ 417 w 646"/>
                <a:gd name="T73" fmla="*/ 236 h 644"/>
                <a:gd name="T74" fmla="*/ 416 w 646"/>
                <a:gd name="T75" fmla="*/ 236 h 644"/>
                <a:gd name="T76" fmla="*/ 429 w 646"/>
                <a:gd name="T77" fmla="*/ 183 h 644"/>
                <a:gd name="T78" fmla="*/ 447 w 646"/>
                <a:gd name="T79" fmla="*/ 107 h 644"/>
                <a:gd name="T80" fmla="*/ 410 w 646"/>
                <a:gd name="T81" fmla="*/ 22 h 644"/>
                <a:gd name="T82" fmla="*/ 345 w 646"/>
                <a:gd name="T83" fmla="*/ 7 h 644"/>
                <a:gd name="T84" fmla="*/ 308 w 646"/>
                <a:gd name="T85" fmla="*/ 96 h 644"/>
                <a:gd name="T86" fmla="*/ 234 w 646"/>
                <a:gd name="T87" fmla="*/ 241 h 644"/>
                <a:gd name="T88" fmla="*/ 214 w 646"/>
                <a:gd name="T89" fmla="*/ 265 h 644"/>
                <a:gd name="T90" fmla="*/ 175 w 646"/>
                <a:gd name="T91" fmla="*/ 322 h 644"/>
                <a:gd name="T92" fmla="*/ 162 w 646"/>
                <a:gd name="T93" fmla="*/ 335 h 644"/>
                <a:gd name="T94" fmla="*/ 136 w 646"/>
                <a:gd name="T95" fmla="*/ 341 h 644"/>
                <a:gd name="T96" fmla="*/ 51 w 646"/>
                <a:gd name="T97" fmla="*/ 344 h 644"/>
                <a:gd name="T98" fmla="*/ 0 w 646"/>
                <a:gd name="T99" fmla="*/ 397 h 644"/>
                <a:gd name="T100" fmla="*/ 0 w 646"/>
                <a:gd name="T101" fmla="*/ 579 h 644"/>
                <a:gd name="T102" fmla="*/ 53 w 646"/>
                <a:gd name="T103" fmla="*/ 632 h 644"/>
                <a:gd name="T104" fmla="*/ 198 w 646"/>
                <a:gd name="T105" fmla="*/ 632 h 644"/>
                <a:gd name="T106" fmla="*/ 441 w 646"/>
                <a:gd name="T107" fmla="*/ 644 h 644"/>
                <a:gd name="T108" fmla="*/ 577 w 646"/>
                <a:gd name="T109" fmla="*/ 595 h 644"/>
                <a:gd name="T110" fmla="*/ 595 w 646"/>
                <a:gd name="T111" fmla="*/ 534 h 644"/>
                <a:gd name="T112" fmla="*/ 621 w 646"/>
                <a:gd name="T113" fmla="*/ 438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6" h="644">
                  <a:moveTo>
                    <a:pt x="570" y="416"/>
                  </a:moveTo>
                  <a:cubicBezTo>
                    <a:pt x="563" y="424"/>
                    <a:pt x="561" y="437"/>
                    <a:pt x="567" y="447"/>
                  </a:cubicBezTo>
                  <a:cubicBezTo>
                    <a:pt x="572" y="456"/>
                    <a:pt x="581" y="480"/>
                    <a:pt x="551" y="499"/>
                  </a:cubicBezTo>
                  <a:cubicBezTo>
                    <a:pt x="541" y="506"/>
                    <a:pt x="537" y="518"/>
                    <a:pt x="540" y="529"/>
                  </a:cubicBezTo>
                  <a:cubicBezTo>
                    <a:pt x="540" y="530"/>
                    <a:pt x="545" y="548"/>
                    <a:pt x="533" y="563"/>
                  </a:cubicBezTo>
                  <a:cubicBezTo>
                    <a:pt x="520" y="580"/>
                    <a:pt x="487" y="590"/>
                    <a:pt x="441" y="590"/>
                  </a:cubicBezTo>
                  <a:cubicBezTo>
                    <a:pt x="292" y="590"/>
                    <a:pt x="204" y="578"/>
                    <a:pt x="203" y="578"/>
                  </a:cubicBezTo>
                  <a:cubicBezTo>
                    <a:pt x="202" y="578"/>
                    <a:pt x="201" y="578"/>
                    <a:pt x="199" y="578"/>
                  </a:cubicBezTo>
                  <a:lnTo>
                    <a:pt x="54" y="579"/>
                  </a:lnTo>
                  <a:lnTo>
                    <a:pt x="54" y="398"/>
                  </a:lnTo>
                  <a:lnTo>
                    <a:pt x="139" y="395"/>
                  </a:lnTo>
                  <a:cubicBezTo>
                    <a:pt x="157" y="394"/>
                    <a:pt x="174" y="390"/>
                    <a:pt x="188" y="382"/>
                  </a:cubicBezTo>
                  <a:cubicBezTo>
                    <a:pt x="206" y="373"/>
                    <a:pt x="219" y="359"/>
                    <a:pt x="225" y="343"/>
                  </a:cubicBezTo>
                  <a:cubicBezTo>
                    <a:pt x="233" y="324"/>
                    <a:pt x="242" y="315"/>
                    <a:pt x="254" y="302"/>
                  </a:cubicBezTo>
                  <a:cubicBezTo>
                    <a:pt x="262" y="293"/>
                    <a:pt x="271" y="284"/>
                    <a:pt x="279" y="270"/>
                  </a:cubicBezTo>
                  <a:cubicBezTo>
                    <a:pt x="294" y="247"/>
                    <a:pt x="351" y="151"/>
                    <a:pt x="362" y="102"/>
                  </a:cubicBezTo>
                  <a:cubicBezTo>
                    <a:pt x="363" y="97"/>
                    <a:pt x="363" y="92"/>
                    <a:pt x="361" y="88"/>
                  </a:cubicBezTo>
                  <a:cubicBezTo>
                    <a:pt x="358" y="78"/>
                    <a:pt x="357" y="60"/>
                    <a:pt x="362" y="58"/>
                  </a:cubicBezTo>
                  <a:cubicBezTo>
                    <a:pt x="363" y="58"/>
                    <a:pt x="369" y="59"/>
                    <a:pt x="377" y="65"/>
                  </a:cubicBezTo>
                  <a:cubicBezTo>
                    <a:pt x="381" y="68"/>
                    <a:pt x="395" y="81"/>
                    <a:pt x="393" y="102"/>
                  </a:cubicBezTo>
                  <a:cubicBezTo>
                    <a:pt x="391" y="122"/>
                    <a:pt x="384" y="145"/>
                    <a:pt x="377" y="167"/>
                  </a:cubicBezTo>
                  <a:cubicBezTo>
                    <a:pt x="369" y="193"/>
                    <a:pt x="362" y="218"/>
                    <a:pt x="362" y="240"/>
                  </a:cubicBezTo>
                  <a:cubicBezTo>
                    <a:pt x="362" y="248"/>
                    <a:pt x="362" y="270"/>
                    <a:pt x="378" y="283"/>
                  </a:cubicBezTo>
                  <a:cubicBezTo>
                    <a:pt x="394" y="296"/>
                    <a:pt x="413" y="292"/>
                    <a:pt x="428" y="289"/>
                  </a:cubicBezTo>
                  <a:cubicBezTo>
                    <a:pt x="432" y="288"/>
                    <a:pt x="436" y="287"/>
                    <a:pt x="440" y="286"/>
                  </a:cubicBezTo>
                  <a:cubicBezTo>
                    <a:pt x="513" y="275"/>
                    <a:pt x="553" y="283"/>
                    <a:pt x="567" y="295"/>
                  </a:cubicBezTo>
                  <a:cubicBezTo>
                    <a:pt x="570" y="297"/>
                    <a:pt x="573" y="301"/>
                    <a:pt x="573" y="308"/>
                  </a:cubicBezTo>
                  <a:cubicBezTo>
                    <a:pt x="573" y="309"/>
                    <a:pt x="573" y="310"/>
                    <a:pt x="573" y="310"/>
                  </a:cubicBezTo>
                  <a:cubicBezTo>
                    <a:pt x="573" y="315"/>
                    <a:pt x="572" y="321"/>
                    <a:pt x="570" y="323"/>
                  </a:cubicBezTo>
                  <a:cubicBezTo>
                    <a:pt x="561" y="334"/>
                    <a:pt x="561" y="350"/>
                    <a:pt x="571" y="360"/>
                  </a:cubicBezTo>
                  <a:cubicBezTo>
                    <a:pt x="575" y="364"/>
                    <a:pt x="595" y="388"/>
                    <a:pt x="570" y="416"/>
                  </a:cubicBezTo>
                  <a:close/>
                  <a:moveTo>
                    <a:pt x="621" y="438"/>
                  </a:moveTo>
                  <a:cubicBezTo>
                    <a:pt x="646" y="400"/>
                    <a:pt x="637" y="363"/>
                    <a:pt x="622" y="339"/>
                  </a:cubicBezTo>
                  <a:cubicBezTo>
                    <a:pt x="627" y="325"/>
                    <a:pt x="627" y="312"/>
                    <a:pt x="627" y="307"/>
                  </a:cubicBezTo>
                  <a:cubicBezTo>
                    <a:pt x="626" y="286"/>
                    <a:pt x="618" y="267"/>
                    <a:pt x="602" y="254"/>
                  </a:cubicBezTo>
                  <a:cubicBezTo>
                    <a:pt x="563" y="221"/>
                    <a:pt x="488" y="224"/>
                    <a:pt x="431" y="233"/>
                  </a:cubicBezTo>
                  <a:cubicBezTo>
                    <a:pt x="426" y="234"/>
                    <a:pt x="421" y="235"/>
                    <a:pt x="417" y="236"/>
                  </a:cubicBezTo>
                  <a:cubicBezTo>
                    <a:pt x="416" y="236"/>
                    <a:pt x="416" y="236"/>
                    <a:pt x="416" y="236"/>
                  </a:cubicBezTo>
                  <a:cubicBezTo>
                    <a:pt x="417" y="222"/>
                    <a:pt x="423" y="202"/>
                    <a:pt x="429" y="183"/>
                  </a:cubicBezTo>
                  <a:cubicBezTo>
                    <a:pt x="437" y="158"/>
                    <a:pt x="444" y="132"/>
                    <a:pt x="447" y="107"/>
                  </a:cubicBezTo>
                  <a:cubicBezTo>
                    <a:pt x="450" y="74"/>
                    <a:pt x="436" y="43"/>
                    <a:pt x="410" y="22"/>
                  </a:cubicBezTo>
                  <a:cubicBezTo>
                    <a:pt x="390" y="6"/>
                    <a:pt x="365" y="0"/>
                    <a:pt x="345" y="7"/>
                  </a:cubicBezTo>
                  <a:cubicBezTo>
                    <a:pt x="307" y="19"/>
                    <a:pt x="299" y="60"/>
                    <a:pt x="308" y="96"/>
                  </a:cubicBezTo>
                  <a:cubicBezTo>
                    <a:pt x="297" y="133"/>
                    <a:pt x="255" y="209"/>
                    <a:pt x="234" y="241"/>
                  </a:cubicBezTo>
                  <a:cubicBezTo>
                    <a:pt x="228" y="250"/>
                    <a:pt x="221" y="258"/>
                    <a:pt x="214" y="265"/>
                  </a:cubicBezTo>
                  <a:cubicBezTo>
                    <a:pt x="201" y="279"/>
                    <a:pt x="187" y="295"/>
                    <a:pt x="175" y="322"/>
                  </a:cubicBezTo>
                  <a:cubicBezTo>
                    <a:pt x="173" y="328"/>
                    <a:pt x="167" y="332"/>
                    <a:pt x="162" y="335"/>
                  </a:cubicBezTo>
                  <a:cubicBezTo>
                    <a:pt x="155" y="338"/>
                    <a:pt x="146" y="341"/>
                    <a:pt x="136" y="341"/>
                  </a:cubicBezTo>
                  <a:lnTo>
                    <a:pt x="51" y="344"/>
                  </a:lnTo>
                  <a:cubicBezTo>
                    <a:pt x="22" y="345"/>
                    <a:pt x="0" y="369"/>
                    <a:pt x="0" y="397"/>
                  </a:cubicBezTo>
                  <a:lnTo>
                    <a:pt x="0" y="579"/>
                  </a:lnTo>
                  <a:cubicBezTo>
                    <a:pt x="0" y="608"/>
                    <a:pt x="23" y="632"/>
                    <a:pt x="53" y="632"/>
                  </a:cubicBezTo>
                  <a:lnTo>
                    <a:pt x="198" y="632"/>
                  </a:lnTo>
                  <a:cubicBezTo>
                    <a:pt x="212" y="634"/>
                    <a:pt x="298" y="644"/>
                    <a:pt x="441" y="644"/>
                  </a:cubicBezTo>
                  <a:cubicBezTo>
                    <a:pt x="506" y="644"/>
                    <a:pt x="552" y="627"/>
                    <a:pt x="577" y="595"/>
                  </a:cubicBezTo>
                  <a:cubicBezTo>
                    <a:pt x="593" y="573"/>
                    <a:pt x="596" y="550"/>
                    <a:pt x="595" y="534"/>
                  </a:cubicBezTo>
                  <a:cubicBezTo>
                    <a:pt x="628" y="505"/>
                    <a:pt x="630" y="466"/>
                    <a:pt x="621" y="43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5" name="Freeform 147">
              <a:extLst>
                <a:ext uri="{FF2B5EF4-FFF2-40B4-BE49-F238E27FC236}">
                  <a16:creationId xmlns:a16="http://schemas.microsoft.com/office/drawing/2014/main" id="{9654BC2B-32A5-72FD-B34A-1F7A235829B3}"/>
                </a:ext>
              </a:extLst>
            </p:cNvPr>
            <p:cNvSpPr>
              <a:spLocks/>
            </p:cNvSpPr>
            <p:nvPr userDrawn="1"/>
          </p:nvSpPr>
          <p:spPr bwMode="auto">
            <a:xfrm>
              <a:off x="9440863" y="4060826"/>
              <a:ext cx="96838" cy="19050"/>
            </a:xfrm>
            <a:custGeom>
              <a:avLst/>
              <a:gdLst>
                <a:gd name="T0" fmla="*/ 241 w 268"/>
                <a:gd name="T1" fmla="*/ 0 h 54"/>
                <a:gd name="T2" fmla="*/ 27 w 268"/>
                <a:gd name="T3" fmla="*/ 0 h 54"/>
                <a:gd name="T4" fmla="*/ 0 w 268"/>
                <a:gd name="T5" fmla="*/ 27 h 54"/>
                <a:gd name="T6" fmla="*/ 27 w 268"/>
                <a:gd name="T7" fmla="*/ 54 h 54"/>
                <a:gd name="T8" fmla="*/ 241 w 268"/>
                <a:gd name="T9" fmla="*/ 54 h 54"/>
                <a:gd name="T10" fmla="*/ 268 w 268"/>
                <a:gd name="T11" fmla="*/ 27 h 54"/>
                <a:gd name="T12" fmla="*/ 241 w 268"/>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268" h="54">
                  <a:moveTo>
                    <a:pt x="241" y="0"/>
                  </a:moveTo>
                  <a:lnTo>
                    <a:pt x="27" y="0"/>
                  </a:lnTo>
                  <a:cubicBezTo>
                    <a:pt x="12" y="0"/>
                    <a:pt x="0" y="12"/>
                    <a:pt x="0" y="27"/>
                  </a:cubicBezTo>
                  <a:cubicBezTo>
                    <a:pt x="0" y="42"/>
                    <a:pt x="12" y="54"/>
                    <a:pt x="27" y="54"/>
                  </a:cubicBezTo>
                  <a:lnTo>
                    <a:pt x="241" y="54"/>
                  </a:lnTo>
                  <a:cubicBezTo>
                    <a:pt x="256" y="54"/>
                    <a:pt x="268" y="42"/>
                    <a:pt x="268" y="27"/>
                  </a:cubicBezTo>
                  <a:cubicBezTo>
                    <a:pt x="268" y="12"/>
                    <a:pt x="256" y="0"/>
                    <a:pt x="241"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6" name="Freeform 148">
              <a:extLst>
                <a:ext uri="{FF2B5EF4-FFF2-40B4-BE49-F238E27FC236}">
                  <a16:creationId xmlns:a16="http://schemas.microsoft.com/office/drawing/2014/main" id="{59AF9ADE-B9E4-5EA3-4188-C5F6CCB017F0}"/>
                </a:ext>
              </a:extLst>
            </p:cNvPr>
            <p:cNvSpPr>
              <a:spLocks/>
            </p:cNvSpPr>
            <p:nvPr userDrawn="1"/>
          </p:nvSpPr>
          <p:spPr bwMode="auto">
            <a:xfrm>
              <a:off x="9440863" y="4095751"/>
              <a:ext cx="96838" cy="20638"/>
            </a:xfrm>
            <a:custGeom>
              <a:avLst/>
              <a:gdLst>
                <a:gd name="T0" fmla="*/ 241 w 268"/>
                <a:gd name="T1" fmla="*/ 0 h 54"/>
                <a:gd name="T2" fmla="*/ 27 w 268"/>
                <a:gd name="T3" fmla="*/ 0 h 54"/>
                <a:gd name="T4" fmla="*/ 0 w 268"/>
                <a:gd name="T5" fmla="*/ 27 h 54"/>
                <a:gd name="T6" fmla="*/ 27 w 268"/>
                <a:gd name="T7" fmla="*/ 54 h 54"/>
                <a:gd name="T8" fmla="*/ 241 w 268"/>
                <a:gd name="T9" fmla="*/ 54 h 54"/>
                <a:gd name="T10" fmla="*/ 268 w 268"/>
                <a:gd name="T11" fmla="*/ 27 h 54"/>
                <a:gd name="T12" fmla="*/ 241 w 268"/>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268" h="54">
                  <a:moveTo>
                    <a:pt x="241" y="0"/>
                  </a:moveTo>
                  <a:lnTo>
                    <a:pt x="27" y="0"/>
                  </a:lnTo>
                  <a:cubicBezTo>
                    <a:pt x="12" y="0"/>
                    <a:pt x="0" y="12"/>
                    <a:pt x="0" y="27"/>
                  </a:cubicBezTo>
                  <a:cubicBezTo>
                    <a:pt x="0" y="42"/>
                    <a:pt x="12" y="54"/>
                    <a:pt x="27" y="54"/>
                  </a:cubicBezTo>
                  <a:lnTo>
                    <a:pt x="241" y="54"/>
                  </a:lnTo>
                  <a:cubicBezTo>
                    <a:pt x="256" y="54"/>
                    <a:pt x="268" y="42"/>
                    <a:pt x="268" y="27"/>
                  </a:cubicBezTo>
                  <a:cubicBezTo>
                    <a:pt x="268" y="12"/>
                    <a:pt x="256" y="0"/>
                    <a:pt x="241"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7" name="Freeform 149">
              <a:extLst>
                <a:ext uri="{FF2B5EF4-FFF2-40B4-BE49-F238E27FC236}">
                  <a16:creationId xmlns:a16="http://schemas.microsoft.com/office/drawing/2014/main" id="{B45FC614-9AD0-7A8B-47B3-9CC9FF4D8FC5}"/>
                </a:ext>
              </a:extLst>
            </p:cNvPr>
            <p:cNvSpPr>
              <a:spLocks/>
            </p:cNvSpPr>
            <p:nvPr userDrawn="1"/>
          </p:nvSpPr>
          <p:spPr bwMode="auto">
            <a:xfrm>
              <a:off x="9312276" y="4164014"/>
              <a:ext cx="225425" cy="19050"/>
            </a:xfrm>
            <a:custGeom>
              <a:avLst/>
              <a:gdLst>
                <a:gd name="T0" fmla="*/ 599 w 626"/>
                <a:gd name="T1" fmla="*/ 0 h 54"/>
                <a:gd name="T2" fmla="*/ 27 w 626"/>
                <a:gd name="T3" fmla="*/ 0 h 54"/>
                <a:gd name="T4" fmla="*/ 0 w 626"/>
                <a:gd name="T5" fmla="*/ 27 h 54"/>
                <a:gd name="T6" fmla="*/ 27 w 626"/>
                <a:gd name="T7" fmla="*/ 54 h 54"/>
                <a:gd name="T8" fmla="*/ 599 w 626"/>
                <a:gd name="T9" fmla="*/ 54 h 54"/>
                <a:gd name="T10" fmla="*/ 626 w 626"/>
                <a:gd name="T11" fmla="*/ 27 h 54"/>
                <a:gd name="T12" fmla="*/ 599 w 626"/>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626" h="54">
                  <a:moveTo>
                    <a:pt x="599" y="0"/>
                  </a:moveTo>
                  <a:lnTo>
                    <a:pt x="27" y="0"/>
                  </a:lnTo>
                  <a:cubicBezTo>
                    <a:pt x="12" y="0"/>
                    <a:pt x="0" y="12"/>
                    <a:pt x="0" y="27"/>
                  </a:cubicBezTo>
                  <a:cubicBezTo>
                    <a:pt x="0" y="42"/>
                    <a:pt x="12" y="54"/>
                    <a:pt x="27" y="54"/>
                  </a:cubicBezTo>
                  <a:lnTo>
                    <a:pt x="599" y="54"/>
                  </a:lnTo>
                  <a:cubicBezTo>
                    <a:pt x="614" y="54"/>
                    <a:pt x="626" y="42"/>
                    <a:pt x="626" y="27"/>
                  </a:cubicBezTo>
                  <a:cubicBezTo>
                    <a:pt x="626" y="12"/>
                    <a:pt x="614" y="0"/>
                    <a:pt x="599"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8" name="Freeform 150">
              <a:extLst>
                <a:ext uri="{FF2B5EF4-FFF2-40B4-BE49-F238E27FC236}">
                  <a16:creationId xmlns:a16="http://schemas.microsoft.com/office/drawing/2014/main" id="{3B2E4175-B09A-6D61-2928-FB76D5C26E46}"/>
                </a:ext>
              </a:extLst>
            </p:cNvPr>
            <p:cNvSpPr>
              <a:spLocks/>
            </p:cNvSpPr>
            <p:nvPr userDrawn="1"/>
          </p:nvSpPr>
          <p:spPr bwMode="auto">
            <a:xfrm>
              <a:off x="9312276" y="4205289"/>
              <a:ext cx="225425" cy="19050"/>
            </a:xfrm>
            <a:custGeom>
              <a:avLst/>
              <a:gdLst>
                <a:gd name="T0" fmla="*/ 599 w 626"/>
                <a:gd name="T1" fmla="*/ 0 h 55"/>
                <a:gd name="T2" fmla="*/ 27 w 626"/>
                <a:gd name="T3" fmla="*/ 0 h 55"/>
                <a:gd name="T4" fmla="*/ 0 w 626"/>
                <a:gd name="T5" fmla="*/ 27 h 55"/>
                <a:gd name="T6" fmla="*/ 27 w 626"/>
                <a:gd name="T7" fmla="*/ 55 h 55"/>
                <a:gd name="T8" fmla="*/ 599 w 626"/>
                <a:gd name="T9" fmla="*/ 55 h 55"/>
                <a:gd name="T10" fmla="*/ 626 w 626"/>
                <a:gd name="T11" fmla="*/ 27 h 55"/>
                <a:gd name="T12" fmla="*/ 599 w 626"/>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626" h="55">
                  <a:moveTo>
                    <a:pt x="599" y="0"/>
                  </a:moveTo>
                  <a:lnTo>
                    <a:pt x="27" y="0"/>
                  </a:lnTo>
                  <a:cubicBezTo>
                    <a:pt x="12" y="0"/>
                    <a:pt x="0" y="13"/>
                    <a:pt x="0" y="27"/>
                  </a:cubicBezTo>
                  <a:cubicBezTo>
                    <a:pt x="0" y="42"/>
                    <a:pt x="12" y="55"/>
                    <a:pt x="27" y="55"/>
                  </a:cubicBezTo>
                  <a:lnTo>
                    <a:pt x="599" y="55"/>
                  </a:lnTo>
                  <a:cubicBezTo>
                    <a:pt x="614" y="55"/>
                    <a:pt x="626" y="42"/>
                    <a:pt x="626" y="27"/>
                  </a:cubicBezTo>
                  <a:cubicBezTo>
                    <a:pt x="626" y="13"/>
                    <a:pt x="614" y="0"/>
                    <a:pt x="599" y="0"/>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09" name="Freeform 151">
              <a:extLst>
                <a:ext uri="{FF2B5EF4-FFF2-40B4-BE49-F238E27FC236}">
                  <a16:creationId xmlns:a16="http://schemas.microsoft.com/office/drawing/2014/main" id="{BB94BC14-49E8-F9AE-ED3F-E1FB4623E8BB}"/>
                </a:ext>
              </a:extLst>
            </p:cNvPr>
            <p:cNvSpPr>
              <a:spLocks/>
            </p:cNvSpPr>
            <p:nvPr userDrawn="1"/>
          </p:nvSpPr>
          <p:spPr bwMode="auto">
            <a:xfrm>
              <a:off x="9312276" y="4246564"/>
              <a:ext cx="225425" cy="20638"/>
            </a:xfrm>
            <a:custGeom>
              <a:avLst/>
              <a:gdLst>
                <a:gd name="T0" fmla="*/ 626 w 626"/>
                <a:gd name="T1" fmla="*/ 27 h 54"/>
                <a:gd name="T2" fmla="*/ 599 w 626"/>
                <a:gd name="T3" fmla="*/ 0 h 54"/>
                <a:gd name="T4" fmla="*/ 27 w 626"/>
                <a:gd name="T5" fmla="*/ 0 h 54"/>
                <a:gd name="T6" fmla="*/ 0 w 626"/>
                <a:gd name="T7" fmla="*/ 27 h 54"/>
                <a:gd name="T8" fmla="*/ 27 w 626"/>
                <a:gd name="T9" fmla="*/ 54 h 54"/>
                <a:gd name="T10" fmla="*/ 599 w 626"/>
                <a:gd name="T11" fmla="*/ 54 h 54"/>
                <a:gd name="T12" fmla="*/ 626 w 626"/>
                <a:gd name="T13" fmla="*/ 27 h 54"/>
              </a:gdLst>
              <a:ahLst/>
              <a:cxnLst>
                <a:cxn ang="0">
                  <a:pos x="T0" y="T1"/>
                </a:cxn>
                <a:cxn ang="0">
                  <a:pos x="T2" y="T3"/>
                </a:cxn>
                <a:cxn ang="0">
                  <a:pos x="T4" y="T5"/>
                </a:cxn>
                <a:cxn ang="0">
                  <a:pos x="T6" y="T7"/>
                </a:cxn>
                <a:cxn ang="0">
                  <a:pos x="T8" y="T9"/>
                </a:cxn>
                <a:cxn ang="0">
                  <a:pos x="T10" y="T11"/>
                </a:cxn>
                <a:cxn ang="0">
                  <a:pos x="T12" y="T13"/>
                </a:cxn>
              </a:cxnLst>
              <a:rect l="0" t="0" r="r" b="b"/>
              <a:pathLst>
                <a:path w="626" h="54">
                  <a:moveTo>
                    <a:pt x="626" y="27"/>
                  </a:moveTo>
                  <a:cubicBezTo>
                    <a:pt x="626" y="12"/>
                    <a:pt x="614" y="0"/>
                    <a:pt x="599" y="0"/>
                  </a:cubicBezTo>
                  <a:lnTo>
                    <a:pt x="27" y="0"/>
                  </a:lnTo>
                  <a:cubicBezTo>
                    <a:pt x="12" y="0"/>
                    <a:pt x="0" y="12"/>
                    <a:pt x="0" y="27"/>
                  </a:cubicBezTo>
                  <a:cubicBezTo>
                    <a:pt x="0" y="42"/>
                    <a:pt x="12" y="54"/>
                    <a:pt x="27" y="54"/>
                  </a:cubicBezTo>
                  <a:lnTo>
                    <a:pt x="599" y="54"/>
                  </a:lnTo>
                  <a:cubicBezTo>
                    <a:pt x="614" y="54"/>
                    <a:pt x="626" y="42"/>
                    <a:pt x="626" y="2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10" name="Freeform 152">
              <a:extLst>
                <a:ext uri="{FF2B5EF4-FFF2-40B4-BE49-F238E27FC236}">
                  <a16:creationId xmlns:a16="http://schemas.microsoft.com/office/drawing/2014/main" id="{CA8F4214-FDC6-8270-304D-1B1EA0754DFD}"/>
                </a:ext>
              </a:extLst>
            </p:cNvPr>
            <p:cNvSpPr>
              <a:spLocks/>
            </p:cNvSpPr>
            <p:nvPr userDrawn="1"/>
          </p:nvSpPr>
          <p:spPr bwMode="auto">
            <a:xfrm>
              <a:off x="9312276" y="4287839"/>
              <a:ext cx="179388" cy="20638"/>
            </a:xfrm>
            <a:custGeom>
              <a:avLst/>
              <a:gdLst>
                <a:gd name="T0" fmla="*/ 27 w 496"/>
                <a:gd name="T1" fmla="*/ 0 h 55"/>
                <a:gd name="T2" fmla="*/ 0 w 496"/>
                <a:gd name="T3" fmla="*/ 27 h 55"/>
                <a:gd name="T4" fmla="*/ 27 w 496"/>
                <a:gd name="T5" fmla="*/ 55 h 55"/>
                <a:gd name="T6" fmla="*/ 469 w 496"/>
                <a:gd name="T7" fmla="*/ 55 h 55"/>
                <a:gd name="T8" fmla="*/ 496 w 496"/>
                <a:gd name="T9" fmla="*/ 27 h 55"/>
                <a:gd name="T10" fmla="*/ 469 w 496"/>
                <a:gd name="T11" fmla="*/ 0 h 55"/>
                <a:gd name="T12" fmla="*/ 27 w 496"/>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496" h="55">
                  <a:moveTo>
                    <a:pt x="27" y="0"/>
                  </a:moveTo>
                  <a:cubicBezTo>
                    <a:pt x="12" y="0"/>
                    <a:pt x="0" y="12"/>
                    <a:pt x="0" y="27"/>
                  </a:cubicBezTo>
                  <a:cubicBezTo>
                    <a:pt x="0" y="42"/>
                    <a:pt x="12" y="55"/>
                    <a:pt x="27" y="55"/>
                  </a:cubicBezTo>
                  <a:lnTo>
                    <a:pt x="469" y="55"/>
                  </a:lnTo>
                  <a:cubicBezTo>
                    <a:pt x="484" y="55"/>
                    <a:pt x="496" y="42"/>
                    <a:pt x="496" y="27"/>
                  </a:cubicBezTo>
                  <a:cubicBezTo>
                    <a:pt x="496" y="12"/>
                    <a:pt x="484" y="0"/>
                    <a:pt x="469" y="0"/>
                  </a:cubicBezTo>
                  <a:lnTo>
                    <a:pt x="27" y="0"/>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211" name="Group 210">
            <a:extLst>
              <a:ext uri="{FF2B5EF4-FFF2-40B4-BE49-F238E27FC236}">
                <a16:creationId xmlns:a16="http://schemas.microsoft.com/office/drawing/2014/main" id="{A08ACDA7-DD78-9681-9653-C9A4971ECE02}"/>
              </a:ext>
            </a:extLst>
          </p:cNvPr>
          <p:cNvGrpSpPr/>
          <p:nvPr/>
        </p:nvGrpSpPr>
        <p:grpSpPr>
          <a:xfrm>
            <a:off x="9280526" y="4689476"/>
            <a:ext cx="379413" cy="633413"/>
            <a:chOff x="9280526" y="4689476"/>
            <a:chExt cx="379413" cy="633413"/>
          </a:xfrm>
        </p:grpSpPr>
        <p:sp>
          <p:nvSpPr>
            <p:cNvPr id="212" name="Freeform 153">
              <a:extLst>
                <a:ext uri="{FF2B5EF4-FFF2-40B4-BE49-F238E27FC236}">
                  <a16:creationId xmlns:a16="http://schemas.microsoft.com/office/drawing/2014/main" id="{373D1E81-1894-1019-5EA4-541FB71D52D7}"/>
                </a:ext>
              </a:extLst>
            </p:cNvPr>
            <p:cNvSpPr>
              <a:spLocks noEditPoints="1"/>
            </p:cNvSpPr>
            <p:nvPr userDrawn="1"/>
          </p:nvSpPr>
          <p:spPr bwMode="auto">
            <a:xfrm>
              <a:off x="9280526" y="4824414"/>
              <a:ext cx="379413" cy="498475"/>
            </a:xfrm>
            <a:custGeom>
              <a:avLst/>
              <a:gdLst>
                <a:gd name="T0" fmla="*/ 473 w 1047"/>
                <a:gd name="T1" fmla="*/ 365 h 1380"/>
                <a:gd name="T2" fmla="*/ 399 w 1047"/>
                <a:gd name="T3" fmla="*/ 392 h 1380"/>
                <a:gd name="T4" fmla="*/ 311 w 1047"/>
                <a:gd name="T5" fmla="*/ 604 h 1380"/>
                <a:gd name="T6" fmla="*/ 328 w 1047"/>
                <a:gd name="T7" fmla="*/ 738 h 1380"/>
                <a:gd name="T8" fmla="*/ 398 w 1047"/>
                <a:gd name="T9" fmla="*/ 862 h 1380"/>
                <a:gd name="T10" fmla="*/ 604 w 1047"/>
                <a:gd name="T11" fmla="*/ 981 h 1380"/>
                <a:gd name="T12" fmla="*/ 657 w 1047"/>
                <a:gd name="T13" fmla="*/ 987 h 1380"/>
                <a:gd name="T14" fmla="*/ 890 w 1047"/>
                <a:gd name="T15" fmla="*/ 991 h 1380"/>
                <a:gd name="T16" fmla="*/ 969 w 1047"/>
                <a:gd name="T17" fmla="*/ 1042 h 1380"/>
                <a:gd name="T18" fmla="*/ 1014 w 1047"/>
                <a:gd name="T19" fmla="*/ 1095 h 1380"/>
                <a:gd name="T20" fmla="*/ 1045 w 1047"/>
                <a:gd name="T21" fmla="*/ 1190 h 1380"/>
                <a:gd name="T22" fmla="*/ 1045 w 1047"/>
                <a:gd name="T23" fmla="*/ 1216 h 1380"/>
                <a:gd name="T24" fmla="*/ 947 w 1047"/>
                <a:gd name="T25" fmla="*/ 1306 h 1380"/>
                <a:gd name="T26" fmla="*/ 880 w 1047"/>
                <a:gd name="T27" fmla="*/ 1366 h 1380"/>
                <a:gd name="T28" fmla="*/ 847 w 1047"/>
                <a:gd name="T29" fmla="*/ 1378 h 1380"/>
                <a:gd name="T30" fmla="*/ 814 w 1047"/>
                <a:gd name="T31" fmla="*/ 1379 h 1380"/>
                <a:gd name="T32" fmla="*/ 763 w 1047"/>
                <a:gd name="T33" fmla="*/ 1366 h 1380"/>
                <a:gd name="T34" fmla="*/ 520 w 1047"/>
                <a:gd name="T35" fmla="*/ 1363 h 1380"/>
                <a:gd name="T36" fmla="*/ 154 w 1047"/>
                <a:gd name="T37" fmla="*/ 1359 h 1380"/>
                <a:gd name="T38" fmla="*/ 104 w 1047"/>
                <a:gd name="T39" fmla="*/ 1375 h 1380"/>
                <a:gd name="T40" fmla="*/ 55 w 1047"/>
                <a:gd name="T41" fmla="*/ 1357 h 1380"/>
                <a:gd name="T42" fmla="*/ 0 w 1047"/>
                <a:gd name="T43" fmla="*/ 1316 h 1380"/>
                <a:gd name="T44" fmla="*/ 0 w 1047"/>
                <a:gd name="T45" fmla="*/ 1287 h 1380"/>
                <a:gd name="T46" fmla="*/ 1 w 1047"/>
                <a:gd name="T47" fmla="*/ 951 h 1380"/>
                <a:gd name="T48" fmla="*/ 9 w 1047"/>
                <a:gd name="T49" fmla="*/ 566 h 1380"/>
                <a:gd name="T50" fmla="*/ 83 w 1047"/>
                <a:gd name="T51" fmla="*/ 352 h 1380"/>
                <a:gd name="T52" fmla="*/ 177 w 1047"/>
                <a:gd name="T53" fmla="*/ 225 h 1380"/>
                <a:gd name="T54" fmla="*/ 319 w 1047"/>
                <a:gd name="T55" fmla="*/ 113 h 1380"/>
                <a:gd name="T56" fmla="*/ 520 w 1047"/>
                <a:gd name="T57" fmla="*/ 34 h 1380"/>
                <a:gd name="T58" fmla="*/ 635 w 1047"/>
                <a:gd name="T59" fmla="*/ 4 h 1380"/>
                <a:gd name="T60" fmla="*/ 645 w 1047"/>
                <a:gd name="T61" fmla="*/ 212 h 1380"/>
                <a:gd name="T62" fmla="*/ 534 w 1047"/>
                <a:gd name="T63" fmla="*/ 88 h 1380"/>
                <a:gd name="T64" fmla="*/ 346 w 1047"/>
                <a:gd name="T65" fmla="*/ 160 h 1380"/>
                <a:gd name="T66" fmla="*/ 199 w 1047"/>
                <a:gd name="T67" fmla="*/ 281 h 1380"/>
                <a:gd name="T68" fmla="*/ 104 w 1047"/>
                <a:gd name="T69" fmla="*/ 434 h 1380"/>
                <a:gd name="T70" fmla="*/ 57 w 1047"/>
                <a:gd name="T71" fmla="*/ 657 h 1380"/>
                <a:gd name="T72" fmla="*/ 56 w 1047"/>
                <a:gd name="T73" fmla="*/ 1048 h 1380"/>
                <a:gd name="T74" fmla="*/ 58 w 1047"/>
                <a:gd name="T75" fmla="*/ 1302 h 1380"/>
                <a:gd name="T76" fmla="*/ 111 w 1047"/>
                <a:gd name="T77" fmla="*/ 1320 h 1380"/>
                <a:gd name="T78" fmla="*/ 155 w 1047"/>
                <a:gd name="T79" fmla="*/ 1304 h 1380"/>
                <a:gd name="T80" fmla="*/ 521 w 1047"/>
                <a:gd name="T81" fmla="*/ 1308 h 1380"/>
                <a:gd name="T82" fmla="*/ 790 w 1047"/>
                <a:gd name="T83" fmla="*/ 1311 h 1380"/>
                <a:gd name="T84" fmla="*/ 825 w 1047"/>
                <a:gd name="T85" fmla="*/ 1325 h 1380"/>
                <a:gd name="T86" fmla="*/ 861 w 1047"/>
                <a:gd name="T87" fmla="*/ 1311 h 1380"/>
                <a:gd name="T88" fmla="*/ 914 w 1047"/>
                <a:gd name="T89" fmla="*/ 1261 h 1380"/>
                <a:gd name="T90" fmla="*/ 973 w 1047"/>
                <a:gd name="T91" fmla="*/ 1235 h 1380"/>
                <a:gd name="T92" fmla="*/ 977 w 1047"/>
                <a:gd name="T93" fmla="*/ 1141 h 1380"/>
                <a:gd name="T94" fmla="*/ 936 w 1047"/>
                <a:gd name="T95" fmla="*/ 1107 h 1380"/>
                <a:gd name="T96" fmla="*/ 911 w 1047"/>
                <a:gd name="T97" fmla="*/ 1058 h 1380"/>
                <a:gd name="T98" fmla="*/ 866 w 1047"/>
                <a:gd name="T99" fmla="*/ 1044 h 1380"/>
                <a:gd name="T100" fmla="*/ 594 w 1047"/>
                <a:gd name="T101" fmla="*/ 1035 h 1380"/>
                <a:gd name="T102" fmla="*/ 356 w 1047"/>
                <a:gd name="T103" fmla="*/ 898 h 1380"/>
                <a:gd name="T104" fmla="*/ 276 w 1047"/>
                <a:gd name="T105" fmla="*/ 755 h 1380"/>
                <a:gd name="T106" fmla="*/ 256 w 1047"/>
                <a:gd name="T107" fmla="*/ 600 h 1380"/>
                <a:gd name="T108" fmla="*/ 361 w 1047"/>
                <a:gd name="T109" fmla="*/ 352 h 1380"/>
                <a:gd name="T110" fmla="*/ 463 w 1047"/>
                <a:gd name="T111" fmla="*/ 311 h 1380"/>
                <a:gd name="T112" fmla="*/ 880 w 1047"/>
                <a:gd name="T113" fmla="*/ 1312 h 1380"/>
                <a:gd name="T114" fmla="*/ 0 w 1047"/>
                <a:gd name="T115" fmla="*/ 1288 h 1380"/>
                <a:gd name="T116" fmla="*/ 54 w 1047"/>
                <a:gd name="T117" fmla="*/ 1288 h 1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47" h="1380">
                  <a:moveTo>
                    <a:pt x="693" y="44"/>
                  </a:moveTo>
                  <a:cubicBezTo>
                    <a:pt x="695" y="102"/>
                    <a:pt x="696" y="162"/>
                    <a:pt x="700" y="219"/>
                  </a:cubicBezTo>
                  <a:cubicBezTo>
                    <a:pt x="703" y="259"/>
                    <a:pt x="708" y="325"/>
                    <a:pt x="631" y="338"/>
                  </a:cubicBezTo>
                  <a:cubicBezTo>
                    <a:pt x="578" y="346"/>
                    <a:pt x="525" y="356"/>
                    <a:pt x="473" y="365"/>
                  </a:cubicBezTo>
                  <a:cubicBezTo>
                    <a:pt x="458" y="368"/>
                    <a:pt x="444" y="371"/>
                    <a:pt x="423" y="374"/>
                  </a:cubicBezTo>
                  <a:cubicBezTo>
                    <a:pt x="421" y="374"/>
                    <a:pt x="420" y="374"/>
                    <a:pt x="418" y="375"/>
                  </a:cubicBezTo>
                  <a:lnTo>
                    <a:pt x="417" y="376"/>
                  </a:lnTo>
                  <a:cubicBezTo>
                    <a:pt x="410" y="381"/>
                    <a:pt x="404" y="387"/>
                    <a:pt x="399" y="392"/>
                  </a:cubicBezTo>
                  <a:cubicBezTo>
                    <a:pt x="393" y="397"/>
                    <a:pt x="387" y="403"/>
                    <a:pt x="382" y="410"/>
                  </a:cubicBezTo>
                  <a:cubicBezTo>
                    <a:pt x="370" y="422"/>
                    <a:pt x="358" y="445"/>
                    <a:pt x="347" y="471"/>
                  </a:cubicBezTo>
                  <a:cubicBezTo>
                    <a:pt x="332" y="504"/>
                    <a:pt x="321" y="539"/>
                    <a:pt x="317" y="561"/>
                  </a:cubicBezTo>
                  <a:cubicBezTo>
                    <a:pt x="314" y="575"/>
                    <a:pt x="312" y="589"/>
                    <a:pt x="311" y="604"/>
                  </a:cubicBezTo>
                  <a:cubicBezTo>
                    <a:pt x="310" y="618"/>
                    <a:pt x="310" y="633"/>
                    <a:pt x="311" y="647"/>
                  </a:cubicBezTo>
                  <a:cubicBezTo>
                    <a:pt x="311" y="656"/>
                    <a:pt x="312" y="664"/>
                    <a:pt x="313" y="672"/>
                  </a:cubicBezTo>
                  <a:cubicBezTo>
                    <a:pt x="314" y="680"/>
                    <a:pt x="316" y="689"/>
                    <a:pt x="317" y="697"/>
                  </a:cubicBezTo>
                  <a:cubicBezTo>
                    <a:pt x="320" y="711"/>
                    <a:pt x="324" y="725"/>
                    <a:pt x="328" y="738"/>
                  </a:cubicBezTo>
                  <a:cubicBezTo>
                    <a:pt x="332" y="751"/>
                    <a:pt x="338" y="765"/>
                    <a:pt x="344" y="778"/>
                  </a:cubicBezTo>
                  <a:cubicBezTo>
                    <a:pt x="349" y="789"/>
                    <a:pt x="355" y="800"/>
                    <a:pt x="362" y="811"/>
                  </a:cubicBezTo>
                  <a:lnTo>
                    <a:pt x="366" y="818"/>
                  </a:lnTo>
                  <a:cubicBezTo>
                    <a:pt x="375" y="834"/>
                    <a:pt x="386" y="848"/>
                    <a:pt x="398" y="862"/>
                  </a:cubicBezTo>
                  <a:cubicBezTo>
                    <a:pt x="410" y="876"/>
                    <a:pt x="423" y="889"/>
                    <a:pt x="438" y="902"/>
                  </a:cubicBezTo>
                  <a:cubicBezTo>
                    <a:pt x="457" y="918"/>
                    <a:pt x="478" y="932"/>
                    <a:pt x="500" y="944"/>
                  </a:cubicBezTo>
                  <a:cubicBezTo>
                    <a:pt x="522" y="956"/>
                    <a:pt x="545" y="966"/>
                    <a:pt x="570" y="973"/>
                  </a:cubicBezTo>
                  <a:cubicBezTo>
                    <a:pt x="581" y="976"/>
                    <a:pt x="593" y="979"/>
                    <a:pt x="604" y="981"/>
                  </a:cubicBezTo>
                  <a:lnTo>
                    <a:pt x="604" y="981"/>
                  </a:lnTo>
                  <a:cubicBezTo>
                    <a:pt x="616" y="983"/>
                    <a:pt x="628" y="985"/>
                    <a:pt x="640" y="986"/>
                  </a:cubicBezTo>
                  <a:cubicBezTo>
                    <a:pt x="640" y="986"/>
                    <a:pt x="639" y="986"/>
                    <a:pt x="640" y="986"/>
                  </a:cubicBezTo>
                  <a:cubicBezTo>
                    <a:pt x="646" y="987"/>
                    <a:pt x="652" y="987"/>
                    <a:pt x="657" y="987"/>
                  </a:cubicBezTo>
                  <a:cubicBezTo>
                    <a:pt x="670" y="988"/>
                    <a:pt x="683" y="988"/>
                    <a:pt x="694" y="989"/>
                  </a:cubicBezTo>
                  <a:cubicBezTo>
                    <a:pt x="729" y="989"/>
                    <a:pt x="763" y="989"/>
                    <a:pt x="797" y="989"/>
                  </a:cubicBezTo>
                  <a:lnTo>
                    <a:pt x="866" y="989"/>
                  </a:lnTo>
                  <a:cubicBezTo>
                    <a:pt x="875" y="989"/>
                    <a:pt x="883" y="990"/>
                    <a:pt x="890" y="991"/>
                  </a:cubicBezTo>
                  <a:lnTo>
                    <a:pt x="893" y="991"/>
                  </a:lnTo>
                  <a:cubicBezTo>
                    <a:pt x="901" y="993"/>
                    <a:pt x="909" y="995"/>
                    <a:pt x="916" y="998"/>
                  </a:cubicBezTo>
                  <a:cubicBezTo>
                    <a:pt x="927" y="1003"/>
                    <a:pt x="937" y="1009"/>
                    <a:pt x="946" y="1016"/>
                  </a:cubicBezTo>
                  <a:cubicBezTo>
                    <a:pt x="955" y="1023"/>
                    <a:pt x="963" y="1032"/>
                    <a:pt x="969" y="1042"/>
                  </a:cubicBezTo>
                  <a:cubicBezTo>
                    <a:pt x="974" y="1050"/>
                    <a:pt x="978" y="1058"/>
                    <a:pt x="982" y="1066"/>
                  </a:cubicBezTo>
                  <a:cubicBezTo>
                    <a:pt x="984" y="1073"/>
                    <a:pt x="987" y="1079"/>
                    <a:pt x="988" y="1086"/>
                  </a:cubicBezTo>
                  <a:lnTo>
                    <a:pt x="989" y="1086"/>
                  </a:lnTo>
                  <a:cubicBezTo>
                    <a:pt x="999" y="1087"/>
                    <a:pt x="1007" y="1089"/>
                    <a:pt x="1014" y="1095"/>
                  </a:cubicBezTo>
                  <a:cubicBezTo>
                    <a:pt x="1021" y="1100"/>
                    <a:pt x="1025" y="1107"/>
                    <a:pt x="1028" y="1117"/>
                  </a:cubicBezTo>
                  <a:cubicBezTo>
                    <a:pt x="1029" y="1120"/>
                    <a:pt x="1030" y="1125"/>
                    <a:pt x="1031" y="1130"/>
                  </a:cubicBezTo>
                  <a:lnTo>
                    <a:pt x="1036" y="1147"/>
                  </a:lnTo>
                  <a:cubicBezTo>
                    <a:pt x="1039" y="1161"/>
                    <a:pt x="1043" y="1175"/>
                    <a:pt x="1045" y="1190"/>
                  </a:cubicBezTo>
                  <a:lnTo>
                    <a:pt x="1046" y="1197"/>
                  </a:lnTo>
                  <a:cubicBezTo>
                    <a:pt x="1047" y="1201"/>
                    <a:pt x="1047" y="1203"/>
                    <a:pt x="1047" y="1207"/>
                  </a:cubicBezTo>
                  <a:cubicBezTo>
                    <a:pt x="1046" y="1210"/>
                    <a:pt x="1046" y="1213"/>
                    <a:pt x="1046" y="1216"/>
                  </a:cubicBezTo>
                  <a:lnTo>
                    <a:pt x="1045" y="1216"/>
                  </a:lnTo>
                  <a:cubicBezTo>
                    <a:pt x="1045" y="1220"/>
                    <a:pt x="1044" y="1224"/>
                    <a:pt x="1042" y="1228"/>
                  </a:cubicBezTo>
                  <a:cubicBezTo>
                    <a:pt x="1035" y="1247"/>
                    <a:pt x="1024" y="1263"/>
                    <a:pt x="1010" y="1275"/>
                  </a:cubicBezTo>
                  <a:cubicBezTo>
                    <a:pt x="996" y="1288"/>
                    <a:pt x="979" y="1297"/>
                    <a:pt x="960" y="1303"/>
                  </a:cubicBezTo>
                  <a:cubicBezTo>
                    <a:pt x="955" y="1304"/>
                    <a:pt x="951" y="1305"/>
                    <a:pt x="947" y="1306"/>
                  </a:cubicBezTo>
                  <a:cubicBezTo>
                    <a:pt x="945" y="1306"/>
                    <a:pt x="942" y="1314"/>
                    <a:pt x="940" y="1316"/>
                  </a:cubicBezTo>
                  <a:cubicBezTo>
                    <a:pt x="936" y="1323"/>
                    <a:pt x="932" y="1331"/>
                    <a:pt x="928" y="1337"/>
                  </a:cubicBezTo>
                  <a:cubicBezTo>
                    <a:pt x="923" y="1347"/>
                    <a:pt x="917" y="1354"/>
                    <a:pt x="909" y="1359"/>
                  </a:cubicBezTo>
                  <a:cubicBezTo>
                    <a:pt x="900" y="1364"/>
                    <a:pt x="891" y="1366"/>
                    <a:pt x="880" y="1366"/>
                  </a:cubicBezTo>
                  <a:lnTo>
                    <a:pt x="869" y="1366"/>
                  </a:lnTo>
                  <a:cubicBezTo>
                    <a:pt x="867" y="1369"/>
                    <a:pt x="864" y="1371"/>
                    <a:pt x="861" y="1372"/>
                  </a:cubicBezTo>
                  <a:lnTo>
                    <a:pt x="861" y="1372"/>
                  </a:lnTo>
                  <a:cubicBezTo>
                    <a:pt x="856" y="1375"/>
                    <a:pt x="851" y="1377"/>
                    <a:pt x="847" y="1378"/>
                  </a:cubicBezTo>
                  <a:lnTo>
                    <a:pt x="844" y="1378"/>
                  </a:lnTo>
                  <a:cubicBezTo>
                    <a:pt x="837" y="1379"/>
                    <a:pt x="831" y="1379"/>
                    <a:pt x="825" y="1379"/>
                  </a:cubicBezTo>
                  <a:lnTo>
                    <a:pt x="825" y="1380"/>
                  </a:lnTo>
                  <a:cubicBezTo>
                    <a:pt x="822" y="1380"/>
                    <a:pt x="818" y="1379"/>
                    <a:pt x="814" y="1379"/>
                  </a:cubicBezTo>
                  <a:lnTo>
                    <a:pt x="804" y="1378"/>
                  </a:lnTo>
                  <a:cubicBezTo>
                    <a:pt x="798" y="1377"/>
                    <a:pt x="791" y="1376"/>
                    <a:pt x="786" y="1372"/>
                  </a:cubicBezTo>
                  <a:cubicBezTo>
                    <a:pt x="783" y="1370"/>
                    <a:pt x="781" y="1368"/>
                    <a:pt x="779" y="1366"/>
                  </a:cubicBezTo>
                  <a:lnTo>
                    <a:pt x="763" y="1366"/>
                  </a:lnTo>
                  <a:cubicBezTo>
                    <a:pt x="749" y="1366"/>
                    <a:pt x="736" y="1366"/>
                    <a:pt x="723" y="1366"/>
                  </a:cubicBezTo>
                  <a:lnTo>
                    <a:pt x="723" y="1366"/>
                  </a:lnTo>
                  <a:cubicBezTo>
                    <a:pt x="687" y="1364"/>
                    <a:pt x="651" y="1364"/>
                    <a:pt x="615" y="1364"/>
                  </a:cubicBezTo>
                  <a:cubicBezTo>
                    <a:pt x="583" y="1364"/>
                    <a:pt x="551" y="1364"/>
                    <a:pt x="520" y="1363"/>
                  </a:cubicBezTo>
                  <a:cubicBezTo>
                    <a:pt x="488" y="1362"/>
                    <a:pt x="457" y="1362"/>
                    <a:pt x="425" y="1362"/>
                  </a:cubicBezTo>
                  <a:cubicBezTo>
                    <a:pt x="391" y="1362"/>
                    <a:pt x="356" y="1362"/>
                    <a:pt x="322" y="1361"/>
                  </a:cubicBezTo>
                  <a:cubicBezTo>
                    <a:pt x="288" y="1360"/>
                    <a:pt x="254" y="1360"/>
                    <a:pt x="220" y="1360"/>
                  </a:cubicBezTo>
                  <a:cubicBezTo>
                    <a:pt x="198" y="1360"/>
                    <a:pt x="176" y="1359"/>
                    <a:pt x="154" y="1359"/>
                  </a:cubicBezTo>
                  <a:lnTo>
                    <a:pt x="152" y="1359"/>
                  </a:lnTo>
                  <a:cubicBezTo>
                    <a:pt x="150" y="1362"/>
                    <a:pt x="147" y="1364"/>
                    <a:pt x="145" y="1366"/>
                  </a:cubicBezTo>
                  <a:cubicBezTo>
                    <a:pt x="139" y="1370"/>
                    <a:pt x="133" y="1372"/>
                    <a:pt x="126" y="1373"/>
                  </a:cubicBezTo>
                  <a:cubicBezTo>
                    <a:pt x="119" y="1374"/>
                    <a:pt x="111" y="1375"/>
                    <a:pt x="104" y="1375"/>
                  </a:cubicBezTo>
                  <a:cubicBezTo>
                    <a:pt x="97" y="1375"/>
                    <a:pt x="90" y="1375"/>
                    <a:pt x="83" y="1374"/>
                  </a:cubicBezTo>
                  <a:lnTo>
                    <a:pt x="82" y="1373"/>
                  </a:lnTo>
                  <a:cubicBezTo>
                    <a:pt x="76" y="1373"/>
                    <a:pt x="71" y="1371"/>
                    <a:pt x="66" y="1368"/>
                  </a:cubicBezTo>
                  <a:cubicBezTo>
                    <a:pt x="62" y="1365"/>
                    <a:pt x="58" y="1362"/>
                    <a:pt x="55" y="1357"/>
                  </a:cubicBezTo>
                  <a:cubicBezTo>
                    <a:pt x="51" y="1357"/>
                    <a:pt x="46" y="1357"/>
                    <a:pt x="41" y="1357"/>
                  </a:cubicBezTo>
                  <a:cubicBezTo>
                    <a:pt x="29" y="1356"/>
                    <a:pt x="20" y="1353"/>
                    <a:pt x="12" y="1346"/>
                  </a:cubicBezTo>
                  <a:cubicBezTo>
                    <a:pt x="5" y="1338"/>
                    <a:pt x="1" y="1329"/>
                    <a:pt x="0" y="1317"/>
                  </a:cubicBezTo>
                  <a:lnTo>
                    <a:pt x="0" y="1316"/>
                  </a:lnTo>
                  <a:cubicBezTo>
                    <a:pt x="0" y="1313"/>
                    <a:pt x="0" y="1310"/>
                    <a:pt x="0" y="1307"/>
                  </a:cubicBezTo>
                  <a:lnTo>
                    <a:pt x="0" y="1305"/>
                  </a:lnTo>
                  <a:lnTo>
                    <a:pt x="0" y="1305"/>
                  </a:lnTo>
                  <a:cubicBezTo>
                    <a:pt x="0" y="1289"/>
                    <a:pt x="0" y="1286"/>
                    <a:pt x="0" y="1287"/>
                  </a:cubicBezTo>
                  <a:cubicBezTo>
                    <a:pt x="0" y="1275"/>
                    <a:pt x="0" y="1285"/>
                    <a:pt x="0" y="1269"/>
                  </a:cubicBezTo>
                  <a:cubicBezTo>
                    <a:pt x="0" y="1262"/>
                    <a:pt x="0" y="1254"/>
                    <a:pt x="0" y="1246"/>
                  </a:cubicBezTo>
                  <a:cubicBezTo>
                    <a:pt x="2" y="1180"/>
                    <a:pt x="2" y="1114"/>
                    <a:pt x="1" y="1048"/>
                  </a:cubicBezTo>
                  <a:cubicBezTo>
                    <a:pt x="1" y="1016"/>
                    <a:pt x="1" y="983"/>
                    <a:pt x="1" y="951"/>
                  </a:cubicBezTo>
                  <a:cubicBezTo>
                    <a:pt x="2" y="901"/>
                    <a:pt x="2" y="850"/>
                    <a:pt x="2" y="800"/>
                  </a:cubicBezTo>
                  <a:lnTo>
                    <a:pt x="2" y="800"/>
                  </a:lnTo>
                  <a:cubicBezTo>
                    <a:pt x="2" y="765"/>
                    <a:pt x="2" y="732"/>
                    <a:pt x="2" y="657"/>
                  </a:cubicBezTo>
                  <a:cubicBezTo>
                    <a:pt x="2" y="626"/>
                    <a:pt x="5" y="596"/>
                    <a:pt x="9" y="566"/>
                  </a:cubicBezTo>
                  <a:lnTo>
                    <a:pt x="9" y="565"/>
                  </a:lnTo>
                  <a:cubicBezTo>
                    <a:pt x="14" y="535"/>
                    <a:pt x="21" y="506"/>
                    <a:pt x="30" y="477"/>
                  </a:cubicBezTo>
                  <a:cubicBezTo>
                    <a:pt x="37" y="455"/>
                    <a:pt x="44" y="433"/>
                    <a:pt x="53" y="413"/>
                  </a:cubicBezTo>
                  <a:cubicBezTo>
                    <a:pt x="62" y="392"/>
                    <a:pt x="72" y="372"/>
                    <a:pt x="83" y="352"/>
                  </a:cubicBezTo>
                  <a:cubicBezTo>
                    <a:pt x="94" y="333"/>
                    <a:pt x="105" y="315"/>
                    <a:pt x="117" y="298"/>
                  </a:cubicBezTo>
                  <a:cubicBezTo>
                    <a:pt x="129" y="280"/>
                    <a:pt x="143" y="263"/>
                    <a:pt x="156" y="247"/>
                  </a:cubicBezTo>
                  <a:lnTo>
                    <a:pt x="158" y="246"/>
                  </a:lnTo>
                  <a:cubicBezTo>
                    <a:pt x="164" y="238"/>
                    <a:pt x="171" y="231"/>
                    <a:pt x="177" y="225"/>
                  </a:cubicBezTo>
                  <a:cubicBezTo>
                    <a:pt x="184" y="217"/>
                    <a:pt x="191" y="210"/>
                    <a:pt x="198" y="203"/>
                  </a:cubicBezTo>
                  <a:lnTo>
                    <a:pt x="198" y="203"/>
                  </a:lnTo>
                  <a:cubicBezTo>
                    <a:pt x="216" y="186"/>
                    <a:pt x="236" y="169"/>
                    <a:pt x="256" y="154"/>
                  </a:cubicBezTo>
                  <a:cubicBezTo>
                    <a:pt x="276" y="139"/>
                    <a:pt x="297" y="125"/>
                    <a:pt x="319" y="113"/>
                  </a:cubicBezTo>
                  <a:cubicBezTo>
                    <a:pt x="340" y="100"/>
                    <a:pt x="362" y="89"/>
                    <a:pt x="384" y="79"/>
                  </a:cubicBezTo>
                  <a:cubicBezTo>
                    <a:pt x="406" y="70"/>
                    <a:pt x="429" y="61"/>
                    <a:pt x="452" y="54"/>
                  </a:cubicBezTo>
                  <a:lnTo>
                    <a:pt x="453" y="54"/>
                  </a:lnTo>
                  <a:cubicBezTo>
                    <a:pt x="475" y="47"/>
                    <a:pt x="500" y="39"/>
                    <a:pt x="520" y="34"/>
                  </a:cubicBezTo>
                  <a:lnTo>
                    <a:pt x="522" y="34"/>
                  </a:lnTo>
                  <a:cubicBezTo>
                    <a:pt x="538" y="30"/>
                    <a:pt x="552" y="26"/>
                    <a:pt x="566" y="22"/>
                  </a:cubicBezTo>
                  <a:cubicBezTo>
                    <a:pt x="588" y="16"/>
                    <a:pt x="611" y="10"/>
                    <a:pt x="635" y="4"/>
                  </a:cubicBezTo>
                  <a:lnTo>
                    <a:pt x="635" y="4"/>
                  </a:lnTo>
                  <a:cubicBezTo>
                    <a:pt x="653" y="0"/>
                    <a:pt x="666" y="2"/>
                    <a:pt x="676" y="10"/>
                  </a:cubicBezTo>
                  <a:lnTo>
                    <a:pt x="679" y="12"/>
                  </a:lnTo>
                  <a:cubicBezTo>
                    <a:pt x="689" y="20"/>
                    <a:pt x="693" y="31"/>
                    <a:pt x="693" y="44"/>
                  </a:cubicBezTo>
                  <a:close/>
                  <a:moveTo>
                    <a:pt x="645" y="212"/>
                  </a:moveTo>
                  <a:lnTo>
                    <a:pt x="639" y="59"/>
                  </a:lnTo>
                  <a:cubicBezTo>
                    <a:pt x="619" y="64"/>
                    <a:pt x="599" y="70"/>
                    <a:pt x="580" y="75"/>
                  </a:cubicBezTo>
                  <a:cubicBezTo>
                    <a:pt x="563" y="80"/>
                    <a:pt x="547" y="84"/>
                    <a:pt x="535" y="87"/>
                  </a:cubicBezTo>
                  <a:lnTo>
                    <a:pt x="534" y="88"/>
                  </a:lnTo>
                  <a:cubicBezTo>
                    <a:pt x="511" y="93"/>
                    <a:pt x="489" y="100"/>
                    <a:pt x="468" y="106"/>
                  </a:cubicBezTo>
                  <a:lnTo>
                    <a:pt x="468" y="106"/>
                  </a:lnTo>
                  <a:cubicBezTo>
                    <a:pt x="447" y="113"/>
                    <a:pt x="427" y="121"/>
                    <a:pt x="406" y="130"/>
                  </a:cubicBezTo>
                  <a:cubicBezTo>
                    <a:pt x="386" y="138"/>
                    <a:pt x="366" y="149"/>
                    <a:pt x="346" y="160"/>
                  </a:cubicBezTo>
                  <a:cubicBezTo>
                    <a:pt x="326" y="172"/>
                    <a:pt x="307" y="184"/>
                    <a:pt x="289" y="198"/>
                  </a:cubicBezTo>
                  <a:cubicBezTo>
                    <a:pt x="271" y="212"/>
                    <a:pt x="253" y="227"/>
                    <a:pt x="236" y="243"/>
                  </a:cubicBezTo>
                  <a:cubicBezTo>
                    <a:pt x="230" y="249"/>
                    <a:pt x="223" y="256"/>
                    <a:pt x="217" y="263"/>
                  </a:cubicBezTo>
                  <a:cubicBezTo>
                    <a:pt x="211" y="269"/>
                    <a:pt x="205" y="275"/>
                    <a:pt x="199" y="281"/>
                  </a:cubicBezTo>
                  <a:lnTo>
                    <a:pt x="198" y="283"/>
                  </a:lnTo>
                  <a:cubicBezTo>
                    <a:pt x="185" y="298"/>
                    <a:pt x="173" y="314"/>
                    <a:pt x="162" y="329"/>
                  </a:cubicBezTo>
                  <a:cubicBezTo>
                    <a:pt x="151" y="345"/>
                    <a:pt x="140" y="362"/>
                    <a:pt x="131" y="378"/>
                  </a:cubicBezTo>
                  <a:cubicBezTo>
                    <a:pt x="121" y="397"/>
                    <a:pt x="112" y="415"/>
                    <a:pt x="104" y="434"/>
                  </a:cubicBezTo>
                  <a:cubicBezTo>
                    <a:pt x="95" y="453"/>
                    <a:pt x="88" y="473"/>
                    <a:pt x="82" y="492"/>
                  </a:cubicBezTo>
                  <a:cubicBezTo>
                    <a:pt x="74" y="519"/>
                    <a:pt x="68" y="546"/>
                    <a:pt x="64" y="573"/>
                  </a:cubicBezTo>
                  <a:lnTo>
                    <a:pt x="63" y="574"/>
                  </a:lnTo>
                  <a:cubicBezTo>
                    <a:pt x="59" y="602"/>
                    <a:pt x="57" y="629"/>
                    <a:pt x="57" y="657"/>
                  </a:cubicBezTo>
                  <a:lnTo>
                    <a:pt x="57" y="800"/>
                  </a:lnTo>
                  <a:lnTo>
                    <a:pt x="56" y="800"/>
                  </a:lnTo>
                  <a:cubicBezTo>
                    <a:pt x="56" y="850"/>
                    <a:pt x="56" y="901"/>
                    <a:pt x="56" y="951"/>
                  </a:cubicBezTo>
                  <a:cubicBezTo>
                    <a:pt x="56" y="984"/>
                    <a:pt x="56" y="1016"/>
                    <a:pt x="56" y="1048"/>
                  </a:cubicBezTo>
                  <a:cubicBezTo>
                    <a:pt x="56" y="1114"/>
                    <a:pt x="57" y="1181"/>
                    <a:pt x="55" y="1247"/>
                  </a:cubicBezTo>
                  <a:cubicBezTo>
                    <a:pt x="54" y="1261"/>
                    <a:pt x="55" y="1275"/>
                    <a:pt x="55" y="1289"/>
                  </a:cubicBezTo>
                  <a:cubicBezTo>
                    <a:pt x="55" y="1299"/>
                    <a:pt x="55" y="1291"/>
                    <a:pt x="55" y="1303"/>
                  </a:cubicBezTo>
                  <a:lnTo>
                    <a:pt x="58" y="1302"/>
                  </a:lnTo>
                  <a:cubicBezTo>
                    <a:pt x="67" y="1302"/>
                    <a:pt x="75" y="1303"/>
                    <a:pt x="81" y="1307"/>
                  </a:cubicBezTo>
                  <a:cubicBezTo>
                    <a:pt x="87" y="1310"/>
                    <a:pt x="92" y="1315"/>
                    <a:pt x="96" y="1320"/>
                  </a:cubicBezTo>
                  <a:lnTo>
                    <a:pt x="104" y="1320"/>
                  </a:lnTo>
                  <a:lnTo>
                    <a:pt x="111" y="1320"/>
                  </a:lnTo>
                  <a:cubicBezTo>
                    <a:pt x="113" y="1316"/>
                    <a:pt x="116" y="1313"/>
                    <a:pt x="119" y="1311"/>
                  </a:cubicBezTo>
                  <a:lnTo>
                    <a:pt x="119" y="1311"/>
                  </a:lnTo>
                  <a:cubicBezTo>
                    <a:pt x="126" y="1307"/>
                    <a:pt x="132" y="1305"/>
                    <a:pt x="140" y="1304"/>
                  </a:cubicBezTo>
                  <a:lnTo>
                    <a:pt x="155" y="1304"/>
                  </a:lnTo>
                  <a:cubicBezTo>
                    <a:pt x="177" y="1305"/>
                    <a:pt x="199" y="1305"/>
                    <a:pt x="221" y="1305"/>
                  </a:cubicBezTo>
                  <a:cubicBezTo>
                    <a:pt x="255" y="1305"/>
                    <a:pt x="290" y="1305"/>
                    <a:pt x="324" y="1306"/>
                  </a:cubicBezTo>
                  <a:cubicBezTo>
                    <a:pt x="358" y="1307"/>
                    <a:pt x="392" y="1307"/>
                    <a:pt x="425" y="1307"/>
                  </a:cubicBezTo>
                  <a:cubicBezTo>
                    <a:pt x="457" y="1307"/>
                    <a:pt x="489" y="1308"/>
                    <a:pt x="521" y="1308"/>
                  </a:cubicBezTo>
                  <a:cubicBezTo>
                    <a:pt x="552" y="1309"/>
                    <a:pt x="584" y="1309"/>
                    <a:pt x="615" y="1309"/>
                  </a:cubicBezTo>
                  <a:cubicBezTo>
                    <a:pt x="652" y="1309"/>
                    <a:pt x="689" y="1309"/>
                    <a:pt x="725" y="1311"/>
                  </a:cubicBezTo>
                  <a:cubicBezTo>
                    <a:pt x="738" y="1311"/>
                    <a:pt x="750" y="1311"/>
                    <a:pt x="763" y="1311"/>
                  </a:cubicBezTo>
                  <a:lnTo>
                    <a:pt x="790" y="1311"/>
                  </a:lnTo>
                  <a:cubicBezTo>
                    <a:pt x="796" y="1312"/>
                    <a:pt x="802" y="1313"/>
                    <a:pt x="807" y="1316"/>
                  </a:cubicBezTo>
                  <a:cubicBezTo>
                    <a:pt x="811" y="1318"/>
                    <a:pt x="814" y="1321"/>
                    <a:pt x="817" y="1324"/>
                  </a:cubicBezTo>
                  <a:lnTo>
                    <a:pt x="825" y="1325"/>
                  </a:lnTo>
                  <a:lnTo>
                    <a:pt x="825" y="1325"/>
                  </a:lnTo>
                  <a:cubicBezTo>
                    <a:pt x="827" y="1325"/>
                    <a:pt x="830" y="1325"/>
                    <a:pt x="832" y="1324"/>
                  </a:cubicBezTo>
                  <a:cubicBezTo>
                    <a:pt x="835" y="1321"/>
                    <a:pt x="838" y="1319"/>
                    <a:pt x="841" y="1317"/>
                  </a:cubicBezTo>
                  <a:lnTo>
                    <a:pt x="844" y="1315"/>
                  </a:lnTo>
                  <a:cubicBezTo>
                    <a:pt x="849" y="1312"/>
                    <a:pt x="855" y="1312"/>
                    <a:pt x="861" y="1311"/>
                  </a:cubicBezTo>
                  <a:lnTo>
                    <a:pt x="880" y="1311"/>
                  </a:lnTo>
                  <a:cubicBezTo>
                    <a:pt x="884" y="1303"/>
                    <a:pt x="889" y="1296"/>
                    <a:pt x="893" y="1288"/>
                  </a:cubicBezTo>
                  <a:lnTo>
                    <a:pt x="900" y="1277"/>
                  </a:lnTo>
                  <a:cubicBezTo>
                    <a:pt x="903" y="1270"/>
                    <a:pt x="908" y="1265"/>
                    <a:pt x="914" y="1261"/>
                  </a:cubicBezTo>
                  <a:cubicBezTo>
                    <a:pt x="920" y="1257"/>
                    <a:pt x="927" y="1254"/>
                    <a:pt x="934" y="1252"/>
                  </a:cubicBezTo>
                  <a:lnTo>
                    <a:pt x="937" y="1252"/>
                  </a:lnTo>
                  <a:cubicBezTo>
                    <a:pt x="939" y="1251"/>
                    <a:pt x="942" y="1251"/>
                    <a:pt x="944" y="1250"/>
                  </a:cubicBezTo>
                  <a:cubicBezTo>
                    <a:pt x="956" y="1247"/>
                    <a:pt x="965" y="1242"/>
                    <a:pt x="973" y="1235"/>
                  </a:cubicBezTo>
                  <a:cubicBezTo>
                    <a:pt x="981" y="1228"/>
                    <a:pt x="987" y="1219"/>
                    <a:pt x="991" y="1208"/>
                  </a:cubicBezTo>
                  <a:cubicBezTo>
                    <a:pt x="992" y="1207"/>
                    <a:pt x="992" y="1202"/>
                    <a:pt x="992" y="1200"/>
                  </a:cubicBezTo>
                  <a:cubicBezTo>
                    <a:pt x="989" y="1188"/>
                    <a:pt x="986" y="1174"/>
                    <a:pt x="982" y="1160"/>
                  </a:cubicBezTo>
                  <a:lnTo>
                    <a:pt x="977" y="1141"/>
                  </a:lnTo>
                  <a:lnTo>
                    <a:pt x="972" y="1141"/>
                  </a:lnTo>
                  <a:cubicBezTo>
                    <a:pt x="962" y="1140"/>
                    <a:pt x="957" y="1139"/>
                    <a:pt x="949" y="1133"/>
                  </a:cubicBezTo>
                  <a:cubicBezTo>
                    <a:pt x="942" y="1127"/>
                    <a:pt x="939" y="1122"/>
                    <a:pt x="937" y="1113"/>
                  </a:cubicBezTo>
                  <a:lnTo>
                    <a:pt x="936" y="1107"/>
                  </a:lnTo>
                  <a:lnTo>
                    <a:pt x="935" y="1102"/>
                  </a:lnTo>
                  <a:cubicBezTo>
                    <a:pt x="934" y="1097"/>
                    <a:pt x="933" y="1092"/>
                    <a:pt x="931" y="1087"/>
                  </a:cubicBezTo>
                  <a:cubicBezTo>
                    <a:pt x="929" y="1082"/>
                    <a:pt x="926" y="1076"/>
                    <a:pt x="923" y="1072"/>
                  </a:cubicBezTo>
                  <a:cubicBezTo>
                    <a:pt x="920" y="1067"/>
                    <a:pt x="916" y="1062"/>
                    <a:pt x="911" y="1058"/>
                  </a:cubicBezTo>
                  <a:cubicBezTo>
                    <a:pt x="907" y="1054"/>
                    <a:pt x="901" y="1051"/>
                    <a:pt x="895" y="1049"/>
                  </a:cubicBezTo>
                  <a:cubicBezTo>
                    <a:pt x="892" y="1047"/>
                    <a:pt x="888" y="1046"/>
                    <a:pt x="884" y="1045"/>
                  </a:cubicBezTo>
                  <a:lnTo>
                    <a:pt x="882" y="1045"/>
                  </a:lnTo>
                  <a:cubicBezTo>
                    <a:pt x="876" y="1044"/>
                    <a:pt x="871" y="1044"/>
                    <a:pt x="866" y="1044"/>
                  </a:cubicBezTo>
                  <a:lnTo>
                    <a:pt x="694" y="1043"/>
                  </a:lnTo>
                  <a:cubicBezTo>
                    <a:pt x="680" y="1043"/>
                    <a:pt x="667" y="1043"/>
                    <a:pt x="655" y="1042"/>
                  </a:cubicBezTo>
                  <a:lnTo>
                    <a:pt x="634" y="1041"/>
                  </a:lnTo>
                  <a:cubicBezTo>
                    <a:pt x="621" y="1039"/>
                    <a:pt x="607" y="1038"/>
                    <a:pt x="594" y="1035"/>
                  </a:cubicBezTo>
                  <a:cubicBezTo>
                    <a:pt x="581" y="1033"/>
                    <a:pt x="568" y="1029"/>
                    <a:pt x="555" y="1026"/>
                  </a:cubicBezTo>
                  <a:cubicBezTo>
                    <a:pt x="526" y="1017"/>
                    <a:pt x="499" y="1006"/>
                    <a:pt x="474" y="993"/>
                  </a:cubicBezTo>
                  <a:cubicBezTo>
                    <a:pt x="448" y="979"/>
                    <a:pt x="424" y="962"/>
                    <a:pt x="402" y="943"/>
                  </a:cubicBezTo>
                  <a:cubicBezTo>
                    <a:pt x="386" y="929"/>
                    <a:pt x="370" y="914"/>
                    <a:pt x="356" y="898"/>
                  </a:cubicBezTo>
                  <a:cubicBezTo>
                    <a:pt x="342" y="882"/>
                    <a:pt x="330" y="865"/>
                    <a:pt x="319" y="846"/>
                  </a:cubicBezTo>
                  <a:lnTo>
                    <a:pt x="315" y="839"/>
                  </a:lnTo>
                  <a:cubicBezTo>
                    <a:pt x="307" y="827"/>
                    <a:pt x="300" y="814"/>
                    <a:pt x="294" y="800"/>
                  </a:cubicBezTo>
                  <a:cubicBezTo>
                    <a:pt x="287" y="786"/>
                    <a:pt x="281" y="771"/>
                    <a:pt x="276" y="755"/>
                  </a:cubicBezTo>
                  <a:cubicBezTo>
                    <a:pt x="271" y="739"/>
                    <a:pt x="266" y="723"/>
                    <a:pt x="263" y="707"/>
                  </a:cubicBezTo>
                  <a:cubicBezTo>
                    <a:pt x="262" y="698"/>
                    <a:pt x="260" y="689"/>
                    <a:pt x="259" y="679"/>
                  </a:cubicBezTo>
                  <a:cubicBezTo>
                    <a:pt x="258" y="669"/>
                    <a:pt x="257" y="660"/>
                    <a:pt x="256" y="650"/>
                  </a:cubicBezTo>
                  <a:cubicBezTo>
                    <a:pt x="255" y="633"/>
                    <a:pt x="255" y="617"/>
                    <a:pt x="256" y="600"/>
                  </a:cubicBezTo>
                  <a:cubicBezTo>
                    <a:pt x="258" y="583"/>
                    <a:pt x="260" y="567"/>
                    <a:pt x="263" y="550"/>
                  </a:cubicBezTo>
                  <a:cubicBezTo>
                    <a:pt x="268" y="526"/>
                    <a:pt x="281" y="486"/>
                    <a:pt x="296" y="449"/>
                  </a:cubicBezTo>
                  <a:cubicBezTo>
                    <a:pt x="310" y="419"/>
                    <a:pt x="325" y="390"/>
                    <a:pt x="341" y="373"/>
                  </a:cubicBezTo>
                  <a:cubicBezTo>
                    <a:pt x="347" y="366"/>
                    <a:pt x="354" y="359"/>
                    <a:pt x="361" y="352"/>
                  </a:cubicBezTo>
                  <a:cubicBezTo>
                    <a:pt x="368" y="346"/>
                    <a:pt x="375" y="339"/>
                    <a:pt x="382" y="334"/>
                  </a:cubicBezTo>
                  <a:cubicBezTo>
                    <a:pt x="386" y="330"/>
                    <a:pt x="392" y="327"/>
                    <a:pt x="397" y="324"/>
                  </a:cubicBezTo>
                  <a:cubicBezTo>
                    <a:pt x="403" y="322"/>
                    <a:pt x="409" y="320"/>
                    <a:pt x="414" y="320"/>
                  </a:cubicBezTo>
                  <a:cubicBezTo>
                    <a:pt x="427" y="318"/>
                    <a:pt x="445" y="315"/>
                    <a:pt x="463" y="311"/>
                  </a:cubicBezTo>
                  <a:cubicBezTo>
                    <a:pt x="516" y="302"/>
                    <a:pt x="570" y="294"/>
                    <a:pt x="622" y="284"/>
                  </a:cubicBezTo>
                  <a:cubicBezTo>
                    <a:pt x="650" y="279"/>
                    <a:pt x="647" y="244"/>
                    <a:pt x="646" y="224"/>
                  </a:cubicBezTo>
                  <a:cubicBezTo>
                    <a:pt x="645" y="220"/>
                    <a:pt x="645" y="217"/>
                    <a:pt x="645" y="212"/>
                  </a:cubicBezTo>
                  <a:close/>
                  <a:moveTo>
                    <a:pt x="880" y="1312"/>
                  </a:moveTo>
                  <a:cubicBezTo>
                    <a:pt x="881" y="1312"/>
                    <a:pt x="881" y="1312"/>
                    <a:pt x="880" y="1312"/>
                  </a:cubicBezTo>
                  <a:cubicBezTo>
                    <a:pt x="880" y="1312"/>
                    <a:pt x="880" y="1312"/>
                    <a:pt x="880" y="1312"/>
                  </a:cubicBezTo>
                  <a:close/>
                  <a:moveTo>
                    <a:pt x="0" y="1287"/>
                  </a:moveTo>
                  <a:cubicBezTo>
                    <a:pt x="0" y="1288"/>
                    <a:pt x="0" y="1288"/>
                    <a:pt x="0" y="1288"/>
                  </a:cubicBezTo>
                  <a:lnTo>
                    <a:pt x="0" y="1287"/>
                  </a:lnTo>
                  <a:close/>
                  <a:moveTo>
                    <a:pt x="54" y="1288"/>
                  </a:moveTo>
                  <a:lnTo>
                    <a:pt x="54" y="1288"/>
                  </a:lnTo>
                  <a:cubicBezTo>
                    <a:pt x="54" y="1288"/>
                    <a:pt x="54" y="1287"/>
                    <a:pt x="54" y="128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13" name="Freeform 154">
              <a:extLst>
                <a:ext uri="{FF2B5EF4-FFF2-40B4-BE49-F238E27FC236}">
                  <a16:creationId xmlns:a16="http://schemas.microsoft.com/office/drawing/2014/main" id="{16F8072A-10EC-0968-AAD3-5BE4A96E92B2}"/>
                </a:ext>
              </a:extLst>
            </p:cNvPr>
            <p:cNvSpPr>
              <a:spLocks noEditPoints="1"/>
            </p:cNvSpPr>
            <p:nvPr userDrawn="1"/>
          </p:nvSpPr>
          <p:spPr bwMode="auto">
            <a:xfrm>
              <a:off x="9507538" y="4689476"/>
              <a:ext cx="87313" cy="358775"/>
            </a:xfrm>
            <a:custGeom>
              <a:avLst/>
              <a:gdLst>
                <a:gd name="T0" fmla="*/ 8 w 242"/>
                <a:gd name="T1" fmla="*/ 324 h 994"/>
                <a:gd name="T2" fmla="*/ 5 w 242"/>
                <a:gd name="T3" fmla="*/ 252 h 994"/>
                <a:gd name="T4" fmla="*/ 2 w 242"/>
                <a:gd name="T5" fmla="*/ 174 h 994"/>
                <a:gd name="T6" fmla="*/ 0 w 242"/>
                <a:gd name="T7" fmla="*/ 114 h 994"/>
                <a:gd name="T8" fmla="*/ 91 w 242"/>
                <a:gd name="T9" fmla="*/ 38 h 994"/>
                <a:gd name="T10" fmla="*/ 101 w 242"/>
                <a:gd name="T11" fmla="*/ 13 h 994"/>
                <a:gd name="T12" fmla="*/ 125 w 242"/>
                <a:gd name="T13" fmla="*/ 2 h 994"/>
                <a:gd name="T14" fmla="*/ 158 w 242"/>
                <a:gd name="T15" fmla="*/ 0 h 994"/>
                <a:gd name="T16" fmla="*/ 163 w 242"/>
                <a:gd name="T17" fmla="*/ 0 h 994"/>
                <a:gd name="T18" fmla="*/ 192 w 242"/>
                <a:gd name="T19" fmla="*/ 9 h 994"/>
                <a:gd name="T20" fmla="*/ 204 w 242"/>
                <a:gd name="T21" fmla="*/ 46 h 994"/>
                <a:gd name="T22" fmla="*/ 208 w 242"/>
                <a:gd name="T23" fmla="*/ 145 h 994"/>
                <a:gd name="T24" fmla="*/ 211 w 242"/>
                <a:gd name="T25" fmla="*/ 197 h 994"/>
                <a:gd name="T26" fmla="*/ 214 w 242"/>
                <a:gd name="T27" fmla="*/ 276 h 994"/>
                <a:gd name="T28" fmla="*/ 218 w 242"/>
                <a:gd name="T29" fmla="*/ 368 h 994"/>
                <a:gd name="T30" fmla="*/ 223 w 242"/>
                <a:gd name="T31" fmla="*/ 498 h 994"/>
                <a:gd name="T32" fmla="*/ 226 w 242"/>
                <a:gd name="T33" fmla="*/ 582 h 994"/>
                <a:gd name="T34" fmla="*/ 231 w 242"/>
                <a:gd name="T35" fmla="*/ 674 h 994"/>
                <a:gd name="T36" fmla="*/ 235 w 242"/>
                <a:gd name="T37" fmla="*/ 794 h 994"/>
                <a:gd name="T38" fmla="*/ 238 w 242"/>
                <a:gd name="T39" fmla="*/ 873 h 994"/>
                <a:gd name="T40" fmla="*/ 241 w 242"/>
                <a:gd name="T41" fmla="*/ 937 h 994"/>
                <a:gd name="T42" fmla="*/ 242 w 242"/>
                <a:gd name="T43" fmla="*/ 959 h 994"/>
                <a:gd name="T44" fmla="*/ 204 w 242"/>
                <a:gd name="T45" fmla="*/ 992 h 994"/>
                <a:gd name="T46" fmla="*/ 141 w 242"/>
                <a:gd name="T47" fmla="*/ 985 h 994"/>
                <a:gd name="T48" fmla="*/ 65 w 242"/>
                <a:gd name="T49" fmla="*/ 929 h 994"/>
                <a:gd name="T50" fmla="*/ 32 w 242"/>
                <a:gd name="T51" fmla="*/ 892 h 994"/>
                <a:gd name="T52" fmla="*/ 30 w 242"/>
                <a:gd name="T53" fmla="*/ 841 h 994"/>
                <a:gd name="T54" fmla="*/ 26 w 242"/>
                <a:gd name="T55" fmla="*/ 736 h 994"/>
                <a:gd name="T56" fmla="*/ 63 w 242"/>
                <a:gd name="T57" fmla="*/ 335 h 994"/>
                <a:gd name="T58" fmla="*/ 78 w 242"/>
                <a:gd name="T59" fmla="*/ 690 h 994"/>
                <a:gd name="T60" fmla="*/ 82 w 242"/>
                <a:gd name="T61" fmla="*/ 785 h 994"/>
                <a:gd name="T62" fmla="*/ 86 w 242"/>
                <a:gd name="T63" fmla="*/ 879 h 994"/>
                <a:gd name="T64" fmla="*/ 180 w 242"/>
                <a:gd name="T65" fmla="*/ 939 h 994"/>
                <a:gd name="T66" fmla="*/ 184 w 242"/>
                <a:gd name="T67" fmla="*/ 877 h 994"/>
                <a:gd name="T68" fmla="*/ 180 w 242"/>
                <a:gd name="T69" fmla="*/ 795 h 994"/>
                <a:gd name="T70" fmla="*/ 176 w 242"/>
                <a:gd name="T71" fmla="*/ 680 h 994"/>
                <a:gd name="T72" fmla="*/ 171 w 242"/>
                <a:gd name="T73" fmla="*/ 583 h 994"/>
                <a:gd name="T74" fmla="*/ 168 w 242"/>
                <a:gd name="T75" fmla="*/ 501 h 994"/>
                <a:gd name="T76" fmla="*/ 163 w 242"/>
                <a:gd name="T77" fmla="*/ 369 h 994"/>
                <a:gd name="T78" fmla="*/ 159 w 242"/>
                <a:gd name="T79" fmla="*/ 280 h 994"/>
                <a:gd name="T80" fmla="*/ 156 w 242"/>
                <a:gd name="T81" fmla="*/ 198 h 994"/>
                <a:gd name="T82" fmla="*/ 154 w 242"/>
                <a:gd name="T83" fmla="*/ 147 h 994"/>
                <a:gd name="T84" fmla="*/ 150 w 242"/>
                <a:gd name="T85" fmla="*/ 55 h 994"/>
                <a:gd name="T86" fmla="*/ 127 w 242"/>
                <a:gd name="T87" fmla="*/ 80 h 994"/>
                <a:gd name="T88" fmla="*/ 55 w 242"/>
                <a:gd name="T89" fmla="*/ 132 h 994"/>
                <a:gd name="T90" fmla="*/ 58 w 242"/>
                <a:gd name="T91" fmla="*/ 206 h 994"/>
                <a:gd name="T92" fmla="*/ 61 w 242"/>
                <a:gd name="T93" fmla="*/ 282 h 994"/>
                <a:gd name="T94" fmla="*/ 63 w 242"/>
                <a:gd name="T95" fmla="*/ 335 h 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2" h="994">
                  <a:moveTo>
                    <a:pt x="10" y="360"/>
                  </a:moveTo>
                  <a:cubicBezTo>
                    <a:pt x="9" y="352"/>
                    <a:pt x="9" y="344"/>
                    <a:pt x="9" y="336"/>
                  </a:cubicBezTo>
                  <a:cubicBezTo>
                    <a:pt x="9" y="332"/>
                    <a:pt x="9" y="329"/>
                    <a:pt x="8" y="324"/>
                  </a:cubicBezTo>
                  <a:cubicBezTo>
                    <a:pt x="7" y="311"/>
                    <a:pt x="7" y="297"/>
                    <a:pt x="7" y="283"/>
                  </a:cubicBezTo>
                  <a:lnTo>
                    <a:pt x="7" y="283"/>
                  </a:lnTo>
                  <a:cubicBezTo>
                    <a:pt x="6" y="273"/>
                    <a:pt x="6" y="263"/>
                    <a:pt x="5" y="252"/>
                  </a:cubicBezTo>
                  <a:lnTo>
                    <a:pt x="5" y="235"/>
                  </a:lnTo>
                  <a:cubicBezTo>
                    <a:pt x="5" y="227"/>
                    <a:pt x="4" y="219"/>
                    <a:pt x="4" y="211"/>
                  </a:cubicBezTo>
                  <a:cubicBezTo>
                    <a:pt x="2" y="199"/>
                    <a:pt x="2" y="186"/>
                    <a:pt x="2" y="174"/>
                  </a:cubicBezTo>
                  <a:cubicBezTo>
                    <a:pt x="2" y="162"/>
                    <a:pt x="2" y="150"/>
                    <a:pt x="0" y="138"/>
                  </a:cubicBezTo>
                  <a:cubicBezTo>
                    <a:pt x="0" y="132"/>
                    <a:pt x="0" y="127"/>
                    <a:pt x="0" y="121"/>
                  </a:cubicBezTo>
                  <a:lnTo>
                    <a:pt x="0" y="114"/>
                  </a:lnTo>
                  <a:cubicBezTo>
                    <a:pt x="0" y="107"/>
                    <a:pt x="1" y="100"/>
                    <a:pt x="5" y="94"/>
                  </a:cubicBezTo>
                  <a:cubicBezTo>
                    <a:pt x="8" y="88"/>
                    <a:pt x="13" y="83"/>
                    <a:pt x="20" y="79"/>
                  </a:cubicBezTo>
                  <a:lnTo>
                    <a:pt x="91" y="38"/>
                  </a:lnTo>
                  <a:lnTo>
                    <a:pt x="92" y="31"/>
                  </a:lnTo>
                  <a:cubicBezTo>
                    <a:pt x="93" y="25"/>
                    <a:pt x="96" y="19"/>
                    <a:pt x="100" y="14"/>
                  </a:cubicBezTo>
                  <a:lnTo>
                    <a:pt x="101" y="13"/>
                  </a:lnTo>
                  <a:cubicBezTo>
                    <a:pt x="106" y="8"/>
                    <a:pt x="111" y="5"/>
                    <a:pt x="117" y="3"/>
                  </a:cubicBezTo>
                  <a:lnTo>
                    <a:pt x="118" y="3"/>
                  </a:lnTo>
                  <a:cubicBezTo>
                    <a:pt x="120" y="3"/>
                    <a:pt x="121" y="2"/>
                    <a:pt x="125" y="2"/>
                  </a:cubicBezTo>
                  <a:lnTo>
                    <a:pt x="126" y="2"/>
                  </a:lnTo>
                  <a:cubicBezTo>
                    <a:pt x="130" y="2"/>
                    <a:pt x="134" y="1"/>
                    <a:pt x="139" y="1"/>
                  </a:cubicBezTo>
                  <a:cubicBezTo>
                    <a:pt x="145" y="0"/>
                    <a:pt x="151" y="0"/>
                    <a:pt x="158" y="0"/>
                  </a:cubicBezTo>
                  <a:lnTo>
                    <a:pt x="158" y="0"/>
                  </a:lnTo>
                  <a:lnTo>
                    <a:pt x="158" y="0"/>
                  </a:lnTo>
                  <a:lnTo>
                    <a:pt x="163" y="0"/>
                  </a:lnTo>
                  <a:lnTo>
                    <a:pt x="172" y="0"/>
                  </a:lnTo>
                  <a:cubicBezTo>
                    <a:pt x="179" y="1"/>
                    <a:pt x="185" y="4"/>
                    <a:pt x="191" y="8"/>
                  </a:cubicBezTo>
                  <a:lnTo>
                    <a:pt x="192" y="9"/>
                  </a:lnTo>
                  <a:cubicBezTo>
                    <a:pt x="198" y="15"/>
                    <a:pt x="202" y="22"/>
                    <a:pt x="203" y="31"/>
                  </a:cubicBezTo>
                  <a:lnTo>
                    <a:pt x="203" y="32"/>
                  </a:lnTo>
                  <a:cubicBezTo>
                    <a:pt x="204" y="37"/>
                    <a:pt x="204" y="41"/>
                    <a:pt x="204" y="46"/>
                  </a:cubicBezTo>
                  <a:lnTo>
                    <a:pt x="205" y="72"/>
                  </a:lnTo>
                  <a:cubicBezTo>
                    <a:pt x="206" y="87"/>
                    <a:pt x="206" y="103"/>
                    <a:pt x="207" y="120"/>
                  </a:cubicBezTo>
                  <a:cubicBezTo>
                    <a:pt x="208" y="128"/>
                    <a:pt x="208" y="136"/>
                    <a:pt x="208" y="145"/>
                  </a:cubicBezTo>
                  <a:cubicBezTo>
                    <a:pt x="209" y="153"/>
                    <a:pt x="209" y="162"/>
                    <a:pt x="210" y="172"/>
                  </a:cubicBezTo>
                  <a:lnTo>
                    <a:pt x="210" y="172"/>
                  </a:lnTo>
                  <a:cubicBezTo>
                    <a:pt x="210" y="179"/>
                    <a:pt x="211" y="188"/>
                    <a:pt x="211" y="197"/>
                  </a:cubicBezTo>
                  <a:cubicBezTo>
                    <a:pt x="211" y="203"/>
                    <a:pt x="211" y="210"/>
                    <a:pt x="212" y="219"/>
                  </a:cubicBezTo>
                  <a:cubicBezTo>
                    <a:pt x="213" y="228"/>
                    <a:pt x="213" y="239"/>
                    <a:pt x="213" y="250"/>
                  </a:cubicBezTo>
                  <a:cubicBezTo>
                    <a:pt x="213" y="258"/>
                    <a:pt x="213" y="267"/>
                    <a:pt x="214" y="276"/>
                  </a:cubicBezTo>
                  <a:cubicBezTo>
                    <a:pt x="215" y="286"/>
                    <a:pt x="215" y="297"/>
                    <a:pt x="215" y="307"/>
                  </a:cubicBezTo>
                  <a:cubicBezTo>
                    <a:pt x="215" y="317"/>
                    <a:pt x="215" y="327"/>
                    <a:pt x="216" y="338"/>
                  </a:cubicBezTo>
                  <a:cubicBezTo>
                    <a:pt x="217" y="347"/>
                    <a:pt x="217" y="358"/>
                    <a:pt x="218" y="368"/>
                  </a:cubicBezTo>
                  <a:cubicBezTo>
                    <a:pt x="218" y="380"/>
                    <a:pt x="218" y="391"/>
                    <a:pt x="219" y="402"/>
                  </a:cubicBezTo>
                  <a:cubicBezTo>
                    <a:pt x="221" y="413"/>
                    <a:pt x="220" y="426"/>
                    <a:pt x="221" y="437"/>
                  </a:cubicBezTo>
                  <a:cubicBezTo>
                    <a:pt x="221" y="457"/>
                    <a:pt x="222" y="477"/>
                    <a:pt x="223" y="498"/>
                  </a:cubicBezTo>
                  <a:cubicBezTo>
                    <a:pt x="223" y="506"/>
                    <a:pt x="224" y="516"/>
                    <a:pt x="224" y="526"/>
                  </a:cubicBezTo>
                  <a:cubicBezTo>
                    <a:pt x="224" y="536"/>
                    <a:pt x="224" y="546"/>
                    <a:pt x="225" y="558"/>
                  </a:cubicBezTo>
                  <a:cubicBezTo>
                    <a:pt x="226" y="565"/>
                    <a:pt x="226" y="573"/>
                    <a:pt x="226" y="582"/>
                  </a:cubicBezTo>
                  <a:cubicBezTo>
                    <a:pt x="226" y="590"/>
                    <a:pt x="227" y="599"/>
                    <a:pt x="227" y="607"/>
                  </a:cubicBezTo>
                  <a:cubicBezTo>
                    <a:pt x="228" y="618"/>
                    <a:pt x="229" y="629"/>
                    <a:pt x="229" y="640"/>
                  </a:cubicBezTo>
                  <a:cubicBezTo>
                    <a:pt x="229" y="652"/>
                    <a:pt x="229" y="663"/>
                    <a:pt x="231" y="674"/>
                  </a:cubicBezTo>
                  <a:cubicBezTo>
                    <a:pt x="232" y="684"/>
                    <a:pt x="231" y="695"/>
                    <a:pt x="232" y="705"/>
                  </a:cubicBezTo>
                  <a:cubicBezTo>
                    <a:pt x="232" y="724"/>
                    <a:pt x="233" y="743"/>
                    <a:pt x="234" y="763"/>
                  </a:cubicBezTo>
                  <a:cubicBezTo>
                    <a:pt x="234" y="772"/>
                    <a:pt x="235" y="783"/>
                    <a:pt x="235" y="794"/>
                  </a:cubicBezTo>
                  <a:cubicBezTo>
                    <a:pt x="235" y="804"/>
                    <a:pt x="235" y="814"/>
                    <a:pt x="236" y="826"/>
                  </a:cubicBezTo>
                  <a:cubicBezTo>
                    <a:pt x="237" y="832"/>
                    <a:pt x="237" y="841"/>
                    <a:pt x="237" y="849"/>
                  </a:cubicBezTo>
                  <a:cubicBezTo>
                    <a:pt x="237" y="856"/>
                    <a:pt x="238" y="864"/>
                    <a:pt x="238" y="873"/>
                  </a:cubicBezTo>
                  <a:cubicBezTo>
                    <a:pt x="239" y="886"/>
                    <a:pt x="240" y="901"/>
                    <a:pt x="240" y="916"/>
                  </a:cubicBezTo>
                  <a:lnTo>
                    <a:pt x="241" y="934"/>
                  </a:lnTo>
                  <a:lnTo>
                    <a:pt x="241" y="937"/>
                  </a:lnTo>
                  <a:cubicBezTo>
                    <a:pt x="241" y="939"/>
                    <a:pt x="241" y="940"/>
                    <a:pt x="242" y="944"/>
                  </a:cubicBezTo>
                  <a:lnTo>
                    <a:pt x="242" y="951"/>
                  </a:lnTo>
                  <a:cubicBezTo>
                    <a:pt x="242" y="954"/>
                    <a:pt x="242" y="957"/>
                    <a:pt x="242" y="959"/>
                  </a:cubicBezTo>
                  <a:cubicBezTo>
                    <a:pt x="241" y="967"/>
                    <a:pt x="238" y="975"/>
                    <a:pt x="233" y="980"/>
                  </a:cubicBezTo>
                  <a:cubicBezTo>
                    <a:pt x="228" y="986"/>
                    <a:pt x="221" y="990"/>
                    <a:pt x="213" y="991"/>
                  </a:cubicBezTo>
                  <a:lnTo>
                    <a:pt x="204" y="992"/>
                  </a:lnTo>
                  <a:cubicBezTo>
                    <a:pt x="191" y="994"/>
                    <a:pt x="179" y="994"/>
                    <a:pt x="167" y="994"/>
                  </a:cubicBezTo>
                  <a:lnTo>
                    <a:pt x="165" y="994"/>
                  </a:lnTo>
                  <a:cubicBezTo>
                    <a:pt x="155" y="993"/>
                    <a:pt x="148" y="991"/>
                    <a:pt x="141" y="985"/>
                  </a:cubicBezTo>
                  <a:cubicBezTo>
                    <a:pt x="135" y="980"/>
                    <a:pt x="132" y="974"/>
                    <a:pt x="130" y="966"/>
                  </a:cubicBezTo>
                  <a:lnTo>
                    <a:pt x="129" y="960"/>
                  </a:lnTo>
                  <a:lnTo>
                    <a:pt x="65" y="929"/>
                  </a:lnTo>
                  <a:cubicBezTo>
                    <a:pt x="60" y="927"/>
                    <a:pt x="56" y="925"/>
                    <a:pt x="51" y="923"/>
                  </a:cubicBezTo>
                  <a:cubicBezTo>
                    <a:pt x="46" y="920"/>
                    <a:pt x="42" y="916"/>
                    <a:pt x="39" y="911"/>
                  </a:cubicBezTo>
                  <a:cubicBezTo>
                    <a:pt x="35" y="906"/>
                    <a:pt x="33" y="900"/>
                    <a:pt x="32" y="892"/>
                  </a:cubicBezTo>
                  <a:lnTo>
                    <a:pt x="32" y="884"/>
                  </a:lnTo>
                  <a:cubicBezTo>
                    <a:pt x="31" y="880"/>
                    <a:pt x="31" y="876"/>
                    <a:pt x="31" y="870"/>
                  </a:cubicBezTo>
                  <a:lnTo>
                    <a:pt x="30" y="841"/>
                  </a:lnTo>
                  <a:cubicBezTo>
                    <a:pt x="29" y="824"/>
                    <a:pt x="29" y="807"/>
                    <a:pt x="28" y="789"/>
                  </a:cubicBezTo>
                  <a:cubicBezTo>
                    <a:pt x="27" y="779"/>
                    <a:pt x="27" y="768"/>
                    <a:pt x="26" y="756"/>
                  </a:cubicBezTo>
                  <a:lnTo>
                    <a:pt x="26" y="736"/>
                  </a:lnTo>
                  <a:cubicBezTo>
                    <a:pt x="25" y="723"/>
                    <a:pt x="24" y="708"/>
                    <a:pt x="23" y="693"/>
                  </a:cubicBezTo>
                  <a:cubicBezTo>
                    <a:pt x="17" y="582"/>
                    <a:pt x="14" y="471"/>
                    <a:pt x="10" y="360"/>
                  </a:cubicBezTo>
                  <a:close/>
                  <a:moveTo>
                    <a:pt x="63" y="335"/>
                  </a:moveTo>
                  <a:cubicBezTo>
                    <a:pt x="64" y="341"/>
                    <a:pt x="64" y="347"/>
                    <a:pt x="65" y="353"/>
                  </a:cubicBezTo>
                  <a:lnTo>
                    <a:pt x="65" y="356"/>
                  </a:lnTo>
                  <a:cubicBezTo>
                    <a:pt x="69" y="467"/>
                    <a:pt x="72" y="579"/>
                    <a:pt x="78" y="690"/>
                  </a:cubicBezTo>
                  <a:cubicBezTo>
                    <a:pt x="79" y="704"/>
                    <a:pt x="80" y="718"/>
                    <a:pt x="80" y="733"/>
                  </a:cubicBezTo>
                  <a:lnTo>
                    <a:pt x="81" y="755"/>
                  </a:lnTo>
                  <a:cubicBezTo>
                    <a:pt x="81" y="764"/>
                    <a:pt x="82" y="774"/>
                    <a:pt x="82" y="785"/>
                  </a:cubicBezTo>
                  <a:cubicBezTo>
                    <a:pt x="83" y="802"/>
                    <a:pt x="84" y="821"/>
                    <a:pt x="85" y="840"/>
                  </a:cubicBezTo>
                  <a:lnTo>
                    <a:pt x="85" y="868"/>
                  </a:lnTo>
                  <a:lnTo>
                    <a:pt x="86" y="879"/>
                  </a:lnTo>
                  <a:cubicBezTo>
                    <a:pt x="96" y="883"/>
                    <a:pt x="153" y="908"/>
                    <a:pt x="159" y="913"/>
                  </a:cubicBezTo>
                  <a:cubicBezTo>
                    <a:pt x="164" y="916"/>
                    <a:pt x="169" y="920"/>
                    <a:pt x="173" y="924"/>
                  </a:cubicBezTo>
                  <a:cubicBezTo>
                    <a:pt x="176" y="929"/>
                    <a:pt x="179" y="934"/>
                    <a:pt x="180" y="939"/>
                  </a:cubicBezTo>
                  <a:lnTo>
                    <a:pt x="186" y="939"/>
                  </a:lnTo>
                  <a:lnTo>
                    <a:pt x="185" y="917"/>
                  </a:lnTo>
                  <a:cubicBezTo>
                    <a:pt x="185" y="904"/>
                    <a:pt x="185" y="891"/>
                    <a:pt x="184" y="877"/>
                  </a:cubicBezTo>
                  <a:cubicBezTo>
                    <a:pt x="183" y="869"/>
                    <a:pt x="183" y="860"/>
                    <a:pt x="182" y="850"/>
                  </a:cubicBezTo>
                  <a:cubicBezTo>
                    <a:pt x="182" y="844"/>
                    <a:pt x="182" y="838"/>
                    <a:pt x="182" y="829"/>
                  </a:cubicBezTo>
                  <a:cubicBezTo>
                    <a:pt x="181" y="819"/>
                    <a:pt x="180" y="807"/>
                    <a:pt x="180" y="795"/>
                  </a:cubicBezTo>
                  <a:cubicBezTo>
                    <a:pt x="180" y="786"/>
                    <a:pt x="180" y="777"/>
                    <a:pt x="179" y="766"/>
                  </a:cubicBezTo>
                  <a:cubicBezTo>
                    <a:pt x="178" y="747"/>
                    <a:pt x="177" y="727"/>
                    <a:pt x="177" y="706"/>
                  </a:cubicBezTo>
                  <a:lnTo>
                    <a:pt x="176" y="680"/>
                  </a:lnTo>
                  <a:cubicBezTo>
                    <a:pt x="174" y="667"/>
                    <a:pt x="174" y="654"/>
                    <a:pt x="174" y="641"/>
                  </a:cubicBezTo>
                  <a:cubicBezTo>
                    <a:pt x="174" y="631"/>
                    <a:pt x="174" y="622"/>
                    <a:pt x="173" y="612"/>
                  </a:cubicBezTo>
                  <a:cubicBezTo>
                    <a:pt x="172" y="602"/>
                    <a:pt x="172" y="593"/>
                    <a:pt x="171" y="583"/>
                  </a:cubicBezTo>
                  <a:cubicBezTo>
                    <a:pt x="171" y="577"/>
                    <a:pt x="171" y="570"/>
                    <a:pt x="170" y="562"/>
                  </a:cubicBezTo>
                  <a:cubicBezTo>
                    <a:pt x="170" y="552"/>
                    <a:pt x="169" y="540"/>
                    <a:pt x="169" y="528"/>
                  </a:cubicBezTo>
                  <a:cubicBezTo>
                    <a:pt x="169" y="519"/>
                    <a:pt x="169" y="511"/>
                    <a:pt x="168" y="501"/>
                  </a:cubicBezTo>
                  <a:cubicBezTo>
                    <a:pt x="167" y="481"/>
                    <a:pt x="166" y="459"/>
                    <a:pt x="166" y="438"/>
                  </a:cubicBezTo>
                  <a:cubicBezTo>
                    <a:pt x="166" y="428"/>
                    <a:pt x="165" y="419"/>
                    <a:pt x="165" y="409"/>
                  </a:cubicBezTo>
                  <a:cubicBezTo>
                    <a:pt x="163" y="396"/>
                    <a:pt x="163" y="382"/>
                    <a:pt x="163" y="369"/>
                  </a:cubicBezTo>
                  <a:cubicBezTo>
                    <a:pt x="163" y="361"/>
                    <a:pt x="162" y="352"/>
                    <a:pt x="162" y="342"/>
                  </a:cubicBezTo>
                  <a:cubicBezTo>
                    <a:pt x="161" y="332"/>
                    <a:pt x="161" y="320"/>
                    <a:pt x="160" y="308"/>
                  </a:cubicBezTo>
                  <a:cubicBezTo>
                    <a:pt x="160" y="299"/>
                    <a:pt x="160" y="291"/>
                    <a:pt x="159" y="280"/>
                  </a:cubicBezTo>
                  <a:cubicBezTo>
                    <a:pt x="159" y="272"/>
                    <a:pt x="158" y="261"/>
                    <a:pt x="158" y="251"/>
                  </a:cubicBezTo>
                  <a:cubicBezTo>
                    <a:pt x="158" y="242"/>
                    <a:pt x="158" y="234"/>
                    <a:pt x="157" y="223"/>
                  </a:cubicBezTo>
                  <a:cubicBezTo>
                    <a:pt x="156" y="216"/>
                    <a:pt x="156" y="207"/>
                    <a:pt x="156" y="198"/>
                  </a:cubicBezTo>
                  <a:cubicBezTo>
                    <a:pt x="156" y="191"/>
                    <a:pt x="156" y="185"/>
                    <a:pt x="155" y="177"/>
                  </a:cubicBezTo>
                  <a:lnTo>
                    <a:pt x="155" y="176"/>
                  </a:lnTo>
                  <a:cubicBezTo>
                    <a:pt x="154" y="168"/>
                    <a:pt x="154" y="157"/>
                    <a:pt x="154" y="147"/>
                  </a:cubicBezTo>
                  <a:cubicBezTo>
                    <a:pt x="153" y="140"/>
                    <a:pt x="153" y="133"/>
                    <a:pt x="153" y="124"/>
                  </a:cubicBezTo>
                  <a:cubicBezTo>
                    <a:pt x="152" y="108"/>
                    <a:pt x="151" y="91"/>
                    <a:pt x="151" y="73"/>
                  </a:cubicBezTo>
                  <a:lnTo>
                    <a:pt x="150" y="55"/>
                  </a:lnTo>
                  <a:lnTo>
                    <a:pt x="144" y="56"/>
                  </a:lnTo>
                  <a:cubicBezTo>
                    <a:pt x="143" y="61"/>
                    <a:pt x="141" y="65"/>
                    <a:pt x="139" y="69"/>
                  </a:cubicBezTo>
                  <a:cubicBezTo>
                    <a:pt x="136" y="74"/>
                    <a:pt x="132" y="78"/>
                    <a:pt x="127" y="80"/>
                  </a:cubicBezTo>
                  <a:lnTo>
                    <a:pt x="121" y="84"/>
                  </a:lnTo>
                  <a:lnTo>
                    <a:pt x="54" y="122"/>
                  </a:lnTo>
                  <a:cubicBezTo>
                    <a:pt x="54" y="126"/>
                    <a:pt x="54" y="129"/>
                    <a:pt x="55" y="132"/>
                  </a:cubicBezTo>
                  <a:cubicBezTo>
                    <a:pt x="56" y="145"/>
                    <a:pt x="57" y="159"/>
                    <a:pt x="57" y="172"/>
                  </a:cubicBezTo>
                  <a:lnTo>
                    <a:pt x="57" y="173"/>
                  </a:lnTo>
                  <a:cubicBezTo>
                    <a:pt x="57" y="184"/>
                    <a:pt x="57" y="195"/>
                    <a:pt x="58" y="206"/>
                  </a:cubicBezTo>
                  <a:cubicBezTo>
                    <a:pt x="59" y="215"/>
                    <a:pt x="59" y="224"/>
                    <a:pt x="60" y="233"/>
                  </a:cubicBezTo>
                  <a:lnTo>
                    <a:pt x="60" y="249"/>
                  </a:lnTo>
                  <a:cubicBezTo>
                    <a:pt x="61" y="259"/>
                    <a:pt x="61" y="270"/>
                    <a:pt x="61" y="282"/>
                  </a:cubicBezTo>
                  <a:lnTo>
                    <a:pt x="61" y="282"/>
                  </a:lnTo>
                  <a:cubicBezTo>
                    <a:pt x="62" y="294"/>
                    <a:pt x="62" y="306"/>
                    <a:pt x="63" y="320"/>
                  </a:cubicBezTo>
                  <a:cubicBezTo>
                    <a:pt x="63" y="324"/>
                    <a:pt x="63" y="330"/>
                    <a:pt x="63" y="335"/>
                  </a:cubicBezTo>
                  <a:close/>
                  <a:moveTo>
                    <a:pt x="165" y="409"/>
                  </a:moveTo>
                  <a:lnTo>
                    <a:pt x="165" y="409"/>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214" name="Group 213">
            <a:extLst>
              <a:ext uri="{FF2B5EF4-FFF2-40B4-BE49-F238E27FC236}">
                <a16:creationId xmlns:a16="http://schemas.microsoft.com/office/drawing/2014/main" id="{D504E71C-5E2F-D882-9190-75B1CACAEB8E}"/>
              </a:ext>
            </a:extLst>
          </p:cNvPr>
          <p:cNvGrpSpPr/>
          <p:nvPr/>
        </p:nvGrpSpPr>
        <p:grpSpPr>
          <a:xfrm>
            <a:off x="6223001" y="5681664"/>
            <a:ext cx="495300" cy="498475"/>
            <a:chOff x="6223001" y="5681664"/>
            <a:chExt cx="495300" cy="498475"/>
          </a:xfrm>
        </p:grpSpPr>
        <p:sp>
          <p:nvSpPr>
            <p:cNvPr id="215" name="Freeform 155">
              <a:extLst>
                <a:ext uri="{FF2B5EF4-FFF2-40B4-BE49-F238E27FC236}">
                  <a16:creationId xmlns:a16="http://schemas.microsoft.com/office/drawing/2014/main" id="{64D27F7F-4588-A107-B605-B004664DA11E}"/>
                </a:ext>
              </a:extLst>
            </p:cNvPr>
            <p:cNvSpPr>
              <a:spLocks/>
            </p:cNvSpPr>
            <p:nvPr userDrawn="1"/>
          </p:nvSpPr>
          <p:spPr bwMode="auto">
            <a:xfrm>
              <a:off x="6223001" y="5843589"/>
              <a:ext cx="495300" cy="336550"/>
            </a:xfrm>
            <a:custGeom>
              <a:avLst/>
              <a:gdLst>
                <a:gd name="T0" fmla="*/ 1283 w 1370"/>
                <a:gd name="T1" fmla="*/ 286 h 932"/>
                <a:gd name="T2" fmla="*/ 1253 w 1370"/>
                <a:gd name="T3" fmla="*/ 358 h 932"/>
                <a:gd name="T4" fmla="*/ 1295 w 1370"/>
                <a:gd name="T5" fmla="*/ 332 h 932"/>
                <a:gd name="T6" fmla="*/ 1304 w 1370"/>
                <a:gd name="T7" fmla="*/ 386 h 932"/>
                <a:gd name="T8" fmla="*/ 1221 w 1370"/>
                <a:gd name="T9" fmla="*/ 395 h 932"/>
                <a:gd name="T10" fmla="*/ 937 w 1370"/>
                <a:gd name="T11" fmla="*/ 65 h 932"/>
                <a:gd name="T12" fmla="*/ 924 w 1370"/>
                <a:gd name="T13" fmla="*/ 111 h 932"/>
                <a:gd name="T14" fmla="*/ 1133 w 1370"/>
                <a:gd name="T15" fmla="*/ 637 h 932"/>
                <a:gd name="T16" fmla="*/ 946 w 1370"/>
                <a:gd name="T17" fmla="*/ 885 h 932"/>
                <a:gd name="T18" fmla="*/ 918 w 1370"/>
                <a:gd name="T19" fmla="*/ 812 h 932"/>
                <a:gd name="T20" fmla="*/ 905 w 1370"/>
                <a:gd name="T21" fmla="*/ 767 h 932"/>
                <a:gd name="T22" fmla="*/ 591 w 1370"/>
                <a:gd name="T23" fmla="*/ 779 h 932"/>
                <a:gd name="T24" fmla="*/ 531 w 1370"/>
                <a:gd name="T25" fmla="*/ 769 h 932"/>
                <a:gd name="T26" fmla="*/ 523 w 1370"/>
                <a:gd name="T27" fmla="*/ 815 h 932"/>
                <a:gd name="T28" fmla="*/ 505 w 1370"/>
                <a:gd name="T29" fmla="*/ 885 h 932"/>
                <a:gd name="T30" fmla="*/ 247 w 1370"/>
                <a:gd name="T31" fmla="*/ 702 h 932"/>
                <a:gd name="T32" fmla="*/ 69 w 1370"/>
                <a:gd name="T33" fmla="*/ 609 h 932"/>
                <a:gd name="T34" fmla="*/ 52 w 1370"/>
                <a:gd name="T35" fmla="*/ 434 h 932"/>
                <a:gd name="T36" fmla="*/ 286 w 1370"/>
                <a:gd name="T37" fmla="*/ 250 h 932"/>
                <a:gd name="T38" fmla="*/ 301 w 1370"/>
                <a:gd name="T39" fmla="*/ 236 h 932"/>
                <a:gd name="T40" fmla="*/ 302 w 1370"/>
                <a:gd name="T41" fmla="*/ 235 h 932"/>
                <a:gd name="T42" fmla="*/ 303 w 1370"/>
                <a:gd name="T43" fmla="*/ 233 h 932"/>
                <a:gd name="T44" fmla="*/ 304 w 1370"/>
                <a:gd name="T45" fmla="*/ 231 h 932"/>
                <a:gd name="T46" fmla="*/ 305 w 1370"/>
                <a:gd name="T47" fmla="*/ 229 h 932"/>
                <a:gd name="T48" fmla="*/ 306 w 1370"/>
                <a:gd name="T49" fmla="*/ 227 h 932"/>
                <a:gd name="T50" fmla="*/ 307 w 1370"/>
                <a:gd name="T51" fmla="*/ 225 h 932"/>
                <a:gd name="T52" fmla="*/ 307 w 1370"/>
                <a:gd name="T53" fmla="*/ 222 h 932"/>
                <a:gd name="T54" fmla="*/ 307 w 1370"/>
                <a:gd name="T55" fmla="*/ 220 h 932"/>
                <a:gd name="T56" fmla="*/ 307 w 1370"/>
                <a:gd name="T57" fmla="*/ 218 h 932"/>
                <a:gd name="T58" fmla="*/ 307 w 1370"/>
                <a:gd name="T59" fmla="*/ 216 h 932"/>
                <a:gd name="T60" fmla="*/ 306 w 1370"/>
                <a:gd name="T61" fmla="*/ 213 h 932"/>
                <a:gd name="T62" fmla="*/ 240 w 1370"/>
                <a:gd name="T63" fmla="*/ 71 h 932"/>
                <a:gd name="T64" fmla="*/ 418 w 1370"/>
                <a:gd name="T65" fmla="*/ 111 h 932"/>
                <a:gd name="T66" fmla="*/ 428 w 1370"/>
                <a:gd name="T67" fmla="*/ 155 h 932"/>
                <a:gd name="T68" fmla="*/ 512 w 1370"/>
                <a:gd name="T69" fmla="*/ 123 h 932"/>
                <a:gd name="T70" fmla="*/ 560 w 1370"/>
                <a:gd name="T71" fmla="*/ 110 h 932"/>
                <a:gd name="T72" fmla="*/ 550 w 1370"/>
                <a:gd name="T73" fmla="*/ 64 h 932"/>
                <a:gd name="T74" fmla="*/ 198 w 1370"/>
                <a:gd name="T75" fmla="*/ 30 h 932"/>
                <a:gd name="T76" fmla="*/ 182 w 1370"/>
                <a:gd name="T77" fmla="*/ 66 h 932"/>
                <a:gd name="T78" fmla="*/ 255 w 1370"/>
                <a:gd name="T79" fmla="*/ 215 h 932"/>
                <a:gd name="T80" fmla="*/ 42 w 1370"/>
                <a:gd name="T81" fmla="*/ 389 h 932"/>
                <a:gd name="T82" fmla="*/ 4 w 1370"/>
                <a:gd name="T83" fmla="*/ 449 h 932"/>
                <a:gd name="T84" fmla="*/ 43 w 1370"/>
                <a:gd name="T85" fmla="*/ 652 h 932"/>
                <a:gd name="T86" fmla="*/ 217 w 1370"/>
                <a:gd name="T87" fmla="*/ 737 h 932"/>
                <a:gd name="T88" fmla="*/ 456 w 1370"/>
                <a:gd name="T89" fmla="*/ 932 h 932"/>
                <a:gd name="T90" fmla="*/ 538 w 1370"/>
                <a:gd name="T91" fmla="*/ 920 h 932"/>
                <a:gd name="T92" fmla="*/ 720 w 1370"/>
                <a:gd name="T93" fmla="*/ 837 h 932"/>
                <a:gd name="T94" fmla="*/ 847 w 1370"/>
                <a:gd name="T95" fmla="*/ 827 h 932"/>
                <a:gd name="T96" fmla="*/ 934 w 1370"/>
                <a:gd name="T97" fmla="*/ 932 h 932"/>
                <a:gd name="T98" fmla="*/ 1025 w 1370"/>
                <a:gd name="T99" fmla="*/ 920 h 932"/>
                <a:gd name="T100" fmla="*/ 1174 w 1370"/>
                <a:gd name="T101" fmla="*/ 660 h 932"/>
                <a:gd name="T102" fmla="*/ 1225 w 1370"/>
                <a:gd name="T103" fmla="*/ 447 h 932"/>
                <a:gd name="T104" fmla="*/ 1337 w 1370"/>
                <a:gd name="T105" fmla="*/ 419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70" h="932">
                  <a:moveTo>
                    <a:pt x="1356" y="327"/>
                  </a:moveTo>
                  <a:cubicBezTo>
                    <a:pt x="1343" y="297"/>
                    <a:pt x="1314" y="281"/>
                    <a:pt x="1283" y="286"/>
                  </a:cubicBezTo>
                  <a:cubicBezTo>
                    <a:pt x="1255" y="290"/>
                    <a:pt x="1234" y="310"/>
                    <a:pt x="1232" y="333"/>
                  </a:cubicBezTo>
                  <a:cubicBezTo>
                    <a:pt x="1231" y="345"/>
                    <a:pt x="1241" y="357"/>
                    <a:pt x="1253" y="358"/>
                  </a:cubicBezTo>
                  <a:cubicBezTo>
                    <a:pt x="1266" y="359"/>
                    <a:pt x="1277" y="350"/>
                    <a:pt x="1279" y="338"/>
                  </a:cubicBezTo>
                  <a:cubicBezTo>
                    <a:pt x="1280" y="336"/>
                    <a:pt x="1286" y="332"/>
                    <a:pt x="1295" y="332"/>
                  </a:cubicBezTo>
                  <a:cubicBezTo>
                    <a:pt x="1303" y="332"/>
                    <a:pt x="1309" y="337"/>
                    <a:pt x="1313" y="345"/>
                  </a:cubicBezTo>
                  <a:cubicBezTo>
                    <a:pt x="1319" y="358"/>
                    <a:pt x="1312" y="378"/>
                    <a:pt x="1304" y="386"/>
                  </a:cubicBezTo>
                  <a:cubicBezTo>
                    <a:pt x="1280" y="411"/>
                    <a:pt x="1248" y="408"/>
                    <a:pt x="1226" y="397"/>
                  </a:cubicBezTo>
                  <a:cubicBezTo>
                    <a:pt x="1225" y="396"/>
                    <a:pt x="1223" y="396"/>
                    <a:pt x="1221" y="395"/>
                  </a:cubicBezTo>
                  <a:cubicBezTo>
                    <a:pt x="1212" y="325"/>
                    <a:pt x="1186" y="259"/>
                    <a:pt x="1144" y="204"/>
                  </a:cubicBezTo>
                  <a:cubicBezTo>
                    <a:pt x="1090" y="134"/>
                    <a:pt x="1022" y="89"/>
                    <a:pt x="937" y="65"/>
                  </a:cubicBezTo>
                  <a:cubicBezTo>
                    <a:pt x="924" y="62"/>
                    <a:pt x="911" y="69"/>
                    <a:pt x="908" y="82"/>
                  </a:cubicBezTo>
                  <a:cubicBezTo>
                    <a:pt x="905" y="94"/>
                    <a:pt x="912" y="107"/>
                    <a:pt x="924" y="111"/>
                  </a:cubicBezTo>
                  <a:cubicBezTo>
                    <a:pt x="1000" y="131"/>
                    <a:pt x="1059" y="171"/>
                    <a:pt x="1107" y="233"/>
                  </a:cubicBezTo>
                  <a:cubicBezTo>
                    <a:pt x="1191" y="342"/>
                    <a:pt x="1202" y="508"/>
                    <a:pt x="1133" y="637"/>
                  </a:cubicBezTo>
                  <a:lnTo>
                    <a:pt x="991" y="885"/>
                  </a:lnTo>
                  <a:lnTo>
                    <a:pt x="946" y="885"/>
                  </a:lnTo>
                  <a:lnTo>
                    <a:pt x="897" y="817"/>
                  </a:lnTo>
                  <a:cubicBezTo>
                    <a:pt x="904" y="815"/>
                    <a:pt x="911" y="814"/>
                    <a:pt x="918" y="812"/>
                  </a:cubicBezTo>
                  <a:cubicBezTo>
                    <a:pt x="931" y="808"/>
                    <a:pt x="938" y="795"/>
                    <a:pt x="934" y="782"/>
                  </a:cubicBezTo>
                  <a:cubicBezTo>
                    <a:pt x="930" y="770"/>
                    <a:pt x="917" y="763"/>
                    <a:pt x="905" y="767"/>
                  </a:cubicBezTo>
                  <a:cubicBezTo>
                    <a:pt x="881" y="774"/>
                    <a:pt x="856" y="779"/>
                    <a:pt x="830" y="782"/>
                  </a:cubicBezTo>
                  <a:cubicBezTo>
                    <a:pt x="739" y="795"/>
                    <a:pt x="673" y="792"/>
                    <a:pt x="591" y="779"/>
                  </a:cubicBezTo>
                  <a:cubicBezTo>
                    <a:pt x="588" y="778"/>
                    <a:pt x="585" y="778"/>
                    <a:pt x="581" y="778"/>
                  </a:cubicBezTo>
                  <a:cubicBezTo>
                    <a:pt x="565" y="775"/>
                    <a:pt x="549" y="772"/>
                    <a:pt x="531" y="769"/>
                  </a:cubicBezTo>
                  <a:cubicBezTo>
                    <a:pt x="519" y="767"/>
                    <a:pt x="506" y="775"/>
                    <a:pt x="504" y="788"/>
                  </a:cubicBezTo>
                  <a:cubicBezTo>
                    <a:pt x="502" y="800"/>
                    <a:pt x="510" y="813"/>
                    <a:pt x="523" y="815"/>
                  </a:cubicBezTo>
                  <a:cubicBezTo>
                    <a:pt x="530" y="816"/>
                    <a:pt x="537" y="818"/>
                    <a:pt x="545" y="819"/>
                  </a:cubicBezTo>
                  <a:lnTo>
                    <a:pt x="505" y="885"/>
                  </a:lnTo>
                  <a:lnTo>
                    <a:pt x="465" y="885"/>
                  </a:lnTo>
                  <a:lnTo>
                    <a:pt x="247" y="702"/>
                  </a:lnTo>
                  <a:cubicBezTo>
                    <a:pt x="147" y="617"/>
                    <a:pt x="92" y="611"/>
                    <a:pt x="70" y="614"/>
                  </a:cubicBezTo>
                  <a:cubicBezTo>
                    <a:pt x="70" y="613"/>
                    <a:pt x="69" y="611"/>
                    <a:pt x="69" y="609"/>
                  </a:cubicBezTo>
                  <a:lnTo>
                    <a:pt x="50" y="444"/>
                  </a:lnTo>
                  <a:cubicBezTo>
                    <a:pt x="50" y="439"/>
                    <a:pt x="51" y="436"/>
                    <a:pt x="52" y="434"/>
                  </a:cubicBezTo>
                  <a:cubicBezTo>
                    <a:pt x="104" y="426"/>
                    <a:pt x="165" y="401"/>
                    <a:pt x="257" y="280"/>
                  </a:cubicBezTo>
                  <a:cubicBezTo>
                    <a:pt x="270" y="264"/>
                    <a:pt x="278" y="257"/>
                    <a:pt x="286" y="250"/>
                  </a:cubicBezTo>
                  <a:cubicBezTo>
                    <a:pt x="291" y="245"/>
                    <a:pt x="296" y="241"/>
                    <a:pt x="301" y="236"/>
                  </a:cubicBezTo>
                  <a:cubicBezTo>
                    <a:pt x="301" y="236"/>
                    <a:pt x="301" y="236"/>
                    <a:pt x="301" y="236"/>
                  </a:cubicBezTo>
                  <a:cubicBezTo>
                    <a:pt x="301" y="236"/>
                    <a:pt x="301" y="235"/>
                    <a:pt x="301" y="235"/>
                  </a:cubicBezTo>
                  <a:cubicBezTo>
                    <a:pt x="301" y="235"/>
                    <a:pt x="301" y="235"/>
                    <a:pt x="302" y="235"/>
                  </a:cubicBezTo>
                  <a:cubicBezTo>
                    <a:pt x="302" y="234"/>
                    <a:pt x="302" y="234"/>
                    <a:pt x="302" y="234"/>
                  </a:cubicBezTo>
                  <a:cubicBezTo>
                    <a:pt x="303" y="233"/>
                    <a:pt x="303" y="233"/>
                    <a:pt x="303" y="233"/>
                  </a:cubicBezTo>
                  <a:cubicBezTo>
                    <a:pt x="303" y="233"/>
                    <a:pt x="303" y="232"/>
                    <a:pt x="304" y="232"/>
                  </a:cubicBezTo>
                  <a:cubicBezTo>
                    <a:pt x="304" y="232"/>
                    <a:pt x="304" y="231"/>
                    <a:pt x="304" y="231"/>
                  </a:cubicBezTo>
                  <a:cubicBezTo>
                    <a:pt x="304" y="231"/>
                    <a:pt x="305" y="230"/>
                    <a:pt x="305" y="230"/>
                  </a:cubicBezTo>
                  <a:cubicBezTo>
                    <a:pt x="305" y="230"/>
                    <a:pt x="305" y="229"/>
                    <a:pt x="305" y="229"/>
                  </a:cubicBezTo>
                  <a:cubicBezTo>
                    <a:pt x="305" y="229"/>
                    <a:pt x="306" y="228"/>
                    <a:pt x="306" y="228"/>
                  </a:cubicBezTo>
                  <a:cubicBezTo>
                    <a:pt x="306" y="228"/>
                    <a:pt x="306" y="227"/>
                    <a:pt x="306" y="227"/>
                  </a:cubicBezTo>
                  <a:cubicBezTo>
                    <a:pt x="306" y="226"/>
                    <a:pt x="306" y="226"/>
                    <a:pt x="306" y="226"/>
                  </a:cubicBezTo>
                  <a:cubicBezTo>
                    <a:pt x="307" y="225"/>
                    <a:pt x="307" y="225"/>
                    <a:pt x="307" y="225"/>
                  </a:cubicBezTo>
                  <a:cubicBezTo>
                    <a:pt x="307" y="224"/>
                    <a:pt x="307" y="224"/>
                    <a:pt x="307" y="223"/>
                  </a:cubicBezTo>
                  <a:cubicBezTo>
                    <a:pt x="307" y="223"/>
                    <a:pt x="307" y="223"/>
                    <a:pt x="307" y="222"/>
                  </a:cubicBezTo>
                  <a:cubicBezTo>
                    <a:pt x="307" y="222"/>
                    <a:pt x="307" y="222"/>
                    <a:pt x="307" y="221"/>
                  </a:cubicBezTo>
                  <a:cubicBezTo>
                    <a:pt x="307" y="221"/>
                    <a:pt x="307" y="221"/>
                    <a:pt x="307" y="220"/>
                  </a:cubicBezTo>
                  <a:cubicBezTo>
                    <a:pt x="307" y="220"/>
                    <a:pt x="307" y="219"/>
                    <a:pt x="307" y="219"/>
                  </a:cubicBezTo>
                  <a:cubicBezTo>
                    <a:pt x="307" y="219"/>
                    <a:pt x="307" y="218"/>
                    <a:pt x="307" y="218"/>
                  </a:cubicBezTo>
                  <a:cubicBezTo>
                    <a:pt x="307" y="218"/>
                    <a:pt x="307" y="217"/>
                    <a:pt x="307" y="217"/>
                  </a:cubicBezTo>
                  <a:cubicBezTo>
                    <a:pt x="307" y="216"/>
                    <a:pt x="307" y="216"/>
                    <a:pt x="307" y="216"/>
                  </a:cubicBezTo>
                  <a:cubicBezTo>
                    <a:pt x="307" y="215"/>
                    <a:pt x="307" y="215"/>
                    <a:pt x="307" y="214"/>
                  </a:cubicBezTo>
                  <a:cubicBezTo>
                    <a:pt x="307" y="214"/>
                    <a:pt x="307" y="214"/>
                    <a:pt x="306" y="213"/>
                  </a:cubicBezTo>
                  <a:cubicBezTo>
                    <a:pt x="306" y="213"/>
                    <a:pt x="306" y="213"/>
                    <a:pt x="306" y="213"/>
                  </a:cubicBezTo>
                  <a:cubicBezTo>
                    <a:pt x="305" y="210"/>
                    <a:pt x="288" y="153"/>
                    <a:pt x="240" y="71"/>
                  </a:cubicBezTo>
                  <a:cubicBezTo>
                    <a:pt x="331" y="61"/>
                    <a:pt x="403" y="80"/>
                    <a:pt x="447" y="97"/>
                  </a:cubicBezTo>
                  <a:cubicBezTo>
                    <a:pt x="437" y="101"/>
                    <a:pt x="427" y="106"/>
                    <a:pt x="418" y="111"/>
                  </a:cubicBezTo>
                  <a:cubicBezTo>
                    <a:pt x="406" y="116"/>
                    <a:pt x="401" y="130"/>
                    <a:pt x="407" y="142"/>
                  </a:cubicBezTo>
                  <a:cubicBezTo>
                    <a:pt x="411" y="150"/>
                    <a:pt x="419" y="155"/>
                    <a:pt x="428" y="155"/>
                  </a:cubicBezTo>
                  <a:cubicBezTo>
                    <a:pt x="432" y="155"/>
                    <a:pt x="435" y="154"/>
                    <a:pt x="439" y="153"/>
                  </a:cubicBezTo>
                  <a:cubicBezTo>
                    <a:pt x="462" y="141"/>
                    <a:pt x="486" y="131"/>
                    <a:pt x="512" y="123"/>
                  </a:cubicBezTo>
                  <a:cubicBezTo>
                    <a:pt x="512" y="123"/>
                    <a:pt x="512" y="123"/>
                    <a:pt x="512" y="123"/>
                  </a:cubicBezTo>
                  <a:cubicBezTo>
                    <a:pt x="528" y="118"/>
                    <a:pt x="543" y="114"/>
                    <a:pt x="560" y="110"/>
                  </a:cubicBezTo>
                  <a:cubicBezTo>
                    <a:pt x="573" y="107"/>
                    <a:pt x="580" y="94"/>
                    <a:pt x="578" y="82"/>
                  </a:cubicBezTo>
                  <a:cubicBezTo>
                    <a:pt x="575" y="69"/>
                    <a:pt x="562" y="61"/>
                    <a:pt x="550" y="64"/>
                  </a:cubicBezTo>
                  <a:cubicBezTo>
                    <a:pt x="536" y="67"/>
                    <a:pt x="522" y="71"/>
                    <a:pt x="509" y="75"/>
                  </a:cubicBezTo>
                  <a:cubicBezTo>
                    <a:pt x="475" y="56"/>
                    <a:pt x="360" y="0"/>
                    <a:pt x="198" y="30"/>
                  </a:cubicBezTo>
                  <a:cubicBezTo>
                    <a:pt x="190" y="31"/>
                    <a:pt x="184" y="37"/>
                    <a:pt x="180" y="44"/>
                  </a:cubicBezTo>
                  <a:cubicBezTo>
                    <a:pt x="177" y="51"/>
                    <a:pt x="178" y="59"/>
                    <a:pt x="182" y="66"/>
                  </a:cubicBezTo>
                  <a:cubicBezTo>
                    <a:pt x="225" y="134"/>
                    <a:pt x="248" y="189"/>
                    <a:pt x="257" y="213"/>
                  </a:cubicBezTo>
                  <a:cubicBezTo>
                    <a:pt x="256" y="214"/>
                    <a:pt x="256" y="214"/>
                    <a:pt x="255" y="215"/>
                  </a:cubicBezTo>
                  <a:cubicBezTo>
                    <a:pt x="246" y="222"/>
                    <a:pt x="236" y="232"/>
                    <a:pt x="220" y="251"/>
                  </a:cubicBezTo>
                  <a:cubicBezTo>
                    <a:pt x="136" y="361"/>
                    <a:pt x="85" y="382"/>
                    <a:pt x="42" y="389"/>
                  </a:cubicBezTo>
                  <a:cubicBezTo>
                    <a:pt x="42" y="389"/>
                    <a:pt x="41" y="389"/>
                    <a:pt x="41" y="389"/>
                  </a:cubicBezTo>
                  <a:cubicBezTo>
                    <a:pt x="17" y="394"/>
                    <a:pt x="0" y="420"/>
                    <a:pt x="4" y="449"/>
                  </a:cubicBezTo>
                  <a:lnTo>
                    <a:pt x="22" y="614"/>
                  </a:lnTo>
                  <a:cubicBezTo>
                    <a:pt x="24" y="630"/>
                    <a:pt x="31" y="644"/>
                    <a:pt x="43" y="652"/>
                  </a:cubicBezTo>
                  <a:cubicBezTo>
                    <a:pt x="52" y="659"/>
                    <a:pt x="64" y="662"/>
                    <a:pt x="75" y="660"/>
                  </a:cubicBezTo>
                  <a:cubicBezTo>
                    <a:pt x="75" y="660"/>
                    <a:pt x="118" y="654"/>
                    <a:pt x="217" y="737"/>
                  </a:cubicBezTo>
                  <a:lnTo>
                    <a:pt x="441" y="926"/>
                  </a:lnTo>
                  <a:cubicBezTo>
                    <a:pt x="445" y="930"/>
                    <a:pt x="451" y="932"/>
                    <a:pt x="456" y="932"/>
                  </a:cubicBezTo>
                  <a:lnTo>
                    <a:pt x="518" y="932"/>
                  </a:lnTo>
                  <a:cubicBezTo>
                    <a:pt x="526" y="932"/>
                    <a:pt x="534" y="927"/>
                    <a:pt x="538" y="920"/>
                  </a:cubicBezTo>
                  <a:lnTo>
                    <a:pt x="594" y="827"/>
                  </a:lnTo>
                  <a:cubicBezTo>
                    <a:pt x="638" y="834"/>
                    <a:pt x="678" y="837"/>
                    <a:pt x="720" y="837"/>
                  </a:cubicBezTo>
                  <a:cubicBezTo>
                    <a:pt x="756" y="837"/>
                    <a:pt x="794" y="835"/>
                    <a:pt x="837" y="829"/>
                  </a:cubicBezTo>
                  <a:cubicBezTo>
                    <a:pt x="840" y="828"/>
                    <a:pt x="843" y="828"/>
                    <a:pt x="847" y="827"/>
                  </a:cubicBezTo>
                  <a:lnTo>
                    <a:pt x="914" y="922"/>
                  </a:lnTo>
                  <a:cubicBezTo>
                    <a:pt x="919" y="928"/>
                    <a:pt x="926" y="932"/>
                    <a:pt x="934" y="932"/>
                  </a:cubicBezTo>
                  <a:lnTo>
                    <a:pt x="1005" y="932"/>
                  </a:lnTo>
                  <a:cubicBezTo>
                    <a:pt x="1013" y="932"/>
                    <a:pt x="1021" y="927"/>
                    <a:pt x="1025" y="920"/>
                  </a:cubicBezTo>
                  <a:lnTo>
                    <a:pt x="1174" y="660"/>
                  </a:lnTo>
                  <a:cubicBezTo>
                    <a:pt x="1174" y="660"/>
                    <a:pt x="1174" y="660"/>
                    <a:pt x="1174" y="660"/>
                  </a:cubicBezTo>
                  <a:cubicBezTo>
                    <a:pt x="1174" y="660"/>
                    <a:pt x="1174" y="660"/>
                    <a:pt x="1174" y="660"/>
                  </a:cubicBezTo>
                  <a:cubicBezTo>
                    <a:pt x="1209" y="594"/>
                    <a:pt x="1226" y="520"/>
                    <a:pt x="1225" y="447"/>
                  </a:cubicBezTo>
                  <a:cubicBezTo>
                    <a:pt x="1236" y="450"/>
                    <a:pt x="1248" y="452"/>
                    <a:pt x="1259" y="452"/>
                  </a:cubicBezTo>
                  <a:cubicBezTo>
                    <a:pt x="1288" y="452"/>
                    <a:pt x="1316" y="441"/>
                    <a:pt x="1337" y="419"/>
                  </a:cubicBezTo>
                  <a:cubicBezTo>
                    <a:pt x="1357" y="399"/>
                    <a:pt x="1370" y="358"/>
                    <a:pt x="1356" y="32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16" name="Freeform 156">
              <a:extLst>
                <a:ext uri="{FF2B5EF4-FFF2-40B4-BE49-F238E27FC236}">
                  <a16:creationId xmlns:a16="http://schemas.microsoft.com/office/drawing/2014/main" id="{568FA728-F5D8-DBEC-9A8B-DEDD0ED24D68}"/>
                </a:ext>
              </a:extLst>
            </p:cNvPr>
            <p:cNvSpPr>
              <a:spLocks/>
            </p:cNvSpPr>
            <p:nvPr userDrawn="1"/>
          </p:nvSpPr>
          <p:spPr bwMode="auto">
            <a:xfrm>
              <a:off x="6426201" y="5897564"/>
              <a:ext cx="131763" cy="31750"/>
            </a:xfrm>
            <a:custGeom>
              <a:avLst/>
              <a:gdLst>
                <a:gd name="T0" fmla="*/ 20 w 368"/>
                <a:gd name="T1" fmla="*/ 42 h 90"/>
                <a:gd name="T2" fmla="*/ 3 w 368"/>
                <a:gd name="T3" fmla="*/ 71 h 90"/>
                <a:gd name="T4" fmla="*/ 32 w 368"/>
                <a:gd name="T5" fmla="*/ 87 h 90"/>
                <a:gd name="T6" fmla="*/ 337 w 368"/>
                <a:gd name="T7" fmla="*/ 87 h 90"/>
                <a:gd name="T8" fmla="*/ 342 w 368"/>
                <a:gd name="T9" fmla="*/ 88 h 90"/>
                <a:gd name="T10" fmla="*/ 365 w 368"/>
                <a:gd name="T11" fmla="*/ 70 h 90"/>
                <a:gd name="T12" fmla="*/ 348 w 368"/>
                <a:gd name="T13" fmla="*/ 42 h 90"/>
                <a:gd name="T14" fmla="*/ 20 w 368"/>
                <a:gd name="T15" fmla="*/ 42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8" h="90">
                  <a:moveTo>
                    <a:pt x="20" y="42"/>
                  </a:moveTo>
                  <a:cubicBezTo>
                    <a:pt x="7" y="45"/>
                    <a:pt x="0" y="58"/>
                    <a:pt x="3" y="71"/>
                  </a:cubicBezTo>
                  <a:cubicBezTo>
                    <a:pt x="6" y="83"/>
                    <a:pt x="19" y="90"/>
                    <a:pt x="32" y="87"/>
                  </a:cubicBezTo>
                  <a:cubicBezTo>
                    <a:pt x="33" y="87"/>
                    <a:pt x="178" y="48"/>
                    <a:pt x="337" y="87"/>
                  </a:cubicBezTo>
                  <a:cubicBezTo>
                    <a:pt x="339" y="88"/>
                    <a:pt x="341" y="88"/>
                    <a:pt x="342" y="88"/>
                  </a:cubicBezTo>
                  <a:cubicBezTo>
                    <a:pt x="353" y="88"/>
                    <a:pt x="363" y="81"/>
                    <a:pt x="365" y="70"/>
                  </a:cubicBezTo>
                  <a:cubicBezTo>
                    <a:pt x="368" y="57"/>
                    <a:pt x="361" y="45"/>
                    <a:pt x="348" y="42"/>
                  </a:cubicBezTo>
                  <a:cubicBezTo>
                    <a:pt x="177" y="0"/>
                    <a:pt x="26" y="40"/>
                    <a:pt x="20" y="42"/>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17" name="Freeform 157">
              <a:extLst>
                <a:ext uri="{FF2B5EF4-FFF2-40B4-BE49-F238E27FC236}">
                  <a16:creationId xmlns:a16="http://schemas.microsoft.com/office/drawing/2014/main" id="{175FC530-ACB2-543F-2AEE-F723D5FBE911}"/>
                </a:ext>
              </a:extLst>
            </p:cNvPr>
            <p:cNvSpPr>
              <a:spLocks noEditPoints="1"/>
            </p:cNvSpPr>
            <p:nvPr userDrawn="1"/>
          </p:nvSpPr>
          <p:spPr bwMode="auto">
            <a:xfrm>
              <a:off x="6426201" y="5743576"/>
              <a:ext cx="131763" cy="131763"/>
            </a:xfrm>
            <a:custGeom>
              <a:avLst/>
              <a:gdLst>
                <a:gd name="T0" fmla="*/ 182 w 364"/>
                <a:gd name="T1" fmla="*/ 47 h 364"/>
                <a:gd name="T2" fmla="*/ 317 w 364"/>
                <a:gd name="T3" fmla="*/ 182 h 364"/>
                <a:gd name="T4" fmla="*/ 182 w 364"/>
                <a:gd name="T5" fmla="*/ 317 h 364"/>
                <a:gd name="T6" fmla="*/ 47 w 364"/>
                <a:gd name="T7" fmla="*/ 182 h 364"/>
                <a:gd name="T8" fmla="*/ 182 w 364"/>
                <a:gd name="T9" fmla="*/ 47 h 364"/>
                <a:gd name="T10" fmla="*/ 182 w 364"/>
                <a:gd name="T11" fmla="*/ 364 h 364"/>
                <a:gd name="T12" fmla="*/ 364 w 364"/>
                <a:gd name="T13" fmla="*/ 182 h 364"/>
                <a:gd name="T14" fmla="*/ 182 w 364"/>
                <a:gd name="T15" fmla="*/ 0 h 364"/>
                <a:gd name="T16" fmla="*/ 0 w 364"/>
                <a:gd name="T17" fmla="*/ 182 h 364"/>
                <a:gd name="T18" fmla="*/ 182 w 364"/>
                <a:gd name="T19" fmla="*/ 36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4" h="364">
                  <a:moveTo>
                    <a:pt x="182" y="47"/>
                  </a:moveTo>
                  <a:cubicBezTo>
                    <a:pt x="257" y="47"/>
                    <a:pt x="317" y="108"/>
                    <a:pt x="317" y="182"/>
                  </a:cubicBezTo>
                  <a:cubicBezTo>
                    <a:pt x="317" y="257"/>
                    <a:pt x="257" y="317"/>
                    <a:pt x="182" y="317"/>
                  </a:cubicBezTo>
                  <a:cubicBezTo>
                    <a:pt x="108" y="317"/>
                    <a:pt x="47" y="257"/>
                    <a:pt x="47" y="182"/>
                  </a:cubicBezTo>
                  <a:cubicBezTo>
                    <a:pt x="47" y="108"/>
                    <a:pt x="108" y="47"/>
                    <a:pt x="182" y="47"/>
                  </a:cubicBezTo>
                  <a:close/>
                  <a:moveTo>
                    <a:pt x="182" y="364"/>
                  </a:moveTo>
                  <a:cubicBezTo>
                    <a:pt x="282" y="364"/>
                    <a:pt x="364" y="283"/>
                    <a:pt x="364" y="182"/>
                  </a:cubicBezTo>
                  <a:cubicBezTo>
                    <a:pt x="364" y="82"/>
                    <a:pt x="282" y="0"/>
                    <a:pt x="182" y="0"/>
                  </a:cubicBezTo>
                  <a:cubicBezTo>
                    <a:pt x="82" y="0"/>
                    <a:pt x="0" y="82"/>
                    <a:pt x="0" y="182"/>
                  </a:cubicBezTo>
                  <a:cubicBezTo>
                    <a:pt x="0" y="283"/>
                    <a:pt x="82" y="364"/>
                    <a:pt x="182" y="364"/>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18" name="Freeform 158">
              <a:extLst>
                <a:ext uri="{FF2B5EF4-FFF2-40B4-BE49-F238E27FC236}">
                  <a16:creationId xmlns:a16="http://schemas.microsoft.com/office/drawing/2014/main" id="{26F9D7DE-06BC-915B-59BB-3551196A2864}"/>
                </a:ext>
              </a:extLst>
            </p:cNvPr>
            <p:cNvSpPr>
              <a:spLocks/>
            </p:cNvSpPr>
            <p:nvPr userDrawn="1"/>
          </p:nvSpPr>
          <p:spPr bwMode="auto">
            <a:xfrm>
              <a:off x="6462713" y="5689601"/>
              <a:ext cx="15875" cy="65088"/>
            </a:xfrm>
            <a:custGeom>
              <a:avLst/>
              <a:gdLst>
                <a:gd name="T0" fmla="*/ 22 w 42"/>
                <a:gd name="T1" fmla="*/ 179 h 179"/>
                <a:gd name="T2" fmla="*/ 23 w 42"/>
                <a:gd name="T3" fmla="*/ 179 h 179"/>
                <a:gd name="T4" fmla="*/ 42 w 42"/>
                <a:gd name="T5" fmla="*/ 159 h 179"/>
                <a:gd name="T6" fmla="*/ 39 w 42"/>
                <a:gd name="T7" fmla="*/ 19 h 179"/>
                <a:gd name="T8" fmla="*/ 19 w 42"/>
                <a:gd name="T9" fmla="*/ 0 h 179"/>
                <a:gd name="T10" fmla="*/ 0 w 42"/>
                <a:gd name="T11" fmla="*/ 20 h 179"/>
                <a:gd name="T12" fmla="*/ 3 w 42"/>
                <a:gd name="T13" fmla="*/ 160 h 179"/>
                <a:gd name="T14" fmla="*/ 22 w 42"/>
                <a:gd name="T15" fmla="*/ 179 h 1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179">
                  <a:moveTo>
                    <a:pt x="22" y="179"/>
                  </a:moveTo>
                  <a:cubicBezTo>
                    <a:pt x="23" y="179"/>
                    <a:pt x="23" y="179"/>
                    <a:pt x="23" y="179"/>
                  </a:cubicBezTo>
                  <a:cubicBezTo>
                    <a:pt x="34" y="179"/>
                    <a:pt x="42" y="170"/>
                    <a:pt x="42" y="159"/>
                  </a:cubicBezTo>
                  <a:lnTo>
                    <a:pt x="39" y="19"/>
                  </a:lnTo>
                  <a:cubicBezTo>
                    <a:pt x="39" y="8"/>
                    <a:pt x="30" y="0"/>
                    <a:pt x="19" y="0"/>
                  </a:cubicBezTo>
                  <a:cubicBezTo>
                    <a:pt x="8" y="0"/>
                    <a:pt x="0" y="9"/>
                    <a:pt x="0" y="20"/>
                  </a:cubicBezTo>
                  <a:lnTo>
                    <a:pt x="3" y="160"/>
                  </a:lnTo>
                  <a:cubicBezTo>
                    <a:pt x="3" y="171"/>
                    <a:pt x="12" y="179"/>
                    <a:pt x="22" y="179"/>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19" name="Freeform 159">
              <a:extLst>
                <a:ext uri="{FF2B5EF4-FFF2-40B4-BE49-F238E27FC236}">
                  <a16:creationId xmlns:a16="http://schemas.microsoft.com/office/drawing/2014/main" id="{80FDEEAE-1F71-B139-529B-2C7C7E35A084}"/>
                </a:ext>
              </a:extLst>
            </p:cNvPr>
            <p:cNvSpPr>
              <a:spLocks/>
            </p:cNvSpPr>
            <p:nvPr userDrawn="1"/>
          </p:nvSpPr>
          <p:spPr bwMode="auto">
            <a:xfrm>
              <a:off x="6505576" y="5681664"/>
              <a:ext cx="15875" cy="49213"/>
            </a:xfrm>
            <a:custGeom>
              <a:avLst/>
              <a:gdLst>
                <a:gd name="T0" fmla="*/ 23 w 47"/>
                <a:gd name="T1" fmla="*/ 135 h 135"/>
                <a:gd name="T2" fmla="*/ 47 w 47"/>
                <a:gd name="T3" fmla="*/ 112 h 135"/>
                <a:gd name="T4" fmla="*/ 47 w 47"/>
                <a:gd name="T5" fmla="*/ 24 h 135"/>
                <a:gd name="T6" fmla="*/ 23 w 47"/>
                <a:gd name="T7" fmla="*/ 0 h 135"/>
                <a:gd name="T8" fmla="*/ 0 w 47"/>
                <a:gd name="T9" fmla="*/ 24 h 135"/>
                <a:gd name="T10" fmla="*/ 0 w 47"/>
                <a:gd name="T11" fmla="*/ 112 h 135"/>
                <a:gd name="T12" fmla="*/ 23 w 47"/>
                <a:gd name="T13" fmla="*/ 135 h 135"/>
              </a:gdLst>
              <a:ahLst/>
              <a:cxnLst>
                <a:cxn ang="0">
                  <a:pos x="T0" y="T1"/>
                </a:cxn>
                <a:cxn ang="0">
                  <a:pos x="T2" y="T3"/>
                </a:cxn>
                <a:cxn ang="0">
                  <a:pos x="T4" y="T5"/>
                </a:cxn>
                <a:cxn ang="0">
                  <a:pos x="T6" y="T7"/>
                </a:cxn>
                <a:cxn ang="0">
                  <a:pos x="T8" y="T9"/>
                </a:cxn>
                <a:cxn ang="0">
                  <a:pos x="T10" y="T11"/>
                </a:cxn>
                <a:cxn ang="0">
                  <a:pos x="T12" y="T13"/>
                </a:cxn>
              </a:cxnLst>
              <a:rect l="0" t="0" r="r" b="b"/>
              <a:pathLst>
                <a:path w="47" h="135">
                  <a:moveTo>
                    <a:pt x="23" y="135"/>
                  </a:moveTo>
                  <a:cubicBezTo>
                    <a:pt x="36" y="135"/>
                    <a:pt x="47" y="125"/>
                    <a:pt x="47" y="112"/>
                  </a:cubicBezTo>
                  <a:lnTo>
                    <a:pt x="47" y="24"/>
                  </a:lnTo>
                  <a:cubicBezTo>
                    <a:pt x="47" y="11"/>
                    <a:pt x="36" y="0"/>
                    <a:pt x="23" y="0"/>
                  </a:cubicBezTo>
                  <a:cubicBezTo>
                    <a:pt x="10" y="0"/>
                    <a:pt x="0" y="11"/>
                    <a:pt x="0" y="24"/>
                  </a:cubicBezTo>
                  <a:lnTo>
                    <a:pt x="0" y="112"/>
                  </a:lnTo>
                  <a:cubicBezTo>
                    <a:pt x="0" y="125"/>
                    <a:pt x="10" y="135"/>
                    <a:pt x="23" y="135"/>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20" name="Oval 160">
              <a:extLst>
                <a:ext uri="{FF2B5EF4-FFF2-40B4-BE49-F238E27FC236}">
                  <a16:creationId xmlns:a16="http://schemas.microsoft.com/office/drawing/2014/main" id="{43FC8A50-BF9F-C411-9D5C-011BD06299EF}"/>
                </a:ext>
              </a:extLst>
            </p:cNvPr>
            <p:cNvSpPr>
              <a:spLocks noChangeArrowheads="1"/>
            </p:cNvSpPr>
            <p:nvPr userDrawn="1"/>
          </p:nvSpPr>
          <p:spPr bwMode="auto">
            <a:xfrm>
              <a:off x="6329363" y="5959476"/>
              <a:ext cx="28575" cy="26988"/>
            </a:xfrm>
            <a:prstGeom prst="ellipse">
              <a:avLst/>
            </a:pr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sp>
        <p:nvSpPr>
          <p:cNvPr id="221" name="Freeform 161">
            <a:extLst>
              <a:ext uri="{FF2B5EF4-FFF2-40B4-BE49-F238E27FC236}">
                <a16:creationId xmlns:a16="http://schemas.microsoft.com/office/drawing/2014/main" id="{4F8F7BC3-B34D-FA1B-DF49-6632084ADC90}"/>
              </a:ext>
            </a:extLst>
          </p:cNvPr>
          <p:cNvSpPr>
            <a:spLocks/>
          </p:cNvSpPr>
          <p:nvPr/>
        </p:nvSpPr>
        <p:spPr bwMode="auto">
          <a:xfrm>
            <a:off x="7243763" y="4008439"/>
            <a:ext cx="17463" cy="438150"/>
          </a:xfrm>
          <a:custGeom>
            <a:avLst/>
            <a:gdLst>
              <a:gd name="T0" fmla="*/ 0 w 48"/>
              <a:gd name="T1" fmla="*/ 24 h 1211"/>
              <a:gd name="T2" fmla="*/ 0 w 48"/>
              <a:gd name="T3" fmla="*/ 1186 h 1211"/>
              <a:gd name="T4" fmla="*/ 24 w 48"/>
              <a:gd name="T5" fmla="*/ 1211 h 1211"/>
              <a:gd name="T6" fmla="*/ 48 w 48"/>
              <a:gd name="T7" fmla="*/ 1186 h 1211"/>
              <a:gd name="T8" fmla="*/ 48 w 48"/>
              <a:gd name="T9" fmla="*/ 24 h 1211"/>
              <a:gd name="T10" fmla="*/ 24 w 48"/>
              <a:gd name="T11" fmla="*/ 0 h 1211"/>
              <a:gd name="T12" fmla="*/ 0 w 48"/>
              <a:gd name="T13" fmla="*/ 24 h 1211"/>
            </a:gdLst>
            <a:ahLst/>
            <a:cxnLst>
              <a:cxn ang="0">
                <a:pos x="T0" y="T1"/>
              </a:cxn>
              <a:cxn ang="0">
                <a:pos x="T2" y="T3"/>
              </a:cxn>
              <a:cxn ang="0">
                <a:pos x="T4" y="T5"/>
              </a:cxn>
              <a:cxn ang="0">
                <a:pos x="T6" y="T7"/>
              </a:cxn>
              <a:cxn ang="0">
                <a:pos x="T8" y="T9"/>
              </a:cxn>
              <a:cxn ang="0">
                <a:pos x="T10" y="T11"/>
              </a:cxn>
              <a:cxn ang="0">
                <a:pos x="T12" y="T13"/>
              </a:cxn>
            </a:cxnLst>
            <a:rect l="0" t="0" r="r" b="b"/>
            <a:pathLst>
              <a:path w="48" h="1211">
                <a:moveTo>
                  <a:pt x="0" y="24"/>
                </a:moveTo>
                <a:lnTo>
                  <a:pt x="0" y="1186"/>
                </a:lnTo>
                <a:cubicBezTo>
                  <a:pt x="0" y="1200"/>
                  <a:pt x="11" y="1211"/>
                  <a:pt x="24" y="1211"/>
                </a:cubicBezTo>
                <a:cubicBezTo>
                  <a:pt x="37" y="1211"/>
                  <a:pt x="48" y="1200"/>
                  <a:pt x="48" y="1186"/>
                </a:cubicBezTo>
                <a:lnTo>
                  <a:pt x="48" y="24"/>
                </a:lnTo>
                <a:cubicBezTo>
                  <a:pt x="48" y="12"/>
                  <a:pt x="37" y="0"/>
                  <a:pt x="24" y="0"/>
                </a:cubicBezTo>
                <a:cubicBezTo>
                  <a:pt x="11" y="0"/>
                  <a:pt x="0" y="12"/>
                  <a:pt x="0" y="24"/>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22" name="Freeform 162">
            <a:extLst>
              <a:ext uri="{FF2B5EF4-FFF2-40B4-BE49-F238E27FC236}">
                <a16:creationId xmlns:a16="http://schemas.microsoft.com/office/drawing/2014/main" id="{C15C95C0-BDF3-DF1E-8F80-FC6603FC7B47}"/>
              </a:ext>
            </a:extLst>
          </p:cNvPr>
          <p:cNvSpPr>
            <a:spLocks/>
          </p:cNvSpPr>
          <p:nvPr/>
        </p:nvSpPr>
        <p:spPr bwMode="auto">
          <a:xfrm>
            <a:off x="7373938" y="4008439"/>
            <a:ext cx="17463" cy="438150"/>
          </a:xfrm>
          <a:custGeom>
            <a:avLst/>
            <a:gdLst>
              <a:gd name="T0" fmla="*/ 0 w 48"/>
              <a:gd name="T1" fmla="*/ 24 h 1211"/>
              <a:gd name="T2" fmla="*/ 0 w 48"/>
              <a:gd name="T3" fmla="*/ 1186 h 1211"/>
              <a:gd name="T4" fmla="*/ 24 w 48"/>
              <a:gd name="T5" fmla="*/ 1211 h 1211"/>
              <a:gd name="T6" fmla="*/ 48 w 48"/>
              <a:gd name="T7" fmla="*/ 1186 h 1211"/>
              <a:gd name="T8" fmla="*/ 48 w 48"/>
              <a:gd name="T9" fmla="*/ 24 h 1211"/>
              <a:gd name="T10" fmla="*/ 24 w 48"/>
              <a:gd name="T11" fmla="*/ 0 h 1211"/>
              <a:gd name="T12" fmla="*/ 0 w 48"/>
              <a:gd name="T13" fmla="*/ 24 h 1211"/>
            </a:gdLst>
            <a:ahLst/>
            <a:cxnLst>
              <a:cxn ang="0">
                <a:pos x="T0" y="T1"/>
              </a:cxn>
              <a:cxn ang="0">
                <a:pos x="T2" y="T3"/>
              </a:cxn>
              <a:cxn ang="0">
                <a:pos x="T4" y="T5"/>
              </a:cxn>
              <a:cxn ang="0">
                <a:pos x="T6" y="T7"/>
              </a:cxn>
              <a:cxn ang="0">
                <a:pos x="T8" y="T9"/>
              </a:cxn>
              <a:cxn ang="0">
                <a:pos x="T10" y="T11"/>
              </a:cxn>
              <a:cxn ang="0">
                <a:pos x="T12" y="T13"/>
              </a:cxn>
            </a:cxnLst>
            <a:rect l="0" t="0" r="r" b="b"/>
            <a:pathLst>
              <a:path w="48" h="1211">
                <a:moveTo>
                  <a:pt x="0" y="24"/>
                </a:moveTo>
                <a:lnTo>
                  <a:pt x="0" y="1186"/>
                </a:lnTo>
                <a:cubicBezTo>
                  <a:pt x="0" y="1200"/>
                  <a:pt x="10" y="1211"/>
                  <a:pt x="24" y="1211"/>
                </a:cubicBezTo>
                <a:cubicBezTo>
                  <a:pt x="37" y="1211"/>
                  <a:pt x="48" y="1200"/>
                  <a:pt x="48" y="1186"/>
                </a:cubicBezTo>
                <a:lnTo>
                  <a:pt x="48" y="24"/>
                </a:lnTo>
                <a:cubicBezTo>
                  <a:pt x="48" y="12"/>
                  <a:pt x="37" y="0"/>
                  <a:pt x="24" y="0"/>
                </a:cubicBezTo>
                <a:cubicBezTo>
                  <a:pt x="10" y="0"/>
                  <a:pt x="0" y="12"/>
                  <a:pt x="0" y="24"/>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23" name="Freeform 163">
            <a:extLst>
              <a:ext uri="{FF2B5EF4-FFF2-40B4-BE49-F238E27FC236}">
                <a16:creationId xmlns:a16="http://schemas.microsoft.com/office/drawing/2014/main" id="{7756D9A1-017B-3E6C-44CE-976B8177C129}"/>
              </a:ext>
            </a:extLst>
          </p:cNvPr>
          <p:cNvSpPr>
            <a:spLocks/>
          </p:cNvSpPr>
          <p:nvPr/>
        </p:nvSpPr>
        <p:spPr bwMode="auto">
          <a:xfrm>
            <a:off x="7502526" y="4008439"/>
            <a:ext cx="17463" cy="438150"/>
          </a:xfrm>
          <a:custGeom>
            <a:avLst/>
            <a:gdLst>
              <a:gd name="T0" fmla="*/ 0 w 48"/>
              <a:gd name="T1" fmla="*/ 24 h 1211"/>
              <a:gd name="T2" fmla="*/ 0 w 48"/>
              <a:gd name="T3" fmla="*/ 1186 h 1211"/>
              <a:gd name="T4" fmla="*/ 24 w 48"/>
              <a:gd name="T5" fmla="*/ 1211 h 1211"/>
              <a:gd name="T6" fmla="*/ 48 w 48"/>
              <a:gd name="T7" fmla="*/ 1186 h 1211"/>
              <a:gd name="T8" fmla="*/ 48 w 48"/>
              <a:gd name="T9" fmla="*/ 24 h 1211"/>
              <a:gd name="T10" fmla="*/ 24 w 48"/>
              <a:gd name="T11" fmla="*/ 0 h 1211"/>
              <a:gd name="T12" fmla="*/ 0 w 48"/>
              <a:gd name="T13" fmla="*/ 24 h 1211"/>
            </a:gdLst>
            <a:ahLst/>
            <a:cxnLst>
              <a:cxn ang="0">
                <a:pos x="T0" y="T1"/>
              </a:cxn>
              <a:cxn ang="0">
                <a:pos x="T2" y="T3"/>
              </a:cxn>
              <a:cxn ang="0">
                <a:pos x="T4" y="T5"/>
              </a:cxn>
              <a:cxn ang="0">
                <a:pos x="T6" y="T7"/>
              </a:cxn>
              <a:cxn ang="0">
                <a:pos x="T8" y="T9"/>
              </a:cxn>
              <a:cxn ang="0">
                <a:pos x="T10" y="T11"/>
              </a:cxn>
              <a:cxn ang="0">
                <a:pos x="T12" y="T13"/>
              </a:cxn>
            </a:cxnLst>
            <a:rect l="0" t="0" r="r" b="b"/>
            <a:pathLst>
              <a:path w="48" h="1211">
                <a:moveTo>
                  <a:pt x="0" y="24"/>
                </a:moveTo>
                <a:lnTo>
                  <a:pt x="0" y="1186"/>
                </a:lnTo>
                <a:cubicBezTo>
                  <a:pt x="0" y="1200"/>
                  <a:pt x="11" y="1211"/>
                  <a:pt x="24" y="1211"/>
                </a:cubicBezTo>
                <a:cubicBezTo>
                  <a:pt x="38" y="1211"/>
                  <a:pt x="48" y="1200"/>
                  <a:pt x="48" y="1186"/>
                </a:cubicBezTo>
                <a:lnTo>
                  <a:pt x="48" y="24"/>
                </a:lnTo>
                <a:cubicBezTo>
                  <a:pt x="48" y="12"/>
                  <a:pt x="38" y="0"/>
                  <a:pt x="24" y="0"/>
                </a:cubicBezTo>
                <a:cubicBezTo>
                  <a:pt x="11" y="0"/>
                  <a:pt x="0" y="12"/>
                  <a:pt x="0" y="24"/>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24" name="Oval 164">
            <a:extLst>
              <a:ext uri="{FF2B5EF4-FFF2-40B4-BE49-F238E27FC236}">
                <a16:creationId xmlns:a16="http://schemas.microsoft.com/office/drawing/2014/main" id="{CCE1BD61-1040-D03B-D50F-606BA0FA7418}"/>
              </a:ext>
            </a:extLst>
          </p:cNvPr>
          <p:cNvSpPr>
            <a:spLocks noChangeArrowheads="1"/>
          </p:cNvSpPr>
          <p:nvPr/>
        </p:nvSpPr>
        <p:spPr bwMode="auto">
          <a:xfrm>
            <a:off x="7205663" y="4076701"/>
            <a:ext cx="93663" cy="95250"/>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25" name="Freeform 165">
            <a:extLst>
              <a:ext uri="{FF2B5EF4-FFF2-40B4-BE49-F238E27FC236}">
                <a16:creationId xmlns:a16="http://schemas.microsoft.com/office/drawing/2014/main" id="{6CCB9318-CB16-4DA0-D5F4-45D675B8370D}"/>
              </a:ext>
            </a:extLst>
          </p:cNvPr>
          <p:cNvSpPr>
            <a:spLocks noEditPoints="1"/>
          </p:cNvSpPr>
          <p:nvPr/>
        </p:nvSpPr>
        <p:spPr bwMode="auto">
          <a:xfrm>
            <a:off x="7197726" y="4068764"/>
            <a:ext cx="111125" cy="111125"/>
          </a:xfrm>
          <a:custGeom>
            <a:avLst/>
            <a:gdLst>
              <a:gd name="T0" fmla="*/ 154 w 308"/>
              <a:gd name="T1" fmla="*/ 0 h 307"/>
              <a:gd name="T2" fmla="*/ 263 w 308"/>
              <a:gd name="T3" fmla="*/ 45 h 307"/>
              <a:gd name="T4" fmla="*/ 263 w 308"/>
              <a:gd name="T5" fmla="*/ 45 h 307"/>
              <a:gd name="T6" fmla="*/ 308 w 308"/>
              <a:gd name="T7" fmla="*/ 154 h 307"/>
              <a:gd name="T8" fmla="*/ 263 w 308"/>
              <a:gd name="T9" fmla="*/ 262 h 307"/>
              <a:gd name="T10" fmla="*/ 154 w 308"/>
              <a:gd name="T11" fmla="*/ 307 h 307"/>
              <a:gd name="T12" fmla="*/ 45 w 308"/>
              <a:gd name="T13" fmla="*/ 262 h 307"/>
              <a:gd name="T14" fmla="*/ 0 w 308"/>
              <a:gd name="T15" fmla="*/ 154 h 307"/>
              <a:gd name="T16" fmla="*/ 45 w 308"/>
              <a:gd name="T17" fmla="*/ 45 h 307"/>
              <a:gd name="T18" fmla="*/ 154 w 308"/>
              <a:gd name="T19" fmla="*/ 0 h 307"/>
              <a:gd name="T20" fmla="*/ 229 w 308"/>
              <a:gd name="T21" fmla="*/ 78 h 307"/>
              <a:gd name="T22" fmla="*/ 154 w 308"/>
              <a:gd name="T23" fmla="*/ 47 h 307"/>
              <a:gd name="T24" fmla="*/ 79 w 308"/>
              <a:gd name="T25" fmla="*/ 79 h 307"/>
              <a:gd name="T26" fmla="*/ 48 w 308"/>
              <a:gd name="T27" fmla="*/ 154 h 307"/>
              <a:gd name="T28" fmla="*/ 79 w 308"/>
              <a:gd name="T29" fmla="*/ 229 h 307"/>
              <a:gd name="T30" fmla="*/ 154 w 308"/>
              <a:gd name="T31" fmla="*/ 260 h 307"/>
              <a:gd name="T32" fmla="*/ 229 w 308"/>
              <a:gd name="T33" fmla="*/ 229 h 307"/>
              <a:gd name="T34" fmla="*/ 260 w 308"/>
              <a:gd name="T35" fmla="*/ 154 h 307"/>
              <a:gd name="T36" fmla="*/ 229 w 308"/>
              <a:gd name="T37" fmla="*/ 79 h 307"/>
              <a:gd name="T38" fmla="*/ 229 w 308"/>
              <a:gd name="T39" fmla="*/ 78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07">
                <a:moveTo>
                  <a:pt x="154" y="0"/>
                </a:moveTo>
                <a:cubicBezTo>
                  <a:pt x="196" y="0"/>
                  <a:pt x="235" y="17"/>
                  <a:pt x="263" y="45"/>
                </a:cubicBezTo>
                <a:lnTo>
                  <a:pt x="263" y="45"/>
                </a:lnTo>
                <a:cubicBezTo>
                  <a:pt x="291" y="73"/>
                  <a:pt x="308" y="111"/>
                  <a:pt x="308" y="154"/>
                </a:cubicBezTo>
                <a:cubicBezTo>
                  <a:pt x="308" y="196"/>
                  <a:pt x="291" y="235"/>
                  <a:pt x="263" y="262"/>
                </a:cubicBezTo>
                <a:cubicBezTo>
                  <a:pt x="235" y="290"/>
                  <a:pt x="196" y="307"/>
                  <a:pt x="154" y="307"/>
                </a:cubicBezTo>
                <a:cubicBezTo>
                  <a:pt x="111" y="307"/>
                  <a:pt x="73" y="290"/>
                  <a:pt x="45" y="262"/>
                </a:cubicBezTo>
                <a:cubicBezTo>
                  <a:pt x="17" y="235"/>
                  <a:pt x="0" y="196"/>
                  <a:pt x="0" y="154"/>
                </a:cubicBezTo>
                <a:cubicBezTo>
                  <a:pt x="0" y="111"/>
                  <a:pt x="17" y="73"/>
                  <a:pt x="45" y="45"/>
                </a:cubicBezTo>
                <a:cubicBezTo>
                  <a:pt x="73" y="17"/>
                  <a:pt x="111" y="0"/>
                  <a:pt x="154" y="0"/>
                </a:cubicBezTo>
                <a:close/>
                <a:moveTo>
                  <a:pt x="229" y="78"/>
                </a:moveTo>
                <a:cubicBezTo>
                  <a:pt x="210" y="59"/>
                  <a:pt x="183" y="47"/>
                  <a:pt x="154" y="47"/>
                </a:cubicBezTo>
                <a:cubicBezTo>
                  <a:pt x="125" y="47"/>
                  <a:pt x="98" y="59"/>
                  <a:pt x="79" y="79"/>
                </a:cubicBezTo>
                <a:cubicBezTo>
                  <a:pt x="60" y="98"/>
                  <a:pt x="48" y="124"/>
                  <a:pt x="48" y="154"/>
                </a:cubicBezTo>
                <a:cubicBezTo>
                  <a:pt x="48" y="183"/>
                  <a:pt x="60" y="209"/>
                  <a:pt x="79" y="229"/>
                </a:cubicBezTo>
                <a:cubicBezTo>
                  <a:pt x="98" y="248"/>
                  <a:pt x="125" y="260"/>
                  <a:pt x="154" y="260"/>
                </a:cubicBezTo>
                <a:cubicBezTo>
                  <a:pt x="183" y="260"/>
                  <a:pt x="210" y="248"/>
                  <a:pt x="229" y="229"/>
                </a:cubicBezTo>
                <a:cubicBezTo>
                  <a:pt x="248" y="209"/>
                  <a:pt x="260" y="183"/>
                  <a:pt x="260" y="154"/>
                </a:cubicBezTo>
                <a:cubicBezTo>
                  <a:pt x="260" y="124"/>
                  <a:pt x="248" y="98"/>
                  <a:pt x="229" y="79"/>
                </a:cubicBezTo>
                <a:lnTo>
                  <a:pt x="229" y="78"/>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26" name="Oval 166">
            <a:extLst>
              <a:ext uri="{FF2B5EF4-FFF2-40B4-BE49-F238E27FC236}">
                <a16:creationId xmlns:a16="http://schemas.microsoft.com/office/drawing/2014/main" id="{69F07B34-29FB-EFC2-DE62-BA98C14D20DF}"/>
              </a:ext>
            </a:extLst>
          </p:cNvPr>
          <p:cNvSpPr>
            <a:spLocks noChangeArrowheads="1"/>
          </p:cNvSpPr>
          <p:nvPr/>
        </p:nvSpPr>
        <p:spPr bwMode="auto">
          <a:xfrm>
            <a:off x="7335838" y="4302126"/>
            <a:ext cx="93663" cy="93663"/>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27" name="Freeform 167">
            <a:extLst>
              <a:ext uri="{FF2B5EF4-FFF2-40B4-BE49-F238E27FC236}">
                <a16:creationId xmlns:a16="http://schemas.microsoft.com/office/drawing/2014/main" id="{AF1D184E-0D25-B9C5-299D-8AEA38B887A3}"/>
              </a:ext>
            </a:extLst>
          </p:cNvPr>
          <p:cNvSpPr>
            <a:spLocks noEditPoints="1"/>
          </p:cNvSpPr>
          <p:nvPr/>
        </p:nvSpPr>
        <p:spPr bwMode="auto">
          <a:xfrm>
            <a:off x="7326313" y="4292601"/>
            <a:ext cx="111125" cy="111125"/>
          </a:xfrm>
          <a:custGeom>
            <a:avLst/>
            <a:gdLst>
              <a:gd name="T0" fmla="*/ 154 w 308"/>
              <a:gd name="T1" fmla="*/ 0 h 308"/>
              <a:gd name="T2" fmla="*/ 262 w 308"/>
              <a:gd name="T3" fmla="*/ 46 h 308"/>
              <a:gd name="T4" fmla="*/ 308 w 308"/>
              <a:gd name="T5" fmla="*/ 154 h 308"/>
              <a:gd name="T6" fmla="*/ 262 w 308"/>
              <a:gd name="T7" fmla="*/ 263 h 308"/>
              <a:gd name="T8" fmla="*/ 262 w 308"/>
              <a:gd name="T9" fmla="*/ 263 h 308"/>
              <a:gd name="T10" fmla="*/ 154 w 308"/>
              <a:gd name="T11" fmla="*/ 308 h 308"/>
              <a:gd name="T12" fmla="*/ 45 w 308"/>
              <a:gd name="T13" fmla="*/ 263 h 308"/>
              <a:gd name="T14" fmla="*/ 0 w 308"/>
              <a:gd name="T15" fmla="*/ 154 h 308"/>
              <a:gd name="T16" fmla="*/ 45 w 308"/>
              <a:gd name="T17" fmla="*/ 46 h 308"/>
              <a:gd name="T18" fmla="*/ 154 w 308"/>
              <a:gd name="T19" fmla="*/ 0 h 308"/>
              <a:gd name="T20" fmla="*/ 229 w 308"/>
              <a:gd name="T21" fmla="*/ 79 h 308"/>
              <a:gd name="T22" fmla="*/ 154 w 308"/>
              <a:gd name="T23" fmla="*/ 48 h 308"/>
              <a:gd name="T24" fmla="*/ 79 w 308"/>
              <a:gd name="T25" fmla="*/ 79 h 308"/>
              <a:gd name="T26" fmla="*/ 48 w 308"/>
              <a:gd name="T27" fmla="*/ 154 h 308"/>
              <a:gd name="T28" fmla="*/ 79 w 308"/>
              <a:gd name="T29" fmla="*/ 229 h 308"/>
              <a:gd name="T30" fmla="*/ 154 w 308"/>
              <a:gd name="T31" fmla="*/ 260 h 308"/>
              <a:gd name="T32" fmla="*/ 229 w 308"/>
              <a:gd name="T33" fmla="*/ 230 h 308"/>
              <a:gd name="T34" fmla="*/ 229 w 308"/>
              <a:gd name="T35" fmla="*/ 229 h 308"/>
              <a:gd name="T36" fmla="*/ 260 w 308"/>
              <a:gd name="T37" fmla="*/ 154 h 308"/>
              <a:gd name="T38" fmla="*/ 229 w 308"/>
              <a:gd name="T39" fmla="*/ 79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08">
                <a:moveTo>
                  <a:pt x="154" y="0"/>
                </a:moveTo>
                <a:cubicBezTo>
                  <a:pt x="196" y="0"/>
                  <a:pt x="235" y="18"/>
                  <a:pt x="262" y="46"/>
                </a:cubicBezTo>
                <a:cubicBezTo>
                  <a:pt x="290" y="73"/>
                  <a:pt x="308" y="112"/>
                  <a:pt x="308" y="154"/>
                </a:cubicBezTo>
                <a:cubicBezTo>
                  <a:pt x="308" y="197"/>
                  <a:pt x="290" y="235"/>
                  <a:pt x="262" y="263"/>
                </a:cubicBezTo>
                <a:lnTo>
                  <a:pt x="262" y="263"/>
                </a:lnTo>
                <a:cubicBezTo>
                  <a:pt x="234" y="291"/>
                  <a:pt x="196" y="308"/>
                  <a:pt x="154" y="308"/>
                </a:cubicBezTo>
                <a:cubicBezTo>
                  <a:pt x="111" y="308"/>
                  <a:pt x="73" y="291"/>
                  <a:pt x="45" y="263"/>
                </a:cubicBezTo>
                <a:cubicBezTo>
                  <a:pt x="17" y="235"/>
                  <a:pt x="0" y="197"/>
                  <a:pt x="0" y="154"/>
                </a:cubicBezTo>
                <a:cubicBezTo>
                  <a:pt x="0" y="112"/>
                  <a:pt x="17" y="73"/>
                  <a:pt x="45" y="46"/>
                </a:cubicBezTo>
                <a:cubicBezTo>
                  <a:pt x="73" y="18"/>
                  <a:pt x="111" y="0"/>
                  <a:pt x="154" y="0"/>
                </a:cubicBezTo>
                <a:close/>
                <a:moveTo>
                  <a:pt x="229" y="79"/>
                </a:moveTo>
                <a:cubicBezTo>
                  <a:pt x="210" y="60"/>
                  <a:pt x="183" y="48"/>
                  <a:pt x="154" y="48"/>
                </a:cubicBezTo>
                <a:cubicBezTo>
                  <a:pt x="124" y="48"/>
                  <a:pt x="98" y="60"/>
                  <a:pt x="79" y="79"/>
                </a:cubicBezTo>
                <a:cubicBezTo>
                  <a:pt x="59" y="99"/>
                  <a:pt x="48" y="125"/>
                  <a:pt x="48" y="154"/>
                </a:cubicBezTo>
                <a:cubicBezTo>
                  <a:pt x="48" y="184"/>
                  <a:pt x="59" y="210"/>
                  <a:pt x="79" y="229"/>
                </a:cubicBezTo>
                <a:cubicBezTo>
                  <a:pt x="98" y="249"/>
                  <a:pt x="124" y="260"/>
                  <a:pt x="154" y="260"/>
                </a:cubicBezTo>
                <a:cubicBezTo>
                  <a:pt x="183" y="260"/>
                  <a:pt x="210" y="249"/>
                  <a:pt x="229" y="230"/>
                </a:cubicBezTo>
                <a:lnTo>
                  <a:pt x="229" y="229"/>
                </a:lnTo>
                <a:cubicBezTo>
                  <a:pt x="248" y="210"/>
                  <a:pt x="260" y="184"/>
                  <a:pt x="260" y="154"/>
                </a:cubicBezTo>
                <a:cubicBezTo>
                  <a:pt x="260" y="125"/>
                  <a:pt x="248" y="99"/>
                  <a:pt x="229" y="79"/>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28" name="Oval 168">
            <a:extLst>
              <a:ext uri="{FF2B5EF4-FFF2-40B4-BE49-F238E27FC236}">
                <a16:creationId xmlns:a16="http://schemas.microsoft.com/office/drawing/2014/main" id="{4F993AE6-A278-BC17-E78C-BE82BB05E292}"/>
              </a:ext>
            </a:extLst>
          </p:cNvPr>
          <p:cNvSpPr>
            <a:spLocks noChangeArrowheads="1"/>
          </p:cNvSpPr>
          <p:nvPr/>
        </p:nvSpPr>
        <p:spPr bwMode="auto">
          <a:xfrm>
            <a:off x="7464426" y="4135439"/>
            <a:ext cx="93663" cy="93663"/>
          </a:xfrm>
          <a:prstGeom prst="ellipse">
            <a:avLst/>
          </a:pr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29" name="Freeform 169">
            <a:extLst>
              <a:ext uri="{FF2B5EF4-FFF2-40B4-BE49-F238E27FC236}">
                <a16:creationId xmlns:a16="http://schemas.microsoft.com/office/drawing/2014/main" id="{55045B96-86D6-56C4-3820-66C367B8B373}"/>
              </a:ext>
            </a:extLst>
          </p:cNvPr>
          <p:cNvSpPr>
            <a:spLocks noEditPoints="1"/>
          </p:cNvSpPr>
          <p:nvPr/>
        </p:nvSpPr>
        <p:spPr bwMode="auto">
          <a:xfrm>
            <a:off x="7456488" y="4127501"/>
            <a:ext cx="111125" cy="109538"/>
          </a:xfrm>
          <a:custGeom>
            <a:avLst/>
            <a:gdLst>
              <a:gd name="T0" fmla="*/ 153 w 307"/>
              <a:gd name="T1" fmla="*/ 0 h 307"/>
              <a:gd name="T2" fmla="*/ 262 w 307"/>
              <a:gd name="T3" fmla="*/ 45 h 307"/>
              <a:gd name="T4" fmla="*/ 262 w 307"/>
              <a:gd name="T5" fmla="*/ 45 h 307"/>
              <a:gd name="T6" fmla="*/ 307 w 307"/>
              <a:gd name="T7" fmla="*/ 154 h 307"/>
              <a:gd name="T8" fmla="*/ 262 w 307"/>
              <a:gd name="T9" fmla="*/ 262 h 307"/>
              <a:gd name="T10" fmla="*/ 153 w 307"/>
              <a:gd name="T11" fmla="*/ 307 h 307"/>
              <a:gd name="T12" fmla="*/ 45 w 307"/>
              <a:gd name="T13" fmla="*/ 262 h 307"/>
              <a:gd name="T14" fmla="*/ 0 w 307"/>
              <a:gd name="T15" fmla="*/ 154 h 307"/>
              <a:gd name="T16" fmla="*/ 45 w 307"/>
              <a:gd name="T17" fmla="*/ 45 h 307"/>
              <a:gd name="T18" fmla="*/ 153 w 307"/>
              <a:gd name="T19" fmla="*/ 0 h 307"/>
              <a:gd name="T20" fmla="*/ 228 w 307"/>
              <a:gd name="T21" fmla="*/ 78 h 307"/>
              <a:gd name="T22" fmla="*/ 153 w 307"/>
              <a:gd name="T23" fmla="*/ 47 h 307"/>
              <a:gd name="T24" fmla="*/ 78 w 307"/>
              <a:gd name="T25" fmla="*/ 79 h 307"/>
              <a:gd name="T26" fmla="*/ 47 w 307"/>
              <a:gd name="T27" fmla="*/ 154 h 307"/>
              <a:gd name="T28" fmla="*/ 78 w 307"/>
              <a:gd name="T29" fmla="*/ 229 h 307"/>
              <a:gd name="T30" fmla="*/ 153 w 307"/>
              <a:gd name="T31" fmla="*/ 260 h 307"/>
              <a:gd name="T32" fmla="*/ 228 w 307"/>
              <a:gd name="T33" fmla="*/ 229 h 307"/>
              <a:gd name="T34" fmla="*/ 260 w 307"/>
              <a:gd name="T35" fmla="*/ 154 h 307"/>
              <a:gd name="T36" fmla="*/ 229 w 307"/>
              <a:gd name="T37" fmla="*/ 79 h 307"/>
              <a:gd name="T38" fmla="*/ 228 w 307"/>
              <a:gd name="T39" fmla="*/ 78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7" h="307">
                <a:moveTo>
                  <a:pt x="153" y="0"/>
                </a:moveTo>
                <a:cubicBezTo>
                  <a:pt x="196" y="0"/>
                  <a:pt x="234" y="17"/>
                  <a:pt x="262" y="45"/>
                </a:cubicBezTo>
                <a:lnTo>
                  <a:pt x="262" y="45"/>
                </a:lnTo>
                <a:cubicBezTo>
                  <a:pt x="290" y="73"/>
                  <a:pt x="307" y="111"/>
                  <a:pt x="307" y="154"/>
                </a:cubicBezTo>
                <a:cubicBezTo>
                  <a:pt x="307" y="196"/>
                  <a:pt x="290" y="235"/>
                  <a:pt x="262" y="262"/>
                </a:cubicBezTo>
                <a:cubicBezTo>
                  <a:pt x="234" y="290"/>
                  <a:pt x="196" y="307"/>
                  <a:pt x="153" y="307"/>
                </a:cubicBezTo>
                <a:cubicBezTo>
                  <a:pt x="111" y="307"/>
                  <a:pt x="72" y="290"/>
                  <a:pt x="45" y="262"/>
                </a:cubicBezTo>
                <a:cubicBezTo>
                  <a:pt x="17" y="235"/>
                  <a:pt x="0" y="196"/>
                  <a:pt x="0" y="154"/>
                </a:cubicBezTo>
                <a:cubicBezTo>
                  <a:pt x="0" y="111"/>
                  <a:pt x="17" y="73"/>
                  <a:pt x="45" y="45"/>
                </a:cubicBezTo>
                <a:cubicBezTo>
                  <a:pt x="72" y="17"/>
                  <a:pt x="111" y="0"/>
                  <a:pt x="153" y="0"/>
                </a:cubicBezTo>
                <a:close/>
                <a:moveTo>
                  <a:pt x="228" y="78"/>
                </a:moveTo>
                <a:cubicBezTo>
                  <a:pt x="209" y="59"/>
                  <a:pt x="183" y="47"/>
                  <a:pt x="153" y="47"/>
                </a:cubicBezTo>
                <a:cubicBezTo>
                  <a:pt x="124" y="47"/>
                  <a:pt x="98" y="59"/>
                  <a:pt x="78" y="79"/>
                </a:cubicBezTo>
                <a:cubicBezTo>
                  <a:pt x="59" y="98"/>
                  <a:pt x="47" y="124"/>
                  <a:pt x="47" y="154"/>
                </a:cubicBezTo>
                <a:cubicBezTo>
                  <a:pt x="47" y="183"/>
                  <a:pt x="59" y="209"/>
                  <a:pt x="78" y="229"/>
                </a:cubicBezTo>
                <a:cubicBezTo>
                  <a:pt x="98" y="248"/>
                  <a:pt x="124" y="260"/>
                  <a:pt x="153" y="260"/>
                </a:cubicBezTo>
                <a:cubicBezTo>
                  <a:pt x="183" y="260"/>
                  <a:pt x="209" y="248"/>
                  <a:pt x="228" y="229"/>
                </a:cubicBezTo>
                <a:cubicBezTo>
                  <a:pt x="248" y="209"/>
                  <a:pt x="260" y="183"/>
                  <a:pt x="260" y="154"/>
                </a:cubicBezTo>
                <a:cubicBezTo>
                  <a:pt x="260" y="124"/>
                  <a:pt x="248" y="98"/>
                  <a:pt x="229" y="79"/>
                </a:cubicBezTo>
                <a:lnTo>
                  <a:pt x="228" y="78"/>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30" name="Freeform 170">
            <a:extLst>
              <a:ext uri="{FF2B5EF4-FFF2-40B4-BE49-F238E27FC236}">
                <a16:creationId xmlns:a16="http://schemas.microsoft.com/office/drawing/2014/main" id="{3AF962D3-B16C-89D6-3F84-236BB008457D}"/>
              </a:ext>
            </a:extLst>
          </p:cNvPr>
          <p:cNvSpPr>
            <a:spLocks noEditPoints="1"/>
          </p:cNvSpPr>
          <p:nvPr/>
        </p:nvSpPr>
        <p:spPr bwMode="auto">
          <a:xfrm>
            <a:off x="7412038" y="5961064"/>
            <a:ext cx="287338" cy="287338"/>
          </a:xfrm>
          <a:custGeom>
            <a:avLst/>
            <a:gdLst>
              <a:gd name="T0" fmla="*/ 38 w 795"/>
              <a:gd name="T1" fmla="*/ 0 h 795"/>
              <a:gd name="T2" fmla="*/ 758 w 795"/>
              <a:gd name="T3" fmla="*/ 0 h 795"/>
              <a:gd name="T4" fmla="*/ 795 w 795"/>
              <a:gd name="T5" fmla="*/ 38 h 795"/>
              <a:gd name="T6" fmla="*/ 795 w 795"/>
              <a:gd name="T7" fmla="*/ 758 h 795"/>
              <a:gd name="T8" fmla="*/ 758 w 795"/>
              <a:gd name="T9" fmla="*/ 795 h 795"/>
              <a:gd name="T10" fmla="*/ 38 w 795"/>
              <a:gd name="T11" fmla="*/ 795 h 795"/>
              <a:gd name="T12" fmla="*/ 0 w 795"/>
              <a:gd name="T13" fmla="*/ 758 h 795"/>
              <a:gd name="T14" fmla="*/ 0 w 795"/>
              <a:gd name="T15" fmla="*/ 38 h 795"/>
              <a:gd name="T16" fmla="*/ 38 w 795"/>
              <a:gd name="T17" fmla="*/ 0 h 795"/>
              <a:gd name="T18" fmla="*/ 720 w 795"/>
              <a:gd name="T19" fmla="*/ 75 h 795"/>
              <a:gd name="T20" fmla="*/ 75 w 795"/>
              <a:gd name="T21" fmla="*/ 75 h 795"/>
              <a:gd name="T22" fmla="*/ 75 w 795"/>
              <a:gd name="T23" fmla="*/ 720 h 795"/>
              <a:gd name="T24" fmla="*/ 720 w 795"/>
              <a:gd name="T25" fmla="*/ 720 h 795"/>
              <a:gd name="T26" fmla="*/ 720 w 795"/>
              <a:gd name="T27" fmla="*/ 75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5" h="795">
                <a:moveTo>
                  <a:pt x="38" y="0"/>
                </a:moveTo>
                <a:lnTo>
                  <a:pt x="758" y="0"/>
                </a:lnTo>
                <a:cubicBezTo>
                  <a:pt x="778" y="0"/>
                  <a:pt x="795" y="17"/>
                  <a:pt x="795" y="38"/>
                </a:cubicBezTo>
                <a:lnTo>
                  <a:pt x="795" y="758"/>
                </a:lnTo>
                <a:cubicBezTo>
                  <a:pt x="795" y="778"/>
                  <a:pt x="778" y="795"/>
                  <a:pt x="758" y="795"/>
                </a:cubicBezTo>
                <a:lnTo>
                  <a:pt x="38" y="795"/>
                </a:lnTo>
                <a:cubicBezTo>
                  <a:pt x="17" y="795"/>
                  <a:pt x="0" y="778"/>
                  <a:pt x="0" y="758"/>
                </a:cubicBezTo>
                <a:lnTo>
                  <a:pt x="0" y="38"/>
                </a:lnTo>
                <a:cubicBezTo>
                  <a:pt x="0" y="17"/>
                  <a:pt x="17" y="0"/>
                  <a:pt x="38" y="0"/>
                </a:cubicBezTo>
                <a:close/>
                <a:moveTo>
                  <a:pt x="720" y="75"/>
                </a:moveTo>
                <a:lnTo>
                  <a:pt x="75" y="75"/>
                </a:lnTo>
                <a:lnTo>
                  <a:pt x="75" y="720"/>
                </a:lnTo>
                <a:lnTo>
                  <a:pt x="720" y="720"/>
                </a:lnTo>
                <a:lnTo>
                  <a:pt x="720" y="75"/>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31" name="Freeform 171">
            <a:extLst>
              <a:ext uri="{FF2B5EF4-FFF2-40B4-BE49-F238E27FC236}">
                <a16:creationId xmlns:a16="http://schemas.microsoft.com/office/drawing/2014/main" id="{086EADC7-9EFE-F222-3BC0-24DDC2694784}"/>
              </a:ext>
            </a:extLst>
          </p:cNvPr>
          <p:cNvSpPr>
            <a:spLocks/>
          </p:cNvSpPr>
          <p:nvPr/>
        </p:nvSpPr>
        <p:spPr bwMode="auto">
          <a:xfrm>
            <a:off x="7239001" y="5788026"/>
            <a:ext cx="285750" cy="287338"/>
          </a:xfrm>
          <a:custGeom>
            <a:avLst/>
            <a:gdLst>
              <a:gd name="T0" fmla="*/ 795 w 795"/>
              <a:gd name="T1" fmla="*/ 480 h 795"/>
              <a:gd name="T2" fmla="*/ 795 w 795"/>
              <a:gd name="T3" fmla="*/ 555 h 795"/>
              <a:gd name="T4" fmla="*/ 795 w 795"/>
              <a:gd name="T5" fmla="*/ 758 h 795"/>
              <a:gd name="T6" fmla="*/ 758 w 795"/>
              <a:gd name="T7" fmla="*/ 795 h 795"/>
              <a:gd name="T8" fmla="*/ 555 w 795"/>
              <a:gd name="T9" fmla="*/ 795 h 795"/>
              <a:gd name="T10" fmla="*/ 555 w 795"/>
              <a:gd name="T11" fmla="*/ 720 h 795"/>
              <a:gd name="T12" fmla="*/ 720 w 795"/>
              <a:gd name="T13" fmla="*/ 720 h 795"/>
              <a:gd name="T14" fmla="*/ 720 w 795"/>
              <a:gd name="T15" fmla="*/ 555 h 795"/>
              <a:gd name="T16" fmla="*/ 720 w 795"/>
              <a:gd name="T17" fmla="*/ 480 h 795"/>
              <a:gd name="T18" fmla="*/ 720 w 795"/>
              <a:gd name="T19" fmla="*/ 75 h 795"/>
              <a:gd name="T20" fmla="*/ 75 w 795"/>
              <a:gd name="T21" fmla="*/ 75 h 795"/>
              <a:gd name="T22" fmla="*/ 75 w 795"/>
              <a:gd name="T23" fmla="*/ 720 h 795"/>
              <a:gd name="T24" fmla="*/ 480 w 795"/>
              <a:gd name="T25" fmla="*/ 720 h 795"/>
              <a:gd name="T26" fmla="*/ 480 w 795"/>
              <a:gd name="T27" fmla="*/ 795 h 795"/>
              <a:gd name="T28" fmla="*/ 38 w 795"/>
              <a:gd name="T29" fmla="*/ 795 h 795"/>
              <a:gd name="T30" fmla="*/ 0 w 795"/>
              <a:gd name="T31" fmla="*/ 758 h 795"/>
              <a:gd name="T32" fmla="*/ 0 w 795"/>
              <a:gd name="T33" fmla="*/ 38 h 795"/>
              <a:gd name="T34" fmla="*/ 38 w 795"/>
              <a:gd name="T35" fmla="*/ 0 h 795"/>
              <a:gd name="T36" fmla="*/ 758 w 795"/>
              <a:gd name="T37" fmla="*/ 0 h 795"/>
              <a:gd name="T38" fmla="*/ 795 w 795"/>
              <a:gd name="T39" fmla="*/ 38 h 795"/>
              <a:gd name="T40" fmla="*/ 795 w 795"/>
              <a:gd name="T41" fmla="*/ 48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95" h="795">
                <a:moveTo>
                  <a:pt x="795" y="480"/>
                </a:moveTo>
                <a:lnTo>
                  <a:pt x="795" y="555"/>
                </a:lnTo>
                <a:lnTo>
                  <a:pt x="795" y="758"/>
                </a:lnTo>
                <a:cubicBezTo>
                  <a:pt x="795" y="778"/>
                  <a:pt x="778" y="795"/>
                  <a:pt x="758" y="795"/>
                </a:cubicBezTo>
                <a:lnTo>
                  <a:pt x="555" y="795"/>
                </a:lnTo>
                <a:lnTo>
                  <a:pt x="555" y="720"/>
                </a:lnTo>
                <a:lnTo>
                  <a:pt x="720" y="720"/>
                </a:lnTo>
                <a:lnTo>
                  <a:pt x="720" y="555"/>
                </a:lnTo>
                <a:lnTo>
                  <a:pt x="720" y="480"/>
                </a:lnTo>
                <a:lnTo>
                  <a:pt x="720" y="75"/>
                </a:lnTo>
                <a:lnTo>
                  <a:pt x="75" y="75"/>
                </a:lnTo>
                <a:lnTo>
                  <a:pt x="75" y="720"/>
                </a:lnTo>
                <a:lnTo>
                  <a:pt x="480" y="720"/>
                </a:lnTo>
                <a:lnTo>
                  <a:pt x="480" y="795"/>
                </a:lnTo>
                <a:lnTo>
                  <a:pt x="38" y="795"/>
                </a:lnTo>
                <a:cubicBezTo>
                  <a:pt x="17" y="795"/>
                  <a:pt x="0" y="778"/>
                  <a:pt x="0" y="758"/>
                </a:cubicBezTo>
                <a:lnTo>
                  <a:pt x="0" y="38"/>
                </a:lnTo>
                <a:cubicBezTo>
                  <a:pt x="0" y="17"/>
                  <a:pt x="17" y="0"/>
                  <a:pt x="38" y="0"/>
                </a:cubicBezTo>
                <a:lnTo>
                  <a:pt x="758" y="0"/>
                </a:lnTo>
                <a:cubicBezTo>
                  <a:pt x="778" y="0"/>
                  <a:pt x="795" y="17"/>
                  <a:pt x="795" y="38"/>
                </a:cubicBezTo>
                <a:lnTo>
                  <a:pt x="795" y="48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2" name="Freeform 172">
            <a:extLst>
              <a:ext uri="{FF2B5EF4-FFF2-40B4-BE49-F238E27FC236}">
                <a16:creationId xmlns:a16="http://schemas.microsoft.com/office/drawing/2014/main" id="{19F253A6-7335-8395-C752-9384A088BD67}"/>
              </a:ext>
            </a:extLst>
          </p:cNvPr>
          <p:cNvSpPr>
            <a:spLocks noEditPoints="1"/>
          </p:cNvSpPr>
          <p:nvPr/>
        </p:nvSpPr>
        <p:spPr bwMode="auto">
          <a:xfrm>
            <a:off x="7340601" y="2374901"/>
            <a:ext cx="82550" cy="134938"/>
          </a:xfrm>
          <a:custGeom>
            <a:avLst/>
            <a:gdLst>
              <a:gd name="T0" fmla="*/ 113 w 226"/>
              <a:gd name="T1" fmla="*/ 0 h 375"/>
              <a:gd name="T2" fmla="*/ 193 w 226"/>
              <a:gd name="T3" fmla="*/ 33 h 375"/>
              <a:gd name="T4" fmla="*/ 226 w 226"/>
              <a:gd name="T5" fmla="*/ 113 h 375"/>
              <a:gd name="T6" fmla="*/ 193 w 226"/>
              <a:gd name="T7" fmla="*/ 193 h 375"/>
              <a:gd name="T8" fmla="*/ 138 w 226"/>
              <a:gd name="T9" fmla="*/ 223 h 375"/>
              <a:gd name="T10" fmla="*/ 138 w 226"/>
              <a:gd name="T11" fmla="*/ 375 h 375"/>
              <a:gd name="T12" fmla="*/ 88 w 226"/>
              <a:gd name="T13" fmla="*/ 375 h 375"/>
              <a:gd name="T14" fmla="*/ 88 w 226"/>
              <a:gd name="T15" fmla="*/ 223 h 375"/>
              <a:gd name="T16" fmla="*/ 33 w 226"/>
              <a:gd name="T17" fmla="*/ 193 h 375"/>
              <a:gd name="T18" fmla="*/ 0 w 226"/>
              <a:gd name="T19" fmla="*/ 113 h 375"/>
              <a:gd name="T20" fmla="*/ 33 w 226"/>
              <a:gd name="T21" fmla="*/ 33 h 375"/>
              <a:gd name="T22" fmla="*/ 113 w 226"/>
              <a:gd name="T23" fmla="*/ 0 h 375"/>
              <a:gd name="T24" fmla="*/ 157 w 226"/>
              <a:gd name="T25" fmla="*/ 69 h 375"/>
              <a:gd name="T26" fmla="*/ 113 w 226"/>
              <a:gd name="T27" fmla="*/ 50 h 375"/>
              <a:gd name="T28" fmla="*/ 68 w 226"/>
              <a:gd name="T29" fmla="*/ 69 h 375"/>
              <a:gd name="T30" fmla="*/ 49 w 226"/>
              <a:gd name="T31" fmla="*/ 113 h 375"/>
              <a:gd name="T32" fmla="*/ 68 w 226"/>
              <a:gd name="T33" fmla="*/ 158 h 375"/>
              <a:gd name="T34" fmla="*/ 113 w 226"/>
              <a:gd name="T35" fmla="*/ 176 h 375"/>
              <a:gd name="T36" fmla="*/ 157 w 226"/>
              <a:gd name="T37" fmla="*/ 158 h 375"/>
              <a:gd name="T38" fmla="*/ 176 w 226"/>
              <a:gd name="T39" fmla="*/ 113 h 375"/>
              <a:gd name="T40" fmla="*/ 157 w 226"/>
              <a:gd name="T41" fmla="*/ 6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6" h="375">
                <a:moveTo>
                  <a:pt x="113" y="0"/>
                </a:moveTo>
                <a:cubicBezTo>
                  <a:pt x="144" y="0"/>
                  <a:pt x="172" y="13"/>
                  <a:pt x="193" y="33"/>
                </a:cubicBezTo>
                <a:cubicBezTo>
                  <a:pt x="213" y="54"/>
                  <a:pt x="226" y="82"/>
                  <a:pt x="226" y="113"/>
                </a:cubicBezTo>
                <a:cubicBezTo>
                  <a:pt x="226" y="144"/>
                  <a:pt x="213" y="173"/>
                  <a:pt x="193" y="193"/>
                </a:cubicBezTo>
                <a:cubicBezTo>
                  <a:pt x="178" y="208"/>
                  <a:pt x="159" y="219"/>
                  <a:pt x="138" y="223"/>
                </a:cubicBezTo>
                <a:lnTo>
                  <a:pt x="138" y="375"/>
                </a:lnTo>
                <a:lnTo>
                  <a:pt x="88" y="375"/>
                </a:lnTo>
                <a:lnTo>
                  <a:pt x="88" y="223"/>
                </a:lnTo>
                <a:cubicBezTo>
                  <a:pt x="66" y="219"/>
                  <a:pt x="47" y="208"/>
                  <a:pt x="33" y="193"/>
                </a:cubicBezTo>
                <a:cubicBezTo>
                  <a:pt x="12" y="173"/>
                  <a:pt x="0" y="144"/>
                  <a:pt x="0" y="113"/>
                </a:cubicBezTo>
                <a:cubicBezTo>
                  <a:pt x="0" y="82"/>
                  <a:pt x="12" y="54"/>
                  <a:pt x="33" y="33"/>
                </a:cubicBezTo>
                <a:cubicBezTo>
                  <a:pt x="53" y="13"/>
                  <a:pt x="81" y="0"/>
                  <a:pt x="113" y="0"/>
                </a:cubicBezTo>
                <a:close/>
                <a:moveTo>
                  <a:pt x="157" y="69"/>
                </a:moveTo>
                <a:cubicBezTo>
                  <a:pt x="146" y="57"/>
                  <a:pt x="130" y="50"/>
                  <a:pt x="113" y="50"/>
                </a:cubicBezTo>
                <a:cubicBezTo>
                  <a:pt x="95" y="50"/>
                  <a:pt x="79" y="57"/>
                  <a:pt x="68" y="69"/>
                </a:cubicBezTo>
                <a:cubicBezTo>
                  <a:pt x="57" y="80"/>
                  <a:pt x="49" y="96"/>
                  <a:pt x="49" y="113"/>
                </a:cubicBezTo>
                <a:cubicBezTo>
                  <a:pt x="50" y="131"/>
                  <a:pt x="57" y="146"/>
                  <a:pt x="68" y="158"/>
                </a:cubicBezTo>
                <a:cubicBezTo>
                  <a:pt x="79" y="169"/>
                  <a:pt x="95" y="176"/>
                  <a:pt x="113" y="176"/>
                </a:cubicBezTo>
                <a:cubicBezTo>
                  <a:pt x="130" y="176"/>
                  <a:pt x="146" y="169"/>
                  <a:pt x="157" y="158"/>
                </a:cubicBezTo>
                <a:cubicBezTo>
                  <a:pt x="169" y="146"/>
                  <a:pt x="176" y="131"/>
                  <a:pt x="176" y="113"/>
                </a:cubicBezTo>
                <a:cubicBezTo>
                  <a:pt x="176" y="96"/>
                  <a:pt x="169" y="80"/>
                  <a:pt x="157" y="69"/>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3" name="Freeform 173">
            <a:extLst>
              <a:ext uri="{FF2B5EF4-FFF2-40B4-BE49-F238E27FC236}">
                <a16:creationId xmlns:a16="http://schemas.microsoft.com/office/drawing/2014/main" id="{BDE57BF2-9EE2-D91E-8C14-E66211E564C3}"/>
              </a:ext>
            </a:extLst>
          </p:cNvPr>
          <p:cNvSpPr>
            <a:spLocks noEditPoints="1"/>
          </p:cNvSpPr>
          <p:nvPr/>
        </p:nvSpPr>
        <p:spPr bwMode="auto">
          <a:xfrm>
            <a:off x="7175501" y="2443164"/>
            <a:ext cx="114300" cy="114300"/>
          </a:xfrm>
          <a:custGeom>
            <a:avLst/>
            <a:gdLst>
              <a:gd name="T0" fmla="*/ 33 w 316"/>
              <a:gd name="T1" fmla="*/ 33 h 316"/>
              <a:gd name="T2" fmla="*/ 113 w 316"/>
              <a:gd name="T3" fmla="*/ 0 h 316"/>
              <a:gd name="T4" fmla="*/ 193 w 316"/>
              <a:gd name="T5" fmla="*/ 33 h 316"/>
              <a:gd name="T6" fmla="*/ 226 w 316"/>
              <a:gd name="T7" fmla="*/ 113 h 316"/>
              <a:gd name="T8" fmla="*/ 209 w 316"/>
              <a:gd name="T9" fmla="*/ 173 h 316"/>
              <a:gd name="T10" fmla="*/ 316 w 316"/>
              <a:gd name="T11" fmla="*/ 280 h 316"/>
              <a:gd name="T12" fmla="*/ 281 w 316"/>
              <a:gd name="T13" fmla="*/ 316 h 316"/>
              <a:gd name="T14" fmla="*/ 173 w 316"/>
              <a:gd name="T15" fmla="*/ 209 h 316"/>
              <a:gd name="T16" fmla="*/ 113 w 316"/>
              <a:gd name="T17" fmla="*/ 226 h 316"/>
              <a:gd name="T18" fmla="*/ 33 w 316"/>
              <a:gd name="T19" fmla="*/ 193 h 316"/>
              <a:gd name="T20" fmla="*/ 0 w 316"/>
              <a:gd name="T21" fmla="*/ 113 h 316"/>
              <a:gd name="T22" fmla="*/ 33 w 316"/>
              <a:gd name="T23" fmla="*/ 33 h 316"/>
              <a:gd name="T24" fmla="*/ 113 w 316"/>
              <a:gd name="T25" fmla="*/ 50 h 316"/>
              <a:gd name="T26" fmla="*/ 69 w 316"/>
              <a:gd name="T27" fmla="*/ 68 h 316"/>
              <a:gd name="T28" fmla="*/ 50 w 316"/>
              <a:gd name="T29" fmla="*/ 113 h 316"/>
              <a:gd name="T30" fmla="*/ 68 w 316"/>
              <a:gd name="T31" fmla="*/ 158 h 316"/>
              <a:gd name="T32" fmla="*/ 113 w 316"/>
              <a:gd name="T33" fmla="*/ 176 h 316"/>
              <a:gd name="T34" fmla="*/ 158 w 316"/>
              <a:gd name="T35" fmla="*/ 158 h 316"/>
              <a:gd name="T36" fmla="*/ 176 w 316"/>
              <a:gd name="T37" fmla="*/ 113 h 316"/>
              <a:gd name="T38" fmla="*/ 158 w 316"/>
              <a:gd name="T39" fmla="*/ 68 h 316"/>
              <a:gd name="T40" fmla="*/ 113 w 316"/>
              <a:gd name="T41" fmla="*/ 5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6" h="316">
                <a:moveTo>
                  <a:pt x="33" y="33"/>
                </a:moveTo>
                <a:cubicBezTo>
                  <a:pt x="55" y="11"/>
                  <a:pt x="84" y="0"/>
                  <a:pt x="113" y="0"/>
                </a:cubicBezTo>
                <a:cubicBezTo>
                  <a:pt x="142" y="0"/>
                  <a:pt x="171" y="11"/>
                  <a:pt x="193" y="33"/>
                </a:cubicBezTo>
                <a:cubicBezTo>
                  <a:pt x="215" y="55"/>
                  <a:pt x="226" y="84"/>
                  <a:pt x="226" y="113"/>
                </a:cubicBezTo>
                <a:cubicBezTo>
                  <a:pt x="226" y="134"/>
                  <a:pt x="220" y="155"/>
                  <a:pt x="209" y="173"/>
                </a:cubicBezTo>
                <a:lnTo>
                  <a:pt x="316" y="280"/>
                </a:lnTo>
                <a:lnTo>
                  <a:pt x="281" y="316"/>
                </a:lnTo>
                <a:lnTo>
                  <a:pt x="173" y="209"/>
                </a:lnTo>
                <a:cubicBezTo>
                  <a:pt x="155" y="220"/>
                  <a:pt x="134" y="226"/>
                  <a:pt x="113" y="226"/>
                </a:cubicBezTo>
                <a:cubicBezTo>
                  <a:pt x="84" y="226"/>
                  <a:pt x="55" y="215"/>
                  <a:pt x="33" y="193"/>
                </a:cubicBezTo>
                <a:cubicBezTo>
                  <a:pt x="11" y="171"/>
                  <a:pt x="0" y="142"/>
                  <a:pt x="0" y="113"/>
                </a:cubicBezTo>
                <a:cubicBezTo>
                  <a:pt x="0" y="84"/>
                  <a:pt x="11" y="55"/>
                  <a:pt x="33" y="33"/>
                </a:cubicBezTo>
                <a:close/>
                <a:moveTo>
                  <a:pt x="113" y="50"/>
                </a:moveTo>
                <a:cubicBezTo>
                  <a:pt x="97" y="50"/>
                  <a:pt x="81" y="56"/>
                  <a:pt x="69" y="68"/>
                </a:cubicBezTo>
                <a:cubicBezTo>
                  <a:pt x="56" y="81"/>
                  <a:pt x="50" y="97"/>
                  <a:pt x="50" y="113"/>
                </a:cubicBezTo>
                <a:cubicBezTo>
                  <a:pt x="50" y="129"/>
                  <a:pt x="56" y="145"/>
                  <a:pt x="68" y="158"/>
                </a:cubicBezTo>
                <a:cubicBezTo>
                  <a:pt x="81" y="170"/>
                  <a:pt x="97" y="176"/>
                  <a:pt x="113" y="176"/>
                </a:cubicBezTo>
                <a:cubicBezTo>
                  <a:pt x="129" y="176"/>
                  <a:pt x="146" y="170"/>
                  <a:pt x="158" y="158"/>
                </a:cubicBezTo>
                <a:cubicBezTo>
                  <a:pt x="170" y="145"/>
                  <a:pt x="176" y="129"/>
                  <a:pt x="176" y="113"/>
                </a:cubicBezTo>
                <a:cubicBezTo>
                  <a:pt x="176" y="97"/>
                  <a:pt x="170" y="81"/>
                  <a:pt x="158" y="68"/>
                </a:cubicBezTo>
                <a:cubicBezTo>
                  <a:pt x="146" y="56"/>
                  <a:pt x="129" y="50"/>
                  <a:pt x="113" y="50"/>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4" name="Freeform 174">
            <a:extLst>
              <a:ext uri="{FF2B5EF4-FFF2-40B4-BE49-F238E27FC236}">
                <a16:creationId xmlns:a16="http://schemas.microsoft.com/office/drawing/2014/main" id="{0A7B6C85-7902-67CE-BBAC-D2031573EC6B}"/>
              </a:ext>
            </a:extLst>
          </p:cNvPr>
          <p:cNvSpPr>
            <a:spLocks noEditPoints="1"/>
          </p:cNvSpPr>
          <p:nvPr/>
        </p:nvSpPr>
        <p:spPr bwMode="auto">
          <a:xfrm>
            <a:off x="7105651" y="2609851"/>
            <a:ext cx="134938" cy="80963"/>
          </a:xfrm>
          <a:custGeom>
            <a:avLst/>
            <a:gdLst>
              <a:gd name="T0" fmla="*/ 0 w 375"/>
              <a:gd name="T1" fmla="*/ 113 h 227"/>
              <a:gd name="T2" fmla="*/ 33 w 375"/>
              <a:gd name="T3" fmla="*/ 33 h 227"/>
              <a:gd name="T4" fmla="*/ 113 w 375"/>
              <a:gd name="T5" fmla="*/ 0 h 227"/>
              <a:gd name="T6" fmla="*/ 193 w 375"/>
              <a:gd name="T7" fmla="*/ 33 h 227"/>
              <a:gd name="T8" fmla="*/ 224 w 375"/>
              <a:gd name="T9" fmla="*/ 88 h 227"/>
              <a:gd name="T10" fmla="*/ 375 w 375"/>
              <a:gd name="T11" fmla="*/ 88 h 227"/>
              <a:gd name="T12" fmla="*/ 375 w 375"/>
              <a:gd name="T13" fmla="*/ 138 h 227"/>
              <a:gd name="T14" fmla="*/ 224 w 375"/>
              <a:gd name="T15" fmla="*/ 138 h 227"/>
              <a:gd name="T16" fmla="*/ 193 w 375"/>
              <a:gd name="T17" fmla="*/ 193 h 227"/>
              <a:gd name="T18" fmla="*/ 113 w 375"/>
              <a:gd name="T19" fmla="*/ 227 h 227"/>
              <a:gd name="T20" fmla="*/ 33 w 375"/>
              <a:gd name="T21" fmla="*/ 193 h 227"/>
              <a:gd name="T22" fmla="*/ 0 w 375"/>
              <a:gd name="T23" fmla="*/ 113 h 227"/>
              <a:gd name="T24" fmla="*/ 69 w 375"/>
              <a:gd name="T25" fmla="*/ 69 h 227"/>
              <a:gd name="T26" fmla="*/ 50 w 375"/>
              <a:gd name="T27" fmla="*/ 113 h 227"/>
              <a:gd name="T28" fmla="*/ 69 w 375"/>
              <a:gd name="T29" fmla="*/ 158 h 227"/>
              <a:gd name="T30" fmla="*/ 113 w 375"/>
              <a:gd name="T31" fmla="*/ 177 h 227"/>
              <a:gd name="T32" fmla="*/ 158 w 375"/>
              <a:gd name="T33" fmla="*/ 158 h 227"/>
              <a:gd name="T34" fmla="*/ 177 w 375"/>
              <a:gd name="T35" fmla="*/ 113 h 227"/>
              <a:gd name="T36" fmla="*/ 158 w 375"/>
              <a:gd name="T37" fmla="*/ 69 h 227"/>
              <a:gd name="T38" fmla="*/ 113 w 375"/>
              <a:gd name="T39" fmla="*/ 50 h 227"/>
              <a:gd name="T40" fmla="*/ 69 w 375"/>
              <a:gd name="T41" fmla="*/ 69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5" h="227">
                <a:moveTo>
                  <a:pt x="0" y="113"/>
                </a:moveTo>
                <a:cubicBezTo>
                  <a:pt x="0" y="82"/>
                  <a:pt x="13" y="54"/>
                  <a:pt x="33" y="33"/>
                </a:cubicBezTo>
                <a:cubicBezTo>
                  <a:pt x="54" y="13"/>
                  <a:pt x="82" y="0"/>
                  <a:pt x="113" y="0"/>
                </a:cubicBezTo>
                <a:cubicBezTo>
                  <a:pt x="145" y="0"/>
                  <a:pt x="173" y="13"/>
                  <a:pt x="193" y="33"/>
                </a:cubicBezTo>
                <a:cubicBezTo>
                  <a:pt x="208" y="48"/>
                  <a:pt x="219" y="67"/>
                  <a:pt x="224" y="88"/>
                </a:cubicBezTo>
                <a:lnTo>
                  <a:pt x="375" y="88"/>
                </a:lnTo>
                <a:lnTo>
                  <a:pt x="375" y="138"/>
                </a:lnTo>
                <a:lnTo>
                  <a:pt x="224" y="138"/>
                </a:lnTo>
                <a:cubicBezTo>
                  <a:pt x="219" y="160"/>
                  <a:pt x="208" y="179"/>
                  <a:pt x="193" y="193"/>
                </a:cubicBezTo>
                <a:cubicBezTo>
                  <a:pt x="173" y="214"/>
                  <a:pt x="145" y="227"/>
                  <a:pt x="113" y="227"/>
                </a:cubicBezTo>
                <a:cubicBezTo>
                  <a:pt x="82" y="226"/>
                  <a:pt x="54" y="214"/>
                  <a:pt x="33" y="193"/>
                </a:cubicBezTo>
                <a:cubicBezTo>
                  <a:pt x="13" y="173"/>
                  <a:pt x="0" y="145"/>
                  <a:pt x="0" y="113"/>
                </a:cubicBezTo>
                <a:close/>
                <a:moveTo>
                  <a:pt x="69" y="69"/>
                </a:moveTo>
                <a:cubicBezTo>
                  <a:pt x="57" y="80"/>
                  <a:pt x="50" y="96"/>
                  <a:pt x="50" y="113"/>
                </a:cubicBezTo>
                <a:cubicBezTo>
                  <a:pt x="50" y="131"/>
                  <a:pt x="57" y="147"/>
                  <a:pt x="69" y="158"/>
                </a:cubicBezTo>
                <a:cubicBezTo>
                  <a:pt x="80" y="170"/>
                  <a:pt x="96" y="177"/>
                  <a:pt x="113" y="177"/>
                </a:cubicBezTo>
                <a:cubicBezTo>
                  <a:pt x="131" y="177"/>
                  <a:pt x="147" y="169"/>
                  <a:pt x="158" y="158"/>
                </a:cubicBezTo>
                <a:cubicBezTo>
                  <a:pt x="170" y="147"/>
                  <a:pt x="177" y="131"/>
                  <a:pt x="177" y="113"/>
                </a:cubicBezTo>
                <a:cubicBezTo>
                  <a:pt x="177" y="96"/>
                  <a:pt x="170" y="80"/>
                  <a:pt x="158" y="69"/>
                </a:cubicBezTo>
                <a:cubicBezTo>
                  <a:pt x="147" y="57"/>
                  <a:pt x="131" y="50"/>
                  <a:pt x="113" y="50"/>
                </a:cubicBezTo>
                <a:cubicBezTo>
                  <a:pt x="96" y="50"/>
                  <a:pt x="80" y="57"/>
                  <a:pt x="69" y="69"/>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5" name="Freeform 175">
            <a:extLst>
              <a:ext uri="{FF2B5EF4-FFF2-40B4-BE49-F238E27FC236}">
                <a16:creationId xmlns:a16="http://schemas.microsoft.com/office/drawing/2014/main" id="{8DADF698-72FA-D394-0532-1BAF9B15691B}"/>
              </a:ext>
            </a:extLst>
          </p:cNvPr>
          <p:cNvSpPr>
            <a:spLocks noEditPoints="1"/>
          </p:cNvSpPr>
          <p:nvPr/>
        </p:nvSpPr>
        <p:spPr bwMode="auto">
          <a:xfrm>
            <a:off x="7175501" y="2743201"/>
            <a:ext cx="114300" cy="114300"/>
          </a:xfrm>
          <a:custGeom>
            <a:avLst/>
            <a:gdLst>
              <a:gd name="T0" fmla="*/ 33 w 316"/>
              <a:gd name="T1" fmla="*/ 283 h 316"/>
              <a:gd name="T2" fmla="*/ 0 w 316"/>
              <a:gd name="T3" fmla="*/ 203 h 316"/>
              <a:gd name="T4" fmla="*/ 33 w 316"/>
              <a:gd name="T5" fmla="*/ 123 h 316"/>
              <a:gd name="T6" fmla="*/ 113 w 316"/>
              <a:gd name="T7" fmla="*/ 90 h 316"/>
              <a:gd name="T8" fmla="*/ 173 w 316"/>
              <a:gd name="T9" fmla="*/ 107 h 316"/>
              <a:gd name="T10" fmla="*/ 281 w 316"/>
              <a:gd name="T11" fmla="*/ 0 h 316"/>
              <a:gd name="T12" fmla="*/ 316 w 316"/>
              <a:gd name="T13" fmla="*/ 35 h 316"/>
              <a:gd name="T14" fmla="*/ 209 w 316"/>
              <a:gd name="T15" fmla="*/ 143 h 316"/>
              <a:gd name="T16" fmla="*/ 226 w 316"/>
              <a:gd name="T17" fmla="*/ 203 h 316"/>
              <a:gd name="T18" fmla="*/ 193 w 316"/>
              <a:gd name="T19" fmla="*/ 283 h 316"/>
              <a:gd name="T20" fmla="*/ 113 w 316"/>
              <a:gd name="T21" fmla="*/ 316 h 316"/>
              <a:gd name="T22" fmla="*/ 33 w 316"/>
              <a:gd name="T23" fmla="*/ 283 h 316"/>
              <a:gd name="T24" fmla="*/ 50 w 316"/>
              <a:gd name="T25" fmla="*/ 203 h 316"/>
              <a:gd name="T26" fmla="*/ 69 w 316"/>
              <a:gd name="T27" fmla="*/ 248 h 316"/>
              <a:gd name="T28" fmla="*/ 113 w 316"/>
              <a:gd name="T29" fmla="*/ 266 h 316"/>
              <a:gd name="T30" fmla="*/ 158 w 316"/>
              <a:gd name="T31" fmla="*/ 248 h 316"/>
              <a:gd name="T32" fmla="*/ 176 w 316"/>
              <a:gd name="T33" fmla="*/ 203 h 316"/>
              <a:gd name="T34" fmla="*/ 158 w 316"/>
              <a:gd name="T35" fmla="*/ 158 h 316"/>
              <a:gd name="T36" fmla="*/ 113 w 316"/>
              <a:gd name="T37" fmla="*/ 140 h 316"/>
              <a:gd name="T38" fmla="*/ 69 w 316"/>
              <a:gd name="T39" fmla="*/ 158 h 316"/>
              <a:gd name="T40" fmla="*/ 50 w 316"/>
              <a:gd name="T41" fmla="*/ 203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6" h="316">
                <a:moveTo>
                  <a:pt x="33" y="283"/>
                </a:moveTo>
                <a:cubicBezTo>
                  <a:pt x="11" y="261"/>
                  <a:pt x="0" y="232"/>
                  <a:pt x="0" y="203"/>
                </a:cubicBezTo>
                <a:cubicBezTo>
                  <a:pt x="0" y="174"/>
                  <a:pt x="11" y="145"/>
                  <a:pt x="33" y="123"/>
                </a:cubicBezTo>
                <a:cubicBezTo>
                  <a:pt x="55" y="101"/>
                  <a:pt x="84" y="90"/>
                  <a:pt x="113" y="90"/>
                </a:cubicBezTo>
                <a:cubicBezTo>
                  <a:pt x="134" y="90"/>
                  <a:pt x="155" y="96"/>
                  <a:pt x="173" y="107"/>
                </a:cubicBezTo>
                <a:lnTo>
                  <a:pt x="281" y="0"/>
                </a:lnTo>
                <a:lnTo>
                  <a:pt x="316" y="35"/>
                </a:lnTo>
                <a:lnTo>
                  <a:pt x="209" y="143"/>
                </a:lnTo>
                <a:cubicBezTo>
                  <a:pt x="220" y="161"/>
                  <a:pt x="226" y="182"/>
                  <a:pt x="226" y="203"/>
                </a:cubicBezTo>
                <a:cubicBezTo>
                  <a:pt x="226" y="232"/>
                  <a:pt x="215" y="261"/>
                  <a:pt x="193" y="283"/>
                </a:cubicBezTo>
                <a:cubicBezTo>
                  <a:pt x="171" y="305"/>
                  <a:pt x="142" y="316"/>
                  <a:pt x="113" y="316"/>
                </a:cubicBezTo>
                <a:cubicBezTo>
                  <a:pt x="84" y="316"/>
                  <a:pt x="55" y="305"/>
                  <a:pt x="33" y="283"/>
                </a:cubicBezTo>
                <a:close/>
                <a:moveTo>
                  <a:pt x="50" y="203"/>
                </a:moveTo>
                <a:cubicBezTo>
                  <a:pt x="50" y="219"/>
                  <a:pt x="56" y="235"/>
                  <a:pt x="69" y="248"/>
                </a:cubicBezTo>
                <a:cubicBezTo>
                  <a:pt x="81" y="260"/>
                  <a:pt x="97" y="266"/>
                  <a:pt x="113" y="266"/>
                </a:cubicBezTo>
                <a:cubicBezTo>
                  <a:pt x="129" y="266"/>
                  <a:pt x="146" y="260"/>
                  <a:pt x="158" y="248"/>
                </a:cubicBezTo>
                <a:cubicBezTo>
                  <a:pt x="170" y="235"/>
                  <a:pt x="176" y="219"/>
                  <a:pt x="176" y="203"/>
                </a:cubicBezTo>
                <a:cubicBezTo>
                  <a:pt x="176" y="187"/>
                  <a:pt x="170" y="170"/>
                  <a:pt x="158" y="158"/>
                </a:cubicBezTo>
                <a:cubicBezTo>
                  <a:pt x="146" y="146"/>
                  <a:pt x="129" y="140"/>
                  <a:pt x="113" y="140"/>
                </a:cubicBezTo>
                <a:cubicBezTo>
                  <a:pt x="97" y="140"/>
                  <a:pt x="81" y="146"/>
                  <a:pt x="69" y="158"/>
                </a:cubicBezTo>
                <a:cubicBezTo>
                  <a:pt x="56" y="170"/>
                  <a:pt x="50" y="187"/>
                  <a:pt x="50" y="203"/>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6" name="Freeform 176">
            <a:extLst>
              <a:ext uri="{FF2B5EF4-FFF2-40B4-BE49-F238E27FC236}">
                <a16:creationId xmlns:a16="http://schemas.microsoft.com/office/drawing/2014/main" id="{2B2A0A31-BC21-14D6-67F4-68B461986319}"/>
              </a:ext>
            </a:extLst>
          </p:cNvPr>
          <p:cNvSpPr>
            <a:spLocks noEditPoints="1"/>
          </p:cNvSpPr>
          <p:nvPr/>
        </p:nvSpPr>
        <p:spPr bwMode="auto">
          <a:xfrm>
            <a:off x="7340601" y="2790826"/>
            <a:ext cx="82550" cy="134938"/>
          </a:xfrm>
          <a:custGeom>
            <a:avLst/>
            <a:gdLst>
              <a:gd name="T0" fmla="*/ 113 w 226"/>
              <a:gd name="T1" fmla="*/ 375 h 375"/>
              <a:gd name="T2" fmla="*/ 33 w 226"/>
              <a:gd name="T3" fmla="*/ 342 h 375"/>
              <a:gd name="T4" fmla="*/ 0 w 226"/>
              <a:gd name="T5" fmla="*/ 262 h 375"/>
              <a:gd name="T6" fmla="*/ 33 w 226"/>
              <a:gd name="T7" fmla="*/ 182 h 375"/>
              <a:gd name="T8" fmla="*/ 88 w 226"/>
              <a:gd name="T9" fmla="*/ 151 h 375"/>
              <a:gd name="T10" fmla="*/ 88 w 226"/>
              <a:gd name="T11" fmla="*/ 0 h 375"/>
              <a:gd name="T12" fmla="*/ 138 w 226"/>
              <a:gd name="T13" fmla="*/ 0 h 375"/>
              <a:gd name="T14" fmla="*/ 138 w 226"/>
              <a:gd name="T15" fmla="*/ 151 h 375"/>
              <a:gd name="T16" fmla="*/ 193 w 226"/>
              <a:gd name="T17" fmla="*/ 182 h 375"/>
              <a:gd name="T18" fmla="*/ 226 w 226"/>
              <a:gd name="T19" fmla="*/ 262 h 375"/>
              <a:gd name="T20" fmla="*/ 193 w 226"/>
              <a:gd name="T21" fmla="*/ 342 h 375"/>
              <a:gd name="T22" fmla="*/ 113 w 226"/>
              <a:gd name="T23" fmla="*/ 375 h 375"/>
              <a:gd name="T24" fmla="*/ 68 w 226"/>
              <a:gd name="T25" fmla="*/ 306 h 375"/>
              <a:gd name="T26" fmla="*/ 113 w 226"/>
              <a:gd name="T27" fmla="*/ 325 h 375"/>
              <a:gd name="T28" fmla="*/ 157 w 226"/>
              <a:gd name="T29" fmla="*/ 306 h 375"/>
              <a:gd name="T30" fmla="*/ 176 w 226"/>
              <a:gd name="T31" fmla="*/ 262 h 375"/>
              <a:gd name="T32" fmla="*/ 157 w 226"/>
              <a:gd name="T33" fmla="*/ 217 h 375"/>
              <a:gd name="T34" fmla="*/ 113 w 226"/>
              <a:gd name="T35" fmla="*/ 198 h 375"/>
              <a:gd name="T36" fmla="*/ 68 w 226"/>
              <a:gd name="T37" fmla="*/ 217 h 375"/>
              <a:gd name="T38" fmla="*/ 50 w 226"/>
              <a:gd name="T39" fmla="*/ 262 h 375"/>
              <a:gd name="T40" fmla="*/ 68 w 226"/>
              <a:gd name="T41" fmla="*/ 306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6" h="375">
                <a:moveTo>
                  <a:pt x="113" y="375"/>
                </a:moveTo>
                <a:cubicBezTo>
                  <a:pt x="81" y="375"/>
                  <a:pt x="53" y="362"/>
                  <a:pt x="33" y="342"/>
                </a:cubicBezTo>
                <a:cubicBezTo>
                  <a:pt x="12" y="321"/>
                  <a:pt x="0" y="293"/>
                  <a:pt x="0" y="262"/>
                </a:cubicBezTo>
                <a:cubicBezTo>
                  <a:pt x="0" y="230"/>
                  <a:pt x="12" y="202"/>
                  <a:pt x="33" y="182"/>
                </a:cubicBezTo>
                <a:cubicBezTo>
                  <a:pt x="47" y="167"/>
                  <a:pt x="66" y="156"/>
                  <a:pt x="88" y="151"/>
                </a:cubicBezTo>
                <a:lnTo>
                  <a:pt x="88" y="0"/>
                </a:lnTo>
                <a:lnTo>
                  <a:pt x="138" y="0"/>
                </a:lnTo>
                <a:lnTo>
                  <a:pt x="138" y="151"/>
                </a:lnTo>
                <a:cubicBezTo>
                  <a:pt x="159" y="156"/>
                  <a:pt x="178" y="167"/>
                  <a:pt x="193" y="182"/>
                </a:cubicBezTo>
                <a:cubicBezTo>
                  <a:pt x="213" y="202"/>
                  <a:pt x="226" y="230"/>
                  <a:pt x="226" y="262"/>
                </a:cubicBezTo>
                <a:cubicBezTo>
                  <a:pt x="226" y="293"/>
                  <a:pt x="213" y="321"/>
                  <a:pt x="193" y="342"/>
                </a:cubicBezTo>
                <a:cubicBezTo>
                  <a:pt x="172" y="362"/>
                  <a:pt x="144" y="375"/>
                  <a:pt x="113" y="375"/>
                </a:cubicBezTo>
                <a:close/>
                <a:moveTo>
                  <a:pt x="68" y="306"/>
                </a:moveTo>
                <a:cubicBezTo>
                  <a:pt x="79" y="318"/>
                  <a:pt x="95" y="325"/>
                  <a:pt x="113" y="325"/>
                </a:cubicBezTo>
                <a:cubicBezTo>
                  <a:pt x="130" y="325"/>
                  <a:pt x="146" y="318"/>
                  <a:pt x="157" y="306"/>
                </a:cubicBezTo>
                <a:cubicBezTo>
                  <a:pt x="169" y="295"/>
                  <a:pt x="176" y="279"/>
                  <a:pt x="176" y="262"/>
                </a:cubicBezTo>
                <a:cubicBezTo>
                  <a:pt x="176" y="244"/>
                  <a:pt x="169" y="228"/>
                  <a:pt x="157" y="217"/>
                </a:cubicBezTo>
                <a:cubicBezTo>
                  <a:pt x="146" y="206"/>
                  <a:pt x="130" y="198"/>
                  <a:pt x="113" y="198"/>
                </a:cubicBezTo>
                <a:cubicBezTo>
                  <a:pt x="95" y="198"/>
                  <a:pt x="79" y="206"/>
                  <a:pt x="68" y="217"/>
                </a:cubicBezTo>
                <a:cubicBezTo>
                  <a:pt x="57" y="228"/>
                  <a:pt x="50" y="244"/>
                  <a:pt x="50" y="262"/>
                </a:cubicBezTo>
                <a:cubicBezTo>
                  <a:pt x="49" y="279"/>
                  <a:pt x="57" y="295"/>
                  <a:pt x="68" y="306"/>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7" name="Freeform 177">
            <a:extLst>
              <a:ext uri="{FF2B5EF4-FFF2-40B4-BE49-F238E27FC236}">
                <a16:creationId xmlns:a16="http://schemas.microsoft.com/office/drawing/2014/main" id="{485D0F30-724C-C271-121B-16AF72D55C91}"/>
              </a:ext>
            </a:extLst>
          </p:cNvPr>
          <p:cNvSpPr>
            <a:spLocks noEditPoints="1"/>
          </p:cNvSpPr>
          <p:nvPr/>
        </p:nvSpPr>
        <p:spPr bwMode="auto">
          <a:xfrm>
            <a:off x="7475538" y="2743201"/>
            <a:ext cx="112713" cy="114300"/>
          </a:xfrm>
          <a:custGeom>
            <a:avLst/>
            <a:gdLst>
              <a:gd name="T0" fmla="*/ 283 w 316"/>
              <a:gd name="T1" fmla="*/ 283 h 316"/>
              <a:gd name="T2" fmla="*/ 203 w 316"/>
              <a:gd name="T3" fmla="*/ 316 h 316"/>
              <a:gd name="T4" fmla="*/ 123 w 316"/>
              <a:gd name="T5" fmla="*/ 283 h 316"/>
              <a:gd name="T6" fmla="*/ 90 w 316"/>
              <a:gd name="T7" fmla="*/ 203 h 316"/>
              <a:gd name="T8" fmla="*/ 108 w 316"/>
              <a:gd name="T9" fmla="*/ 143 h 316"/>
              <a:gd name="T10" fmla="*/ 0 w 316"/>
              <a:gd name="T11" fmla="*/ 35 h 316"/>
              <a:gd name="T12" fmla="*/ 36 w 316"/>
              <a:gd name="T13" fmla="*/ 0 h 316"/>
              <a:gd name="T14" fmla="*/ 143 w 316"/>
              <a:gd name="T15" fmla="*/ 107 h 316"/>
              <a:gd name="T16" fmla="*/ 203 w 316"/>
              <a:gd name="T17" fmla="*/ 90 h 316"/>
              <a:gd name="T18" fmla="*/ 283 w 316"/>
              <a:gd name="T19" fmla="*/ 123 h 316"/>
              <a:gd name="T20" fmla="*/ 316 w 316"/>
              <a:gd name="T21" fmla="*/ 203 h 316"/>
              <a:gd name="T22" fmla="*/ 283 w 316"/>
              <a:gd name="T23" fmla="*/ 283 h 316"/>
              <a:gd name="T24" fmla="*/ 203 w 316"/>
              <a:gd name="T25" fmla="*/ 266 h 316"/>
              <a:gd name="T26" fmla="*/ 248 w 316"/>
              <a:gd name="T27" fmla="*/ 248 h 316"/>
              <a:gd name="T28" fmla="*/ 266 w 316"/>
              <a:gd name="T29" fmla="*/ 203 h 316"/>
              <a:gd name="T30" fmla="*/ 248 w 316"/>
              <a:gd name="T31" fmla="*/ 158 h 316"/>
              <a:gd name="T32" fmla="*/ 203 w 316"/>
              <a:gd name="T33" fmla="*/ 140 h 316"/>
              <a:gd name="T34" fmla="*/ 158 w 316"/>
              <a:gd name="T35" fmla="*/ 158 h 316"/>
              <a:gd name="T36" fmla="*/ 140 w 316"/>
              <a:gd name="T37" fmla="*/ 203 h 316"/>
              <a:gd name="T38" fmla="*/ 159 w 316"/>
              <a:gd name="T39" fmla="*/ 248 h 316"/>
              <a:gd name="T40" fmla="*/ 203 w 316"/>
              <a:gd name="T41" fmla="*/ 26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6" h="316">
                <a:moveTo>
                  <a:pt x="283" y="283"/>
                </a:moveTo>
                <a:cubicBezTo>
                  <a:pt x="261" y="305"/>
                  <a:pt x="232" y="316"/>
                  <a:pt x="203" y="316"/>
                </a:cubicBezTo>
                <a:cubicBezTo>
                  <a:pt x="174" y="316"/>
                  <a:pt x="145" y="305"/>
                  <a:pt x="123" y="283"/>
                </a:cubicBezTo>
                <a:cubicBezTo>
                  <a:pt x="101" y="261"/>
                  <a:pt x="90" y="232"/>
                  <a:pt x="90" y="203"/>
                </a:cubicBezTo>
                <a:cubicBezTo>
                  <a:pt x="90" y="182"/>
                  <a:pt x="96" y="161"/>
                  <a:pt x="108" y="143"/>
                </a:cubicBezTo>
                <a:lnTo>
                  <a:pt x="0" y="35"/>
                </a:lnTo>
                <a:lnTo>
                  <a:pt x="36" y="0"/>
                </a:lnTo>
                <a:lnTo>
                  <a:pt x="143" y="107"/>
                </a:lnTo>
                <a:cubicBezTo>
                  <a:pt x="161" y="96"/>
                  <a:pt x="182" y="90"/>
                  <a:pt x="203" y="90"/>
                </a:cubicBezTo>
                <a:cubicBezTo>
                  <a:pt x="232" y="90"/>
                  <a:pt x="261" y="101"/>
                  <a:pt x="283" y="123"/>
                </a:cubicBezTo>
                <a:cubicBezTo>
                  <a:pt x="305" y="145"/>
                  <a:pt x="316" y="174"/>
                  <a:pt x="316" y="203"/>
                </a:cubicBezTo>
                <a:cubicBezTo>
                  <a:pt x="316" y="232"/>
                  <a:pt x="305" y="261"/>
                  <a:pt x="283" y="283"/>
                </a:cubicBezTo>
                <a:close/>
                <a:moveTo>
                  <a:pt x="203" y="266"/>
                </a:moveTo>
                <a:cubicBezTo>
                  <a:pt x="219" y="266"/>
                  <a:pt x="235" y="260"/>
                  <a:pt x="248" y="248"/>
                </a:cubicBezTo>
                <a:cubicBezTo>
                  <a:pt x="260" y="235"/>
                  <a:pt x="266" y="219"/>
                  <a:pt x="266" y="203"/>
                </a:cubicBezTo>
                <a:cubicBezTo>
                  <a:pt x="266" y="187"/>
                  <a:pt x="260" y="170"/>
                  <a:pt x="248" y="158"/>
                </a:cubicBezTo>
                <a:cubicBezTo>
                  <a:pt x="235" y="146"/>
                  <a:pt x="219" y="140"/>
                  <a:pt x="203" y="140"/>
                </a:cubicBezTo>
                <a:cubicBezTo>
                  <a:pt x="187" y="140"/>
                  <a:pt x="171" y="146"/>
                  <a:pt x="158" y="158"/>
                </a:cubicBezTo>
                <a:cubicBezTo>
                  <a:pt x="146" y="170"/>
                  <a:pt x="140" y="187"/>
                  <a:pt x="140" y="203"/>
                </a:cubicBezTo>
                <a:cubicBezTo>
                  <a:pt x="140" y="219"/>
                  <a:pt x="146" y="235"/>
                  <a:pt x="159" y="248"/>
                </a:cubicBezTo>
                <a:cubicBezTo>
                  <a:pt x="171" y="260"/>
                  <a:pt x="187" y="266"/>
                  <a:pt x="203" y="266"/>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8" name="Freeform 178">
            <a:extLst>
              <a:ext uri="{FF2B5EF4-FFF2-40B4-BE49-F238E27FC236}">
                <a16:creationId xmlns:a16="http://schemas.microsoft.com/office/drawing/2014/main" id="{C172BD54-BB16-5175-1F1B-6BC81D7C5E75}"/>
              </a:ext>
            </a:extLst>
          </p:cNvPr>
          <p:cNvSpPr>
            <a:spLocks noEditPoints="1"/>
          </p:cNvSpPr>
          <p:nvPr/>
        </p:nvSpPr>
        <p:spPr bwMode="auto">
          <a:xfrm>
            <a:off x="7523163" y="2609851"/>
            <a:ext cx="134938" cy="80963"/>
          </a:xfrm>
          <a:custGeom>
            <a:avLst/>
            <a:gdLst>
              <a:gd name="T0" fmla="*/ 375 w 375"/>
              <a:gd name="T1" fmla="*/ 113 h 227"/>
              <a:gd name="T2" fmla="*/ 342 w 375"/>
              <a:gd name="T3" fmla="*/ 193 h 227"/>
              <a:gd name="T4" fmla="*/ 262 w 375"/>
              <a:gd name="T5" fmla="*/ 226 h 227"/>
              <a:gd name="T6" fmla="*/ 182 w 375"/>
              <a:gd name="T7" fmla="*/ 193 h 227"/>
              <a:gd name="T8" fmla="*/ 152 w 375"/>
              <a:gd name="T9" fmla="*/ 138 h 227"/>
              <a:gd name="T10" fmla="*/ 0 w 375"/>
              <a:gd name="T11" fmla="*/ 138 h 227"/>
              <a:gd name="T12" fmla="*/ 0 w 375"/>
              <a:gd name="T13" fmla="*/ 88 h 227"/>
              <a:gd name="T14" fmla="*/ 152 w 375"/>
              <a:gd name="T15" fmla="*/ 88 h 227"/>
              <a:gd name="T16" fmla="*/ 182 w 375"/>
              <a:gd name="T17" fmla="*/ 33 h 227"/>
              <a:gd name="T18" fmla="*/ 262 w 375"/>
              <a:gd name="T19" fmla="*/ 0 h 227"/>
              <a:gd name="T20" fmla="*/ 342 w 375"/>
              <a:gd name="T21" fmla="*/ 33 h 227"/>
              <a:gd name="T22" fmla="*/ 375 w 375"/>
              <a:gd name="T23" fmla="*/ 113 h 227"/>
              <a:gd name="T24" fmla="*/ 307 w 375"/>
              <a:gd name="T25" fmla="*/ 158 h 227"/>
              <a:gd name="T26" fmla="*/ 325 w 375"/>
              <a:gd name="T27" fmla="*/ 113 h 227"/>
              <a:gd name="T28" fmla="*/ 307 w 375"/>
              <a:gd name="T29" fmla="*/ 69 h 227"/>
              <a:gd name="T30" fmla="*/ 262 w 375"/>
              <a:gd name="T31" fmla="*/ 50 h 227"/>
              <a:gd name="T32" fmla="*/ 217 w 375"/>
              <a:gd name="T33" fmla="*/ 69 h 227"/>
              <a:gd name="T34" fmla="*/ 199 w 375"/>
              <a:gd name="T35" fmla="*/ 113 h 227"/>
              <a:gd name="T36" fmla="*/ 217 w 375"/>
              <a:gd name="T37" fmla="*/ 158 h 227"/>
              <a:gd name="T38" fmla="*/ 262 w 375"/>
              <a:gd name="T39" fmla="*/ 177 h 227"/>
              <a:gd name="T40" fmla="*/ 307 w 375"/>
              <a:gd name="T41" fmla="*/ 158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5" h="227">
                <a:moveTo>
                  <a:pt x="375" y="113"/>
                </a:moveTo>
                <a:cubicBezTo>
                  <a:pt x="375" y="145"/>
                  <a:pt x="362" y="173"/>
                  <a:pt x="342" y="193"/>
                </a:cubicBezTo>
                <a:cubicBezTo>
                  <a:pt x="321" y="214"/>
                  <a:pt x="293" y="226"/>
                  <a:pt x="262" y="226"/>
                </a:cubicBezTo>
                <a:cubicBezTo>
                  <a:pt x="231" y="227"/>
                  <a:pt x="202" y="214"/>
                  <a:pt x="182" y="193"/>
                </a:cubicBezTo>
                <a:cubicBezTo>
                  <a:pt x="167" y="179"/>
                  <a:pt x="156" y="160"/>
                  <a:pt x="152" y="138"/>
                </a:cubicBezTo>
                <a:lnTo>
                  <a:pt x="0" y="138"/>
                </a:lnTo>
                <a:lnTo>
                  <a:pt x="0" y="88"/>
                </a:lnTo>
                <a:lnTo>
                  <a:pt x="152" y="88"/>
                </a:lnTo>
                <a:cubicBezTo>
                  <a:pt x="156" y="67"/>
                  <a:pt x="167" y="48"/>
                  <a:pt x="182" y="33"/>
                </a:cubicBezTo>
                <a:cubicBezTo>
                  <a:pt x="202" y="13"/>
                  <a:pt x="231" y="0"/>
                  <a:pt x="262" y="0"/>
                </a:cubicBezTo>
                <a:cubicBezTo>
                  <a:pt x="293" y="0"/>
                  <a:pt x="321" y="13"/>
                  <a:pt x="342" y="33"/>
                </a:cubicBezTo>
                <a:cubicBezTo>
                  <a:pt x="362" y="54"/>
                  <a:pt x="375" y="82"/>
                  <a:pt x="375" y="113"/>
                </a:cubicBezTo>
                <a:close/>
                <a:moveTo>
                  <a:pt x="307" y="158"/>
                </a:moveTo>
                <a:cubicBezTo>
                  <a:pt x="318" y="147"/>
                  <a:pt x="325" y="131"/>
                  <a:pt x="325" y="113"/>
                </a:cubicBezTo>
                <a:cubicBezTo>
                  <a:pt x="325" y="96"/>
                  <a:pt x="318" y="80"/>
                  <a:pt x="307" y="69"/>
                </a:cubicBezTo>
                <a:cubicBezTo>
                  <a:pt x="295" y="57"/>
                  <a:pt x="279" y="50"/>
                  <a:pt x="262" y="50"/>
                </a:cubicBezTo>
                <a:cubicBezTo>
                  <a:pt x="244" y="50"/>
                  <a:pt x="229" y="57"/>
                  <a:pt x="217" y="69"/>
                </a:cubicBezTo>
                <a:cubicBezTo>
                  <a:pt x="206" y="80"/>
                  <a:pt x="199" y="96"/>
                  <a:pt x="199" y="113"/>
                </a:cubicBezTo>
                <a:cubicBezTo>
                  <a:pt x="199" y="131"/>
                  <a:pt x="206" y="147"/>
                  <a:pt x="217" y="158"/>
                </a:cubicBezTo>
                <a:cubicBezTo>
                  <a:pt x="229" y="169"/>
                  <a:pt x="244" y="177"/>
                  <a:pt x="262" y="177"/>
                </a:cubicBezTo>
                <a:cubicBezTo>
                  <a:pt x="279" y="177"/>
                  <a:pt x="295" y="170"/>
                  <a:pt x="307" y="158"/>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39" name="Freeform 179">
            <a:extLst>
              <a:ext uri="{FF2B5EF4-FFF2-40B4-BE49-F238E27FC236}">
                <a16:creationId xmlns:a16="http://schemas.microsoft.com/office/drawing/2014/main" id="{6FAC2A73-E117-02CC-2B1E-77192F7F6701}"/>
              </a:ext>
            </a:extLst>
          </p:cNvPr>
          <p:cNvSpPr>
            <a:spLocks noEditPoints="1"/>
          </p:cNvSpPr>
          <p:nvPr/>
        </p:nvSpPr>
        <p:spPr bwMode="auto">
          <a:xfrm>
            <a:off x="7475538" y="2443164"/>
            <a:ext cx="112713" cy="114300"/>
          </a:xfrm>
          <a:custGeom>
            <a:avLst/>
            <a:gdLst>
              <a:gd name="T0" fmla="*/ 283 w 316"/>
              <a:gd name="T1" fmla="*/ 33 h 316"/>
              <a:gd name="T2" fmla="*/ 316 w 316"/>
              <a:gd name="T3" fmla="*/ 113 h 316"/>
              <a:gd name="T4" fmla="*/ 283 w 316"/>
              <a:gd name="T5" fmla="*/ 193 h 316"/>
              <a:gd name="T6" fmla="*/ 203 w 316"/>
              <a:gd name="T7" fmla="*/ 226 h 316"/>
              <a:gd name="T8" fmla="*/ 143 w 316"/>
              <a:gd name="T9" fmla="*/ 209 h 316"/>
              <a:gd name="T10" fmla="*/ 36 w 316"/>
              <a:gd name="T11" fmla="*/ 316 h 316"/>
              <a:gd name="T12" fmla="*/ 0 w 316"/>
              <a:gd name="T13" fmla="*/ 280 h 316"/>
              <a:gd name="T14" fmla="*/ 108 w 316"/>
              <a:gd name="T15" fmla="*/ 173 h 316"/>
              <a:gd name="T16" fmla="*/ 90 w 316"/>
              <a:gd name="T17" fmla="*/ 113 h 316"/>
              <a:gd name="T18" fmla="*/ 123 w 316"/>
              <a:gd name="T19" fmla="*/ 33 h 316"/>
              <a:gd name="T20" fmla="*/ 203 w 316"/>
              <a:gd name="T21" fmla="*/ 0 h 316"/>
              <a:gd name="T22" fmla="*/ 283 w 316"/>
              <a:gd name="T23" fmla="*/ 33 h 316"/>
              <a:gd name="T24" fmla="*/ 266 w 316"/>
              <a:gd name="T25" fmla="*/ 113 h 316"/>
              <a:gd name="T26" fmla="*/ 248 w 316"/>
              <a:gd name="T27" fmla="*/ 68 h 316"/>
              <a:gd name="T28" fmla="*/ 203 w 316"/>
              <a:gd name="T29" fmla="*/ 50 h 316"/>
              <a:gd name="T30" fmla="*/ 158 w 316"/>
              <a:gd name="T31" fmla="*/ 68 h 316"/>
              <a:gd name="T32" fmla="*/ 140 w 316"/>
              <a:gd name="T33" fmla="*/ 113 h 316"/>
              <a:gd name="T34" fmla="*/ 158 w 316"/>
              <a:gd name="T35" fmla="*/ 158 h 316"/>
              <a:gd name="T36" fmla="*/ 203 w 316"/>
              <a:gd name="T37" fmla="*/ 176 h 316"/>
              <a:gd name="T38" fmla="*/ 248 w 316"/>
              <a:gd name="T39" fmla="*/ 158 h 316"/>
              <a:gd name="T40" fmla="*/ 266 w 316"/>
              <a:gd name="T41" fmla="*/ 113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6" h="316">
                <a:moveTo>
                  <a:pt x="283" y="33"/>
                </a:moveTo>
                <a:cubicBezTo>
                  <a:pt x="305" y="55"/>
                  <a:pt x="316" y="84"/>
                  <a:pt x="316" y="113"/>
                </a:cubicBezTo>
                <a:cubicBezTo>
                  <a:pt x="316" y="142"/>
                  <a:pt x="305" y="171"/>
                  <a:pt x="283" y="193"/>
                </a:cubicBezTo>
                <a:cubicBezTo>
                  <a:pt x="261" y="215"/>
                  <a:pt x="232" y="226"/>
                  <a:pt x="203" y="226"/>
                </a:cubicBezTo>
                <a:cubicBezTo>
                  <a:pt x="182" y="226"/>
                  <a:pt x="161" y="220"/>
                  <a:pt x="143" y="209"/>
                </a:cubicBezTo>
                <a:lnTo>
                  <a:pt x="36" y="316"/>
                </a:lnTo>
                <a:lnTo>
                  <a:pt x="0" y="280"/>
                </a:lnTo>
                <a:lnTo>
                  <a:pt x="108" y="173"/>
                </a:lnTo>
                <a:cubicBezTo>
                  <a:pt x="96" y="155"/>
                  <a:pt x="90" y="134"/>
                  <a:pt x="90" y="113"/>
                </a:cubicBezTo>
                <a:cubicBezTo>
                  <a:pt x="90" y="84"/>
                  <a:pt x="101" y="55"/>
                  <a:pt x="123" y="33"/>
                </a:cubicBezTo>
                <a:cubicBezTo>
                  <a:pt x="145" y="11"/>
                  <a:pt x="174" y="0"/>
                  <a:pt x="203" y="0"/>
                </a:cubicBezTo>
                <a:cubicBezTo>
                  <a:pt x="232" y="0"/>
                  <a:pt x="261" y="11"/>
                  <a:pt x="283" y="33"/>
                </a:cubicBezTo>
                <a:close/>
                <a:moveTo>
                  <a:pt x="266" y="113"/>
                </a:moveTo>
                <a:cubicBezTo>
                  <a:pt x="266" y="97"/>
                  <a:pt x="260" y="81"/>
                  <a:pt x="248" y="68"/>
                </a:cubicBezTo>
                <a:cubicBezTo>
                  <a:pt x="235" y="56"/>
                  <a:pt x="219" y="50"/>
                  <a:pt x="203" y="50"/>
                </a:cubicBezTo>
                <a:cubicBezTo>
                  <a:pt x="187" y="50"/>
                  <a:pt x="171" y="56"/>
                  <a:pt x="158" y="68"/>
                </a:cubicBezTo>
                <a:cubicBezTo>
                  <a:pt x="146" y="81"/>
                  <a:pt x="140" y="97"/>
                  <a:pt x="140" y="113"/>
                </a:cubicBezTo>
                <a:cubicBezTo>
                  <a:pt x="140" y="129"/>
                  <a:pt x="146" y="145"/>
                  <a:pt x="158" y="158"/>
                </a:cubicBezTo>
                <a:cubicBezTo>
                  <a:pt x="171" y="170"/>
                  <a:pt x="187" y="176"/>
                  <a:pt x="203" y="176"/>
                </a:cubicBezTo>
                <a:cubicBezTo>
                  <a:pt x="219" y="176"/>
                  <a:pt x="235" y="170"/>
                  <a:pt x="248" y="158"/>
                </a:cubicBezTo>
                <a:cubicBezTo>
                  <a:pt x="260" y="145"/>
                  <a:pt x="266" y="129"/>
                  <a:pt x="266" y="113"/>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0" name="Freeform 180">
            <a:extLst>
              <a:ext uri="{FF2B5EF4-FFF2-40B4-BE49-F238E27FC236}">
                <a16:creationId xmlns:a16="http://schemas.microsoft.com/office/drawing/2014/main" id="{D550FAEE-8B50-4295-D179-DBFDC467E033}"/>
              </a:ext>
            </a:extLst>
          </p:cNvPr>
          <p:cNvSpPr>
            <a:spLocks noEditPoints="1"/>
          </p:cNvSpPr>
          <p:nvPr/>
        </p:nvSpPr>
        <p:spPr bwMode="auto">
          <a:xfrm>
            <a:off x="7340601" y="2374901"/>
            <a:ext cx="82550" cy="134938"/>
          </a:xfrm>
          <a:custGeom>
            <a:avLst/>
            <a:gdLst>
              <a:gd name="T0" fmla="*/ 113 w 226"/>
              <a:gd name="T1" fmla="*/ 0 h 375"/>
              <a:gd name="T2" fmla="*/ 193 w 226"/>
              <a:gd name="T3" fmla="*/ 33 h 375"/>
              <a:gd name="T4" fmla="*/ 226 w 226"/>
              <a:gd name="T5" fmla="*/ 113 h 375"/>
              <a:gd name="T6" fmla="*/ 193 w 226"/>
              <a:gd name="T7" fmla="*/ 193 h 375"/>
              <a:gd name="T8" fmla="*/ 138 w 226"/>
              <a:gd name="T9" fmla="*/ 223 h 375"/>
              <a:gd name="T10" fmla="*/ 138 w 226"/>
              <a:gd name="T11" fmla="*/ 375 h 375"/>
              <a:gd name="T12" fmla="*/ 88 w 226"/>
              <a:gd name="T13" fmla="*/ 375 h 375"/>
              <a:gd name="T14" fmla="*/ 88 w 226"/>
              <a:gd name="T15" fmla="*/ 223 h 375"/>
              <a:gd name="T16" fmla="*/ 33 w 226"/>
              <a:gd name="T17" fmla="*/ 193 h 375"/>
              <a:gd name="T18" fmla="*/ 0 w 226"/>
              <a:gd name="T19" fmla="*/ 113 h 375"/>
              <a:gd name="T20" fmla="*/ 33 w 226"/>
              <a:gd name="T21" fmla="*/ 33 h 375"/>
              <a:gd name="T22" fmla="*/ 113 w 226"/>
              <a:gd name="T23" fmla="*/ 0 h 375"/>
              <a:gd name="T24" fmla="*/ 157 w 226"/>
              <a:gd name="T25" fmla="*/ 69 h 375"/>
              <a:gd name="T26" fmla="*/ 113 w 226"/>
              <a:gd name="T27" fmla="*/ 50 h 375"/>
              <a:gd name="T28" fmla="*/ 68 w 226"/>
              <a:gd name="T29" fmla="*/ 69 h 375"/>
              <a:gd name="T30" fmla="*/ 49 w 226"/>
              <a:gd name="T31" fmla="*/ 113 h 375"/>
              <a:gd name="T32" fmla="*/ 68 w 226"/>
              <a:gd name="T33" fmla="*/ 158 h 375"/>
              <a:gd name="T34" fmla="*/ 113 w 226"/>
              <a:gd name="T35" fmla="*/ 176 h 375"/>
              <a:gd name="T36" fmla="*/ 157 w 226"/>
              <a:gd name="T37" fmla="*/ 158 h 375"/>
              <a:gd name="T38" fmla="*/ 176 w 226"/>
              <a:gd name="T39" fmla="*/ 113 h 375"/>
              <a:gd name="T40" fmla="*/ 157 w 226"/>
              <a:gd name="T41" fmla="*/ 6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6" h="375">
                <a:moveTo>
                  <a:pt x="113" y="0"/>
                </a:moveTo>
                <a:cubicBezTo>
                  <a:pt x="144" y="0"/>
                  <a:pt x="172" y="13"/>
                  <a:pt x="193" y="33"/>
                </a:cubicBezTo>
                <a:cubicBezTo>
                  <a:pt x="213" y="54"/>
                  <a:pt x="226" y="82"/>
                  <a:pt x="226" y="113"/>
                </a:cubicBezTo>
                <a:cubicBezTo>
                  <a:pt x="226" y="144"/>
                  <a:pt x="213" y="173"/>
                  <a:pt x="193" y="193"/>
                </a:cubicBezTo>
                <a:cubicBezTo>
                  <a:pt x="178" y="208"/>
                  <a:pt x="159" y="219"/>
                  <a:pt x="138" y="223"/>
                </a:cubicBezTo>
                <a:lnTo>
                  <a:pt x="138" y="375"/>
                </a:lnTo>
                <a:lnTo>
                  <a:pt x="88" y="375"/>
                </a:lnTo>
                <a:lnTo>
                  <a:pt x="88" y="223"/>
                </a:lnTo>
                <a:cubicBezTo>
                  <a:pt x="66" y="219"/>
                  <a:pt x="47" y="208"/>
                  <a:pt x="33" y="193"/>
                </a:cubicBezTo>
                <a:cubicBezTo>
                  <a:pt x="12" y="173"/>
                  <a:pt x="0" y="144"/>
                  <a:pt x="0" y="113"/>
                </a:cubicBezTo>
                <a:cubicBezTo>
                  <a:pt x="0" y="82"/>
                  <a:pt x="12" y="54"/>
                  <a:pt x="33" y="33"/>
                </a:cubicBezTo>
                <a:cubicBezTo>
                  <a:pt x="53" y="13"/>
                  <a:pt x="81" y="0"/>
                  <a:pt x="113" y="0"/>
                </a:cubicBezTo>
                <a:close/>
                <a:moveTo>
                  <a:pt x="157" y="69"/>
                </a:moveTo>
                <a:cubicBezTo>
                  <a:pt x="146" y="57"/>
                  <a:pt x="130" y="50"/>
                  <a:pt x="113" y="50"/>
                </a:cubicBezTo>
                <a:cubicBezTo>
                  <a:pt x="95" y="50"/>
                  <a:pt x="79" y="57"/>
                  <a:pt x="68" y="69"/>
                </a:cubicBezTo>
                <a:cubicBezTo>
                  <a:pt x="57" y="80"/>
                  <a:pt x="49" y="96"/>
                  <a:pt x="49" y="113"/>
                </a:cubicBezTo>
                <a:cubicBezTo>
                  <a:pt x="50" y="131"/>
                  <a:pt x="57" y="146"/>
                  <a:pt x="68" y="158"/>
                </a:cubicBezTo>
                <a:cubicBezTo>
                  <a:pt x="79" y="169"/>
                  <a:pt x="95" y="176"/>
                  <a:pt x="113" y="176"/>
                </a:cubicBezTo>
                <a:cubicBezTo>
                  <a:pt x="130" y="176"/>
                  <a:pt x="146" y="169"/>
                  <a:pt x="157" y="158"/>
                </a:cubicBezTo>
                <a:cubicBezTo>
                  <a:pt x="169" y="146"/>
                  <a:pt x="176" y="131"/>
                  <a:pt x="176" y="113"/>
                </a:cubicBezTo>
                <a:cubicBezTo>
                  <a:pt x="176" y="96"/>
                  <a:pt x="169" y="80"/>
                  <a:pt x="157" y="69"/>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1" name="Freeform 181">
            <a:extLst>
              <a:ext uri="{FF2B5EF4-FFF2-40B4-BE49-F238E27FC236}">
                <a16:creationId xmlns:a16="http://schemas.microsoft.com/office/drawing/2014/main" id="{744B159A-F44A-2652-5A7C-F7B548B64F58}"/>
              </a:ext>
            </a:extLst>
          </p:cNvPr>
          <p:cNvSpPr>
            <a:spLocks/>
          </p:cNvSpPr>
          <p:nvPr/>
        </p:nvSpPr>
        <p:spPr bwMode="auto">
          <a:xfrm>
            <a:off x="7310438" y="2413001"/>
            <a:ext cx="22225" cy="20638"/>
          </a:xfrm>
          <a:custGeom>
            <a:avLst/>
            <a:gdLst>
              <a:gd name="T0" fmla="*/ 49 w 62"/>
              <a:gd name="T1" fmla="*/ 0 h 61"/>
              <a:gd name="T2" fmla="*/ 62 w 62"/>
              <a:gd name="T3" fmla="*/ 48 h 61"/>
              <a:gd name="T4" fmla="*/ 13 w 62"/>
              <a:gd name="T5" fmla="*/ 61 h 61"/>
              <a:gd name="T6" fmla="*/ 0 w 62"/>
              <a:gd name="T7" fmla="*/ 13 h 61"/>
              <a:gd name="T8" fmla="*/ 49 w 62"/>
              <a:gd name="T9" fmla="*/ 0 h 61"/>
            </a:gdLst>
            <a:ahLst/>
            <a:cxnLst>
              <a:cxn ang="0">
                <a:pos x="T0" y="T1"/>
              </a:cxn>
              <a:cxn ang="0">
                <a:pos x="T2" y="T3"/>
              </a:cxn>
              <a:cxn ang="0">
                <a:pos x="T4" y="T5"/>
              </a:cxn>
              <a:cxn ang="0">
                <a:pos x="T6" y="T7"/>
              </a:cxn>
              <a:cxn ang="0">
                <a:pos x="T8" y="T9"/>
              </a:cxn>
            </a:cxnLst>
            <a:rect l="0" t="0" r="r" b="b"/>
            <a:pathLst>
              <a:path w="62" h="61">
                <a:moveTo>
                  <a:pt x="49" y="0"/>
                </a:moveTo>
                <a:lnTo>
                  <a:pt x="62" y="48"/>
                </a:lnTo>
                <a:lnTo>
                  <a:pt x="13" y="61"/>
                </a:lnTo>
                <a:lnTo>
                  <a:pt x="0" y="13"/>
                </a:lnTo>
                <a:lnTo>
                  <a:pt x="49" y="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2" name="Freeform 182">
            <a:extLst>
              <a:ext uri="{FF2B5EF4-FFF2-40B4-BE49-F238E27FC236}">
                <a16:creationId xmlns:a16="http://schemas.microsoft.com/office/drawing/2014/main" id="{44AF0643-69C5-5EAA-24FC-D98724E35467}"/>
              </a:ext>
            </a:extLst>
          </p:cNvPr>
          <p:cNvSpPr>
            <a:spLocks/>
          </p:cNvSpPr>
          <p:nvPr/>
        </p:nvSpPr>
        <p:spPr bwMode="auto">
          <a:xfrm>
            <a:off x="7280276" y="2420939"/>
            <a:ext cx="23813" cy="23813"/>
          </a:xfrm>
          <a:custGeom>
            <a:avLst/>
            <a:gdLst>
              <a:gd name="T0" fmla="*/ 46 w 65"/>
              <a:gd name="T1" fmla="*/ 0 h 65"/>
              <a:gd name="T2" fmla="*/ 65 w 65"/>
              <a:gd name="T3" fmla="*/ 46 h 65"/>
              <a:gd name="T4" fmla="*/ 19 w 65"/>
              <a:gd name="T5" fmla="*/ 65 h 65"/>
              <a:gd name="T6" fmla="*/ 0 w 65"/>
              <a:gd name="T7" fmla="*/ 19 h 65"/>
              <a:gd name="T8" fmla="*/ 46 w 65"/>
              <a:gd name="T9" fmla="*/ 0 h 65"/>
            </a:gdLst>
            <a:ahLst/>
            <a:cxnLst>
              <a:cxn ang="0">
                <a:pos x="T0" y="T1"/>
              </a:cxn>
              <a:cxn ang="0">
                <a:pos x="T2" y="T3"/>
              </a:cxn>
              <a:cxn ang="0">
                <a:pos x="T4" y="T5"/>
              </a:cxn>
              <a:cxn ang="0">
                <a:pos x="T6" y="T7"/>
              </a:cxn>
              <a:cxn ang="0">
                <a:pos x="T8" y="T9"/>
              </a:cxn>
            </a:cxnLst>
            <a:rect l="0" t="0" r="r" b="b"/>
            <a:pathLst>
              <a:path w="65" h="65">
                <a:moveTo>
                  <a:pt x="46" y="0"/>
                </a:moveTo>
                <a:lnTo>
                  <a:pt x="65" y="46"/>
                </a:lnTo>
                <a:lnTo>
                  <a:pt x="19" y="65"/>
                </a:lnTo>
                <a:lnTo>
                  <a:pt x="0" y="19"/>
                </a:lnTo>
                <a:lnTo>
                  <a:pt x="46" y="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3" name="Freeform 183">
            <a:extLst>
              <a:ext uri="{FF2B5EF4-FFF2-40B4-BE49-F238E27FC236}">
                <a16:creationId xmlns:a16="http://schemas.microsoft.com/office/drawing/2014/main" id="{776F8635-A584-320F-9602-7B5256A40355}"/>
              </a:ext>
            </a:extLst>
          </p:cNvPr>
          <p:cNvSpPr>
            <a:spLocks/>
          </p:cNvSpPr>
          <p:nvPr/>
        </p:nvSpPr>
        <p:spPr bwMode="auto">
          <a:xfrm>
            <a:off x="7251701" y="2433639"/>
            <a:ext cx="25400" cy="25400"/>
          </a:xfrm>
          <a:custGeom>
            <a:avLst/>
            <a:gdLst>
              <a:gd name="T0" fmla="*/ 43 w 68"/>
              <a:gd name="T1" fmla="*/ 0 h 69"/>
              <a:gd name="T2" fmla="*/ 68 w 68"/>
              <a:gd name="T3" fmla="*/ 44 h 69"/>
              <a:gd name="T4" fmla="*/ 25 w 68"/>
              <a:gd name="T5" fmla="*/ 69 h 69"/>
              <a:gd name="T6" fmla="*/ 0 w 68"/>
              <a:gd name="T7" fmla="*/ 25 h 69"/>
              <a:gd name="T8" fmla="*/ 43 w 68"/>
              <a:gd name="T9" fmla="*/ 0 h 69"/>
            </a:gdLst>
            <a:ahLst/>
            <a:cxnLst>
              <a:cxn ang="0">
                <a:pos x="T0" y="T1"/>
              </a:cxn>
              <a:cxn ang="0">
                <a:pos x="T2" y="T3"/>
              </a:cxn>
              <a:cxn ang="0">
                <a:pos x="T4" y="T5"/>
              </a:cxn>
              <a:cxn ang="0">
                <a:pos x="T6" y="T7"/>
              </a:cxn>
              <a:cxn ang="0">
                <a:pos x="T8" y="T9"/>
              </a:cxn>
            </a:cxnLst>
            <a:rect l="0" t="0" r="r" b="b"/>
            <a:pathLst>
              <a:path w="68" h="69">
                <a:moveTo>
                  <a:pt x="43" y="0"/>
                </a:moveTo>
                <a:lnTo>
                  <a:pt x="68" y="44"/>
                </a:lnTo>
                <a:lnTo>
                  <a:pt x="25" y="69"/>
                </a:lnTo>
                <a:lnTo>
                  <a:pt x="0" y="25"/>
                </a:lnTo>
                <a:lnTo>
                  <a:pt x="43" y="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4" name="Freeform 184">
            <a:extLst>
              <a:ext uri="{FF2B5EF4-FFF2-40B4-BE49-F238E27FC236}">
                <a16:creationId xmlns:a16="http://schemas.microsoft.com/office/drawing/2014/main" id="{B3283A13-F5D7-2E14-7A64-8624B3E93FB8}"/>
              </a:ext>
            </a:extLst>
          </p:cNvPr>
          <p:cNvSpPr>
            <a:spLocks/>
          </p:cNvSpPr>
          <p:nvPr/>
        </p:nvSpPr>
        <p:spPr bwMode="auto">
          <a:xfrm>
            <a:off x="7165976" y="2520951"/>
            <a:ext cx="25400" cy="23813"/>
          </a:xfrm>
          <a:custGeom>
            <a:avLst/>
            <a:gdLst>
              <a:gd name="T0" fmla="*/ 25 w 69"/>
              <a:gd name="T1" fmla="*/ 0 h 68"/>
              <a:gd name="T2" fmla="*/ 69 w 69"/>
              <a:gd name="T3" fmla="*/ 25 h 68"/>
              <a:gd name="T4" fmla="*/ 44 w 69"/>
              <a:gd name="T5" fmla="*/ 68 h 68"/>
              <a:gd name="T6" fmla="*/ 0 w 69"/>
              <a:gd name="T7" fmla="*/ 43 h 68"/>
              <a:gd name="T8" fmla="*/ 25 w 69"/>
              <a:gd name="T9" fmla="*/ 0 h 68"/>
            </a:gdLst>
            <a:ahLst/>
            <a:cxnLst>
              <a:cxn ang="0">
                <a:pos x="T0" y="T1"/>
              </a:cxn>
              <a:cxn ang="0">
                <a:pos x="T2" y="T3"/>
              </a:cxn>
              <a:cxn ang="0">
                <a:pos x="T4" y="T5"/>
              </a:cxn>
              <a:cxn ang="0">
                <a:pos x="T6" y="T7"/>
              </a:cxn>
              <a:cxn ang="0">
                <a:pos x="T8" y="T9"/>
              </a:cxn>
            </a:cxnLst>
            <a:rect l="0" t="0" r="r" b="b"/>
            <a:pathLst>
              <a:path w="69" h="68">
                <a:moveTo>
                  <a:pt x="25" y="0"/>
                </a:moveTo>
                <a:lnTo>
                  <a:pt x="69" y="25"/>
                </a:lnTo>
                <a:lnTo>
                  <a:pt x="44" y="68"/>
                </a:lnTo>
                <a:lnTo>
                  <a:pt x="0" y="43"/>
                </a:lnTo>
                <a:lnTo>
                  <a:pt x="25" y="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5" name="Freeform 185">
            <a:extLst>
              <a:ext uri="{FF2B5EF4-FFF2-40B4-BE49-F238E27FC236}">
                <a16:creationId xmlns:a16="http://schemas.microsoft.com/office/drawing/2014/main" id="{145C887D-89C3-7FEF-B13D-95B2C6EDD0A1}"/>
              </a:ext>
            </a:extLst>
          </p:cNvPr>
          <p:cNvSpPr>
            <a:spLocks/>
          </p:cNvSpPr>
          <p:nvPr/>
        </p:nvSpPr>
        <p:spPr bwMode="auto">
          <a:xfrm>
            <a:off x="7153276" y="2547939"/>
            <a:ext cx="23813" cy="23813"/>
          </a:xfrm>
          <a:custGeom>
            <a:avLst/>
            <a:gdLst>
              <a:gd name="T0" fmla="*/ 19 w 66"/>
              <a:gd name="T1" fmla="*/ 0 h 66"/>
              <a:gd name="T2" fmla="*/ 66 w 66"/>
              <a:gd name="T3" fmla="*/ 20 h 66"/>
              <a:gd name="T4" fmla="*/ 46 w 66"/>
              <a:gd name="T5" fmla="*/ 66 h 66"/>
              <a:gd name="T6" fmla="*/ 0 w 66"/>
              <a:gd name="T7" fmla="*/ 47 h 66"/>
              <a:gd name="T8" fmla="*/ 19 w 66"/>
              <a:gd name="T9" fmla="*/ 0 h 66"/>
            </a:gdLst>
            <a:ahLst/>
            <a:cxnLst>
              <a:cxn ang="0">
                <a:pos x="T0" y="T1"/>
              </a:cxn>
              <a:cxn ang="0">
                <a:pos x="T2" y="T3"/>
              </a:cxn>
              <a:cxn ang="0">
                <a:pos x="T4" y="T5"/>
              </a:cxn>
              <a:cxn ang="0">
                <a:pos x="T6" y="T7"/>
              </a:cxn>
              <a:cxn ang="0">
                <a:pos x="T8" y="T9"/>
              </a:cxn>
            </a:cxnLst>
            <a:rect l="0" t="0" r="r" b="b"/>
            <a:pathLst>
              <a:path w="66" h="66">
                <a:moveTo>
                  <a:pt x="19" y="0"/>
                </a:moveTo>
                <a:lnTo>
                  <a:pt x="66" y="20"/>
                </a:lnTo>
                <a:lnTo>
                  <a:pt x="46" y="66"/>
                </a:lnTo>
                <a:lnTo>
                  <a:pt x="0" y="47"/>
                </a:lnTo>
                <a:lnTo>
                  <a:pt x="19" y="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6" name="Freeform 186">
            <a:extLst>
              <a:ext uri="{FF2B5EF4-FFF2-40B4-BE49-F238E27FC236}">
                <a16:creationId xmlns:a16="http://schemas.microsoft.com/office/drawing/2014/main" id="{18A09250-0FE9-D1EA-304E-9C734F387AE2}"/>
              </a:ext>
            </a:extLst>
          </p:cNvPr>
          <p:cNvSpPr>
            <a:spLocks/>
          </p:cNvSpPr>
          <p:nvPr/>
        </p:nvSpPr>
        <p:spPr bwMode="auto">
          <a:xfrm>
            <a:off x="7143751" y="2578101"/>
            <a:ext cx="22225" cy="22225"/>
          </a:xfrm>
          <a:custGeom>
            <a:avLst/>
            <a:gdLst>
              <a:gd name="T0" fmla="*/ 13 w 61"/>
              <a:gd name="T1" fmla="*/ 0 h 61"/>
              <a:gd name="T2" fmla="*/ 61 w 61"/>
              <a:gd name="T3" fmla="*/ 13 h 61"/>
              <a:gd name="T4" fmla="*/ 48 w 61"/>
              <a:gd name="T5" fmla="*/ 61 h 61"/>
              <a:gd name="T6" fmla="*/ 0 w 61"/>
              <a:gd name="T7" fmla="*/ 48 h 61"/>
              <a:gd name="T8" fmla="*/ 13 w 61"/>
              <a:gd name="T9" fmla="*/ 0 h 61"/>
            </a:gdLst>
            <a:ahLst/>
            <a:cxnLst>
              <a:cxn ang="0">
                <a:pos x="T0" y="T1"/>
              </a:cxn>
              <a:cxn ang="0">
                <a:pos x="T2" y="T3"/>
              </a:cxn>
              <a:cxn ang="0">
                <a:pos x="T4" y="T5"/>
              </a:cxn>
              <a:cxn ang="0">
                <a:pos x="T6" y="T7"/>
              </a:cxn>
              <a:cxn ang="0">
                <a:pos x="T8" y="T9"/>
              </a:cxn>
            </a:cxnLst>
            <a:rect l="0" t="0" r="r" b="b"/>
            <a:pathLst>
              <a:path w="61" h="61">
                <a:moveTo>
                  <a:pt x="13" y="0"/>
                </a:moveTo>
                <a:lnTo>
                  <a:pt x="61" y="13"/>
                </a:lnTo>
                <a:lnTo>
                  <a:pt x="48" y="61"/>
                </a:lnTo>
                <a:lnTo>
                  <a:pt x="0" y="48"/>
                </a:lnTo>
                <a:lnTo>
                  <a:pt x="13" y="0"/>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7" name="Freeform 187">
            <a:extLst>
              <a:ext uri="{FF2B5EF4-FFF2-40B4-BE49-F238E27FC236}">
                <a16:creationId xmlns:a16="http://schemas.microsoft.com/office/drawing/2014/main" id="{256074ED-A618-641C-44B6-3E024E3F6EAD}"/>
              </a:ext>
            </a:extLst>
          </p:cNvPr>
          <p:cNvSpPr>
            <a:spLocks/>
          </p:cNvSpPr>
          <p:nvPr/>
        </p:nvSpPr>
        <p:spPr bwMode="auto">
          <a:xfrm>
            <a:off x="7143751" y="2700339"/>
            <a:ext cx="22225" cy="22225"/>
          </a:xfrm>
          <a:custGeom>
            <a:avLst/>
            <a:gdLst>
              <a:gd name="T0" fmla="*/ 0 w 61"/>
              <a:gd name="T1" fmla="*/ 13 h 62"/>
              <a:gd name="T2" fmla="*/ 48 w 61"/>
              <a:gd name="T3" fmla="*/ 0 h 62"/>
              <a:gd name="T4" fmla="*/ 61 w 61"/>
              <a:gd name="T5" fmla="*/ 49 h 62"/>
              <a:gd name="T6" fmla="*/ 13 w 61"/>
              <a:gd name="T7" fmla="*/ 62 h 62"/>
              <a:gd name="T8" fmla="*/ 0 w 61"/>
              <a:gd name="T9" fmla="*/ 13 h 62"/>
            </a:gdLst>
            <a:ahLst/>
            <a:cxnLst>
              <a:cxn ang="0">
                <a:pos x="T0" y="T1"/>
              </a:cxn>
              <a:cxn ang="0">
                <a:pos x="T2" y="T3"/>
              </a:cxn>
              <a:cxn ang="0">
                <a:pos x="T4" y="T5"/>
              </a:cxn>
              <a:cxn ang="0">
                <a:pos x="T6" y="T7"/>
              </a:cxn>
              <a:cxn ang="0">
                <a:pos x="T8" y="T9"/>
              </a:cxn>
            </a:cxnLst>
            <a:rect l="0" t="0" r="r" b="b"/>
            <a:pathLst>
              <a:path w="61" h="62">
                <a:moveTo>
                  <a:pt x="0" y="13"/>
                </a:moveTo>
                <a:lnTo>
                  <a:pt x="48" y="0"/>
                </a:lnTo>
                <a:lnTo>
                  <a:pt x="61" y="49"/>
                </a:lnTo>
                <a:lnTo>
                  <a:pt x="13" y="62"/>
                </a:lnTo>
                <a:lnTo>
                  <a:pt x="0" y="13"/>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8" name="Freeform 188">
            <a:extLst>
              <a:ext uri="{FF2B5EF4-FFF2-40B4-BE49-F238E27FC236}">
                <a16:creationId xmlns:a16="http://schemas.microsoft.com/office/drawing/2014/main" id="{CA20F073-81C9-1275-D240-A69BEE379E2A}"/>
              </a:ext>
            </a:extLst>
          </p:cNvPr>
          <p:cNvSpPr>
            <a:spLocks/>
          </p:cNvSpPr>
          <p:nvPr/>
        </p:nvSpPr>
        <p:spPr bwMode="auto">
          <a:xfrm>
            <a:off x="7153276" y="2728914"/>
            <a:ext cx="23813" cy="23813"/>
          </a:xfrm>
          <a:custGeom>
            <a:avLst/>
            <a:gdLst>
              <a:gd name="T0" fmla="*/ 0 w 66"/>
              <a:gd name="T1" fmla="*/ 19 h 65"/>
              <a:gd name="T2" fmla="*/ 46 w 66"/>
              <a:gd name="T3" fmla="*/ 0 h 65"/>
              <a:gd name="T4" fmla="*/ 66 w 66"/>
              <a:gd name="T5" fmla="*/ 46 h 65"/>
              <a:gd name="T6" fmla="*/ 19 w 66"/>
              <a:gd name="T7" fmla="*/ 65 h 65"/>
              <a:gd name="T8" fmla="*/ 0 w 66"/>
              <a:gd name="T9" fmla="*/ 19 h 65"/>
            </a:gdLst>
            <a:ahLst/>
            <a:cxnLst>
              <a:cxn ang="0">
                <a:pos x="T0" y="T1"/>
              </a:cxn>
              <a:cxn ang="0">
                <a:pos x="T2" y="T3"/>
              </a:cxn>
              <a:cxn ang="0">
                <a:pos x="T4" y="T5"/>
              </a:cxn>
              <a:cxn ang="0">
                <a:pos x="T6" y="T7"/>
              </a:cxn>
              <a:cxn ang="0">
                <a:pos x="T8" y="T9"/>
              </a:cxn>
            </a:cxnLst>
            <a:rect l="0" t="0" r="r" b="b"/>
            <a:pathLst>
              <a:path w="66" h="65">
                <a:moveTo>
                  <a:pt x="0" y="19"/>
                </a:moveTo>
                <a:lnTo>
                  <a:pt x="46" y="0"/>
                </a:lnTo>
                <a:lnTo>
                  <a:pt x="66" y="46"/>
                </a:lnTo>
                <a:lnTo>
                  <a:pt x="19" y="65"/>
                </a:lnTo>
                <a:lnTo>
                  <a:pt x="0" y="19"/>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49" name="Freeform 189">
            <a:extLst>
              <a:ext uri="{FF2B5EF4-FFF2-40B4-BE49-F238E27FC236}">
                <a16:creationId xmlns:a16="http://schemas.microsoft.com/office/drawing/2014/main" id="{505A5814-A4DD-818F-936C-406EB3B889A3}"/>
              </a:ext>
            </a:extLst>
          </p:cNvPr>
          <p:cNvSpPr>
            <a:spLocks/>
          </p:cNvSpPr>
          <p:nvPr/>
        </p:nvSpPr>
        <p:spPr bwMode="auto">
          <a:xfrm>
            <a:off x="7165976" y="2755901"/>
            <a:ext cx="25400" cy="23813"/>
          </a:xfrm>
          <a:custGeom>
            <a:avLst/>
            <a:gdLst>
              <a:gd name="T0" fmla="*/ 0 w 69"/>
              <a:gd name="T1" fmla="*/ 25 h 68"/>
              <a:gd name="T2" fmla="*/ 44 w 69"/>
              <a:gd name="T3" fmla="*/ 0 h 68"/>
              <a:gd name="T4" fmla="*/ 69 w 69"/>
              <a:gd name="T5" fmla="*/ 43 h 68"/>
              <a:gd name="T6" fmla="*/ 25 w 69"/>
              <a:gd name="T7" fmla="*/ 68 h 68"/>
              <a:gd name="T8" fmla="*/ 0 w 69"/>
              <a:gd name="T9" fmla="*/ 25 h 68"/>
            </a:gdLst>
            <a:ahLst/>
            <a:cxnLst>
              <a:cxn ang="0">
                <a:pos x="T0" y="T1"/>
              </a:cxn>
              <a:cxn ang="0">
                <a:pos x="T2" y="T3"/>
              </a:cxn>
              <a:cxn ang="0">
                <a:pos x="T4" y="T5"/>
              </a:cxn>
              <a:cxn ang="0">
                <a:pos x="T6" y="T7"/>
              </a:cxn>
              <a:cxn ang="0">
                <a:pos x="T8" y="T9"/>
              </a:cxn>
            </a:cxnLst>
            <a:rect l="0" t="0" r="r" b="b"/>
            <a:pathLst>
              <a:path w="69" h="68">
                <a:moveTo>
                  <a:pt x="0" y="25"/>
                </a:moveTo>
                <a:lnTo>
                  <a:pt x="44" y="0"/>
                </a:lnTo>
                <a:lnTo>
                  <a:pt x="69" y="43"/>
                </a:lnTo>
                <a:lnTo>
                  <a:pt x="25" y="68"/>
                </a:lnTo>
                <a:lnTo>
                  <a:pt x="0" y="25"/>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0" name="Freeform 190">
            <a:extLst>
              <a:ext uri="{FF2B5EF4-FFF2-40B4-BE49-F238E27FC236}">
                <a16:creationId xmlns:a16="http://schemas.microsoft.com/office/drawing/2014/main" id="{BC8617D2-2564-47D1-B396-A5BF4450DA0D}"/>
              </a:ext>
            </a:extLst>
          </p:cNvPr>
          <p:cNvSpPr>
            <a:spLocks/>
          </p:cNvSpPr>
          <p:nvPr/>
        </p:nvSpPr>
        <p:spPr bwMode="auto">
          <a:xfrm>
            <a:off x="7251701" y="2841626"/>
            <a:ext cx="25400" cy="25400"/>
          </a:xfrm>
          <a:custGeom>
            <a:avLst/>
            <a:gdLst>
              <a:gd name="T0" fmla="*/ 0 w 68"/>
              <a:gd name="T1" fmla="*/ 44 h 69"/>
              <a:gd name="T2" fmla="*/ 25 w 68"/>
              <a:gd name="T3" fmla="*/ 0 h 69"/>
              <a:gd name="T4" fmla="*/ 68 w 68"/>
              <a:gd name="T5" fmla="*/ 25 h 69"/>
              <a:gd name="T6" fmla="*/ 43 w 68"/>
              <a:gd name="T7" fmla="*/ 69 h 69"/>
              <a:gd name="T8" fmla="*/ 0 w 68"/>
              <a:gd name="T9" fmla="*/ 44 h 69"/>
            </a:gdLst>
            <a:ahLst/>
            <a:cxnLst>
              <a:cxn ang="0">
                <a:pos x="T0" y="T1"/>
              </a:cxn>
              <a:cxn ang="0">
                <a:pos x="T2" y="T3"/>
              </a:cxn>
              <a:cxn ang="0">
                <a:pos x="T4" y="T5"/>
              </a:cxn>
              <a:cxn ang="0">
                <a:pos x="T6" y="T7"/>
              </a:cxn>
              <a:cxn ang="0">
                <a:pos x="T8" y="T9"/>
              </a:cxn>
            </a:cxnLst>
            <a:rect l="0" t="0" r="r" b="b"/>
            <a:pathLst>
              <a:path w="68" h="69">
                <a:moveTo>
                  <a:pt x="0" y="44"/>
                </a:moveTo>
                <a:lnTo>
                  <a:pt x="25" y="0"/>
                </a:lnTo>
                <a:lnTo>
                  <a:pt x="68" y="25"/>
                </a:lnTo>
                <a:lnTo>
                  <a:pt x="43" y="69"/>
                </a:lnTo>
                <a:lnTo>
                  <a:pt x="0" y="44"/>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1" name="Freeform 191">
            <a:extLst>
              <a:ext uri="{FF2B5EF4-FFF2-40B4-BE49-F238E27FC236}">
                <a16:creationId xmlns:a16="http://schemas.microsoft.com/office/drawing/2014/main" id="{8725AA3F-AB54-DE82-717F-3583843C0C10}"/>
              </a:ext>
            </a:extLst>
          </p:cNvPr>
          <p:cNvSpPr>
            <a:spLocks/>
          </p:cNvSpPr>
          <p:nvPr/>
        </p:nvSpPr>
        <p:spPr bwMode="auto">
          <a:xfrm>
            <a:off x="7280276" y="2855914"/>
            <a:ext cx="23813" cy="23813"/>
          </a:xfrm>
          <a:custGeom>
            <a:avLst/>
            <a:gdLst>
              <a:gd name="T0" fmla="*/ 0 w 65"/>
              <a:gd name="T1" fmla="*/ 47 h 66"/>
              <a:gd name="T2" fmla="*/ 19 w 65"/>
              <a:gd name="T3" fmla="*/ 0 h 66"/>
              <a:gd name="T4" fmla="*/ 65 w 65"/>
              <a:gd name="T5" fmla="*/ 20 h 66"/>
              <a:gd name="T6" fmla="*/ 46 w 65"/>
              <a:gd name="T7" fmla="*/ 66 h 66"/>
              <a:gd name="T8" fmla="*/ 0 w 65"/>
              <a:gd name="T9" fmla="*/ 47 h 66"/>
            </a:gdLst>
            <a:ahLst/>
            <a:cxnLst>
              <a:cxn ang="0">
                <a:pos x="T0" y="T1"/>
              </a:cxn>
              <a:cxn ang="0">
                <a:pos x="T2" y="T3"/>
              </a:cxn>
              <a:cxn ang="0">
                <a:pos x="T4" y="T5"/>
              </a:cxn>
              <a:cxn ang="0">
                <a:pos x="T6" y="T7"/>
              </a:cxn>
              <a:cxn ang="0">
                <a:pos x="T8" y="T9"/>
              </a:cxn>
            </a:cxnLst>
            <a:rect l="0" t="0" r="r" b="b"/>
            <a:pathLst>
              <a:path w="65" h="66">
                <a:moveTo>
                  <a:pt x="0" y="47"/>
                </a:moveTo>
                <a:lnTo>
                  <a:pt x="19" y="0"/>
                </a:lnTo>
                <a:lnTo>
                  <a:pt x="65" y="20"/>
                </a:lnTo>
                <a:lnTo>
                  <a:pt x="46" y="66"/>
                </a:lnTo>
                <a:lnTo>
                  <a:pt x="0" y="47"/>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2" name="Freeform 192">
            <a:extLst>
              <a:ext uri="{FF2B5EF4-FFF2-40B4-BE49-F238E27FC236}">
                <a16:creationId xmlns:a16="http://schemas.microsoft.com/office/drawing/2014/main" id="{B24F65E2-9D3D-A969-F081-26AC53AF4ACD}"/>
              </a:ext>
            </a:extLst>
          </p:cNvPr>
          <p:cNvSpPr>
            <a:spLocks/>
          </p:cNvSpPr>
          <p:nvPr/>
        </p:nvSpPr>
        <p:spPr bwMode="auto">
          <a:xfrm>
            <a:off x="7310438" y="2867026"/>
            <a:ext cx="22225" cy="22225"/>
          </a:xfrm>
          <a:custGeom>
            <a:avLst/>
            <a:gdLst>
              <a:gd name="T0" fmla="*/ 0 w 62"/>
              <a:gd name="T1" fmla="*/ 48 h 61"/>
              <a:gd name="T2" fmla="*/ 13 w 62"/>
              <a:gd name="T3" fmla="*/ 0 h 61"/>
              <a:gd name="T4" fmla="*/ 62 w 62"/>
              <a:gd name="T5" fmla="*/ 13 h 61"/>
              <a:gd name="T6" fmla="*/ 49 w 62"/>
              <a:gd name="T7" fmla="*/ 61 h 61"/>
              <a:gd name="T8" fmla="*/ 0 w 62"/>
              <a:gd name="T9" fmla="*/ 48 h 61"/>
            </a:gdLst>
            <a:ahLst/>
            <a:cxnLst>
              <a:cxn ang="0">
                <a:pos x="T0" y="T1"/>
              </a:cxn>
              <a:cxn ang="0">
                <a:pos x="T2" y="T3"/>
              </a:cxn>
              <a:cxn ang="0">
                <a:pos x="T4" y="T5"/>
              </a:cxn>
              <a:cxn ang="0">
                <a:pos x="T6" y="T7"/>
              </a:cxn>
              <a:cxn ang="0">
                <a:pos x="T8" y="T9"/>
              </a:cxn>
            </a:cxnLst>
            <a:rect l="0" t="0" r="r" b="b"/>
            <a:pathLst>
              <a:path w="62" h="61">
                <a:moveTo>
                  <a:pt x="0" y="48"/>
                </a:moveTo>
                <a:lnTo>
                  <a:pt x="13" y="0"/>
                </a:lnTo>
                <a:lnTo>
                  <a:pt x="62" y="13"/>
                </a:lnTo>
                <a:lnTo>
                  <a:pt x="49" y="61"/>
                </a:lnTo>
                <a:lnTo>
                  <a:pt x="0" y="48"/>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3" name="Freeform 193">
            <a:extLst>
              <a:ext uri="{FF2B5EF4-FFF2-40B4-BE49-F238E27FC236}">
                <a16:creationId xmlns:a16="http://schemas.microsoft.com/office/drawing/2014/main" id="{20AEFF59-06B4-FCA8-53AA-0E8AD28F0AC8}"/>
              </a:ext>
            </a:extLst>
          </p:cNvPr>
          <p:cNvSpPr>
            <a:spLocks/>
          </p:cNvSpPr>
          <p:nvPr/>
        </p:nvSpPr>
        <p:spPr bwMode="auto">
          <a:xfrm>
            <a:off x="7432676" y="2867026"/>
            <a:ext cx="20638" cy="22225"/>
          </a:xfrm>
          <a:custGeom>
            <a:avLst/>
            <a:gdLst>
              <a:gd name="T0" fmla="*/ 13 w 61"/>
              <a:gd name="T1" fmla="*/ 61 h 61"/>
              <a:gd name="T2" fmla="*/ 0 w 61"/>
              <a:gd name="T3" fmla="*/ 13 h 61"/>
              <a:gd name="T4" fmla="*/ 48 w 61"/>
              <a:gd name="T5" fmla="*/ 0 h 61"/>
              <a:gd name="T6" fmla="*/ 61 w 61"/>
              <a:gd name="T7" fmla="*/ 48 h 61"/>
              <a:gd name="T8" fmla="*/ 13 w 61"/>
              <a:gd name="T9" fmla="*/ 61 h 61"/>
            </a:gdLst>
            <a:ahLst/>
            <a:cxnLst>
              <a:cxn ang="0">
                <a:pos x="T0" y="T1"/>
              </a:cxn>
              <a:cxn ang="0">
                <a:pos x="T2" y="T3"/>
              </a:cxn>
              <a:cxn ang="0">
                <a:pos x="T4" y="T5"/>
              </a:cxn>
              <a:cxn ang="0">
                <a:pos x="T6" y="T7"/>
              </a:cxn>
              <a:cxn ang="0">
                <a:pos x="T8" y="T9"/>
              </a:cxn>
            </a:cxnLst>
            <a:rect l="0" t="0" r="r" b="b"/>
            <a:pathLst>
              <a:path w="61" h="61">
                <a:moveTo>
                  <a:pt x="13" y="61"/>
                </a:moveTo>
                <a:lnTo>
                  <a:pt x="0" y="13"/>
                </a:lnTo>
                <a:lnTo>
                  <a:pt x="48" y="0"/>
                </a:lnTo>
                <a:lnTo>
                  <a:pt x="61" y="48"/>
                </a:lnTo>
                <a:lnTo>
                  <a:pt x="13" y="61"/>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4" name="Freeform 194">
            <a:extLst>
              <a:ext uri="{FF2B5EF4-FFF2-40B4-BE49-F238E27FC236}">
                <a16:creationId xmlns:a16="http://schemas.microsoft.com/office/drawing/2014/main" id="{DE1F4BF2-812B-0593-AB4B-1CD29235F977}"/>
              </a:ext>
            </a:extLst>
          </p:cNvPr>
          <p:cNvSpPr>
            <a:spLocks/>
          </p:cNvSpPr>
          <p:nvPr/>
        </p:nvSpPr>
        <p:spPr bwMode="auto">
          <a:xfrm>
            <a:off x="7459663" y="2855914"/>
            <a:ext cx="23813" cy="23813"/>
          </a:xfrm>
          <a:custGeom>
            <a:avLst/>
            <a:gdLst>
              <a:gd name="T0" fmla="*/ 19 w 66"/>
              <a:gd name="T1" fmla="*/ 66 h 66"/>
              <a:gd name="T2" fmla="*/ 0 w 66"/>
              <a:gd name="T3" fmla="*/ 20 h 66"/>
              <a:gd name="T4" fmla="*/ 46 w 66"/>
              <a:gd name="T5" fmla="*/ 0 h 66"/>
              <a:gd name="T6" fmla="*/ 66 w 66"/>
              <a:gd name="T7" fmla="*/ 47 h 66"/>
              <a:gd name="T8" fmla="*/ 19 w 66"/>
              <a:gd name="T9" fmla="*/ 66 h 66"/>
            </a:gdLst>
            <a:ahLst/>
            <a:cxnLst>
              <a:cxn ang="0">
                <a:pos x="T0" y="T1"/>
              </a:cxn>
              <a:cxn ang="0">
                <a:pos x="T2" y="T3"/>
              </a:cxn>
              <a:cxn ang="0">
                <a:pos x="T4" y="T5"/>
              </a:cxn>
              <a:cxn ang="0">
                <a:pos x="T6" y="T7"/>
              </a:cxn>
              <a:cxn ang="0">
                <a:pos x="T8" y="T9"/>
              </a:cxn>
            </a:cxnLst>
            <a:rect l="0" t="0" r="r" b="b"/>
            <a:pathLst>
              <a:path w="66" h="66">
                <a:moveTo>
                  <a:pt x="19" y="66"/>
                </a:moveTo>
                <a:lnTo>
                  <a:pt x="0" y="20"/>
                </a:lnTo>
                <a:lnTo>
                  <a:pt x="46" y="0"/>
                </a:lnTo>
                <a:lnTo>
                  <a:pt x="66" y="47"/>
                </a:lnTo>
                <a:lnTo>
                  <a:pt x="19" y="66"/>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5" name="Freeform 195">
            <a:extLst>
              <a:ext uri="{FF2B5EF4-FFF2-40B4-BE49-F238E27FC236}">
                <a16:creationId xmlns:a16="http://schemas.microsoft.com/office/drawing/2014/main" id="{F2A92276-371C-FDEC-0103-F3ACD38EBBB8}"/>
              </a:ext>
            </a:extLst>
          </p:cNvPr>
          <p:cNvSpPr>
            <a:spLocks/>
          </p:cNvSpPr>
          <p:nvPr/>
        </p:nvSpPr>
        <p:spPr bwMode="auto">
          <a:xfrm>
            <a:off x="7486651" y="2841626"/>
            <a:ext cx="25400" cy="25400"/>
          </a:xfrm>
          <a:custGeom>
            <a:avLst/>
            <a:gdLst>
              <a:gd name="T0" fmla="*/ 25 w 68"/>
              <a:gd name="T1" fmla="*/ 69 h 69"/>
              <a:gd name="T2" fmla="*/ 0 w 68"/>
              <a:gd name="T3" fmla="*/ 25 h 69"/>
              <a:gd name="T4" fmla="*/ 43 w 68"/>
              <a:gd name="T5" fmla="*/ 0 h 69"/>
              <a:gd name="T6" fmla="*/ 68 w 68"/>
              <a:gd name="T7" fmla="*/ 44 h 69"/>
              <a:gd name="T8" fmla="*/ 25 w 68"/>
              <a:gd name="T9" fmla="*/ 69 h 69"/>
            </a:gdLst>
            <a:ahLst/>
            <a:cxnLst>
              <a:cxn ang="0">
                <a:pos x="T0" y="T1"/>
              </a:cxn>
              <a:cxn ang="0">
                <a:pos x="T2" y="T3"/>
              </a:cxn>
              <a:cxn ang="0">
                <a:pos x="T4" y="T5"/>
              </a:cxn>
              <a:cxn ang="0">
                <a:pos x="T6" y="T7"/>
              </a:cxn>
              <a:cxn ang="0">
                <a:pos x="T8" y="T9"/>
              </a:cxn>
            </a:cxnLst>
            <a:rect l="0" t="0" r="r" b="b"/>
            <a:pathLst>
              <a:path w="68" h="69">
                <a:moveTo>
                  <a:pt x="25" y="69"/>
                </a:moveTo>
                <a:lnTo>
                  <a:pt x="0" y="25"/>
                </a:lnTo>
                <a:lnTo>
                  <a:pt x="43" y="0"/>
                </a:lnTo>
                <a:lnTo>
                  <a:pt x="68" y="44"/>
                </a:lnTo>
                <a:lnTo>
                  <a:pt x="25" y="69"/>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6" name="Freeform 196">
            <a:extLst>
              <a:ext uri="{FF2B5EF4-FFF2-40B4-BE49-F238E27FC236}">
                <a16:creationId xmlns:a16="http://schemas.microsoft.com/office/drawing/2014/main" id="{4EC45E83-9972-6AB5-E184-D33B870E23BA}"/>
              </a:ext>
            </a:extLst>
          </p:cNvPr>
          <p:cNvSpPr>
            <a:spLocks/>
          </p:cNvSpPr>
          <p:nvPr/>
        </p:nvSpPr>
        <p:spPr bwMode="auto">
          <a:xfrm>
            <a:off x="7573963" y="2755901"/>
            <a:ext cx="23813" cy="23813"/>
          </a:xfrm>
          <a:custGeom>
            <a:avLst/>
            <a:gdLst>
              <a:gd name="T0" fmla="*/ 43 w 68"/>
              <a:gd name="T1" fmla="*/ 68 h 68"/>
              <a:gd name="T2" fmla="*/ 0 w 68"/>
              <a:gd name="T3" fmla="*/ 43 h 68"/>
              <a:gd name="T4" fmla="*/ 25 w 68"/>
              <a:gd name="T5" fmla="*/ 0 h 68"/>
              <a:gd name="T6" fmla="*/ 68 w 68"/>
              <a:gd name="T7" fmla="*/ 25 h 68"/>
              <a:gd name="T8" fmla="*/ 43 w 68"/>
              <a:gd name="T9" fmla="*/ 68 h 68"/>
            </a:gdLst>
            <a:ahLst/>
            <a:cxnLst>
              <a:cxn ang="0">
                <a:pos x="T0" y="T1"/>
              </a:cxn>
              <a:cxn ang="0">
                <a:pos x="T2" y="T3"/>
              </a:cxn>
              <a:cxn ang="0">
                <a:pos x="T4" y="T5"/>
              </a:cxn>
              <a:cxn ang="0">
                <a:pos x="T6" y="T7"/>
              </a:cxn>
              <a:cxn ang="0">
                <a:pos x="T8" y="T9"/>
              </a:cxn>
            </a:cxnLst>
            <a:rect l="0" t="0" r="r" b="b"/>
            <a:pathLst>
              <a:path w="68" h="68">
                <a:moveTo>
                  <a:pt x="43" y="68"/>
                </a:moveTo>
                <a:lnTo>
                  <a:pt x="0" y="43"/>
                </a:lnTo>
                <a:lnTo>
                  <a:pt x="25" y="0"/>
                </a:lnTo>
                <a:lnTo>
                  <a:pt x="68" y="25"/>
                </a:lnTo>
                <a:lnTo>
                  <a:pt x="43" y="68"/>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7" name="Freeform 197">
            <a:extLst>
              <a:ext uri="{FF2B5EF4-FFF2-40B4-BE49-F238E27FC236}">
                <a16:creationId xmlns:a16="http://schemas.microsoft.com/office/drawing/2014/main" id="{8F3F82C9-7A0E-C7E3-6617-C35446FAB655}"/>
              </a:ext>
            </a:extLst>
          </p:cNvPr>
          <p:cNvSpPr>
            <a:spLocks/>
          </p:cNvSpPr>
          <p:nvPr/>
        </p:nvSpPr>
        <p:spPr bwMode="auto">
          <a:xfrm>
            <a:off x="7588251" y="2728914"/>
            <a:ext cx="22225" cy="23813"/>
          </a:xfrm>
          <a:custGeom>
            <a:avLst/>
            <a:gdLst>
              <a:gd name="T0" fmla="*/ 46 w 65"/>
              <a:gd name="T1" fmla="*/ 65 h 65"/>
              <a:gd name="T2" fmla="*/ 0 w 65"/>
              <a:gd name="T3" fmla="*/ 46 h 65"/>
              <a:gd name="T4" fmla="*/ 19 w 65"/>
              <a:gd name="T5" fmla="*/ 0 h 65"/>
              <a:gd name="T6" fmla="*/ 65 w 65"/>
              <a:gd name="T7" fmla="*/ 19 h 65"/>
              <a:gd name="T8" fmla="*/ 46 w 65"/>
              <a:gd name="T9" fmla="*/ 65 h 65"/>
            </a:gdLst>
            <a:ahLst/>
            <a:cxnLst>
              <a:cxn ang="0">
                <a:pos x="T0" y="T1"/>
              </a:cxn>
              <a:cxn ang="0">
                <a:pos x="T2" y="T3"/>
              </a:cxn>
              <a:cxn ang="0">
                <a:pos x="T4" y="T5"/>
              </a:cxn>
              <a:cxn ang="0">
                <a:pos x="T6" y="T7"/>
              </a:cxn>
              <a:cxn ang="0">
                <a:pos x="T8" y="T9"/>
              </a:cxn>
            </a:cxnLst>
            <a:rect l="0" t="0" r="r" b="b"/>
            <a:pathLst>
              <a:path w="65" h="65">
                <a:moveTo>
                  <a:pt x="46" y="65"/>
                </a:moveTo>
                <a:lnTo>
                  <a:pt x="0" y="46"/>
                </a:lnTo>
                <a:lnTo>
                  <a:pt x="19" y="0"/>
                </a:lnTo>
                <a:lnTo>
                  <a:pt x="65" y="19"/>
                </a:lnTo>
                <a:lnTo>
                  <a:pt x="46" y="65"/>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8" name="Freeform 198">
            <a:extLst>
              <a:ext uri="{FF2B5EF4-FFF2-40B4-BE49-F238E27FC236}">
                <a16:creationId xmlns:a16="http://schemas.microsoft.com/office/drawing/2014/main" id="{E0D3786A-89A0-0A70-7C91-39E6B5519269}"/>
              </a:ext>
            </a:extLst>
          </p:cNvPr>
          <p:cNvSpPr>
            <a:spLocks/>
          </p:cNvSpPr>
          <p:nvPr/>
        </p:nvSpPr>
        <p:spPr bwMode="auto">
          <a:xfrm>
            <a:off x="7597776" y="2700339"/>
            <a:ext cx="22225" cy="22225"/>
          </a:xfrm>
          <a:custGeom>
            <a:avLst/>
            <a:gdLst>
              <a:gd name="T0" fmla="*/ 48 w 61"/>
              <a:gd name="T1" fmla="*/ 62 h 62"/>
              <a:gd name="T2" fmla="*/ 0 w 61"/>
              <a:gd name="T3" fmla="*/ 49 h 62"/>
              <a:gd name="T4" fmla="*/ 13 w 61"/>
              <a:gd name="T5" fmla="*/ 0 h 62"/>
              <a:gd name="T6" fmla="*/ 61 w 61"/>
              <a:gd name="T7" fmla="*/ 13 h 62"/>
              <a:gd name="T8" fmla="*/ 48 w 61"/>
              <a:gd name="T9" fmla="*/ 62 h 62"/>
            </a:gdLst>
            <a:ahLst/>
            <a:cxnLst>
              <a:cxn ang="0">
                <a:pos x="T0" y="T1"/>
              </a:cxn>
              <a:cxn ang="0">
                <a:pos x="T2" y="T3"/>
              </a:cxn>
              <a:cxn ang="0">
                <a:pos x="T4" y="T5"/>
              </a:cxn>
              <a:cxn ang="0">
                <a:pos x="T6" y="T7"/>
              </a:cxn>
              <a:cxn ang="0">
                <a:pos x="T8" y="T9"/>
              </a:cxn>
            </a:cxnLst>
            <a:rect l="0" t="0" r="r" b="b"/>
            <a:pathLst>
              <a:path w="61" h="62">
                <a:moveTo>
                  <a:pt x="48" y="62"/>
                </a:moveTo>
                <a:lnTo>
                  <a:pt x="0" y="49"/>
                </a:lnTo>
                <a:lnTo>
                  <a:pt x="13" y="0"/>
                </a:lnTo>
                <a:lnTo>
                  <a:pt x="61" y="13"/>
                </a:lnTo>
                <a:lnTo>
                  <a:pt x="48" y="62"/>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59" name="Freeform 199">
            <a:extLst>
              <a:ext uri="{FF2B5EF4-FFF2-40B4-BE49-F238E27FC236}">
                <a16:creationId xmlns:a16="http://schemas.microsoft.com/office/drawing/2014/main" id="{32205A92-C205-A78A-8655-721F1DAC6F4C}"/>
              </a:ext>
            </a:extLst>
          </p:cNvPr>
          <p:cNvSpPr>
            <a:spLocks/>
          </p:cNvSpPr>
          <p:nvPr/>
        </p:nvSpPr>
        <p:spPr bwMode="auto">
          <a:xfrm>
            <a:off x="7597776" y="2578101"/>
            <a:ext cx="22225" cy="22225"/>
          </a:xfrm>
          <a:custGeom>
            <a:avLst/>
            <a:gdLst>
              <a:gd name="T0" fmla="*/ 61 w 61"/>
              <a:gd name="T1" fmla="*/ 48 h 61"/>
              <a:gd name="T2" fmla="*/ 13 w 61"/>
              <a:gd name="T3" fmla="*/ 61 h 61"/>
              <a:gd name="T4" fmla="*/ 0 w 61"/>
              <a:gd name="T5" fmla="*/ 13 h 61"/>
              <a:gd name="T6" fmla="*/ 48 w 61"/>
              <a:gd name="T7" fmla="*/ 0 h 61"/>
              <a:gd name="T8" fmla="*/ 61 w 61"/>
              <a:gd name="T9" fmla="*/ 48 h 61"/>
            </a:gdLst>
            <a:ahLst/>
            <a:cxnLst>
              <a:cxn ang="0">
                <a:pos x="T0" y="T1"/>
              </a:cxn>
              <a:cxn ang="0">
                <a:pos x="T2" y="T3"/>
              </a:cxn>
              <a:cxn ang="0">
                <a:pos x="T4" y="T5"/>
              </a:cxn>
              <a:cxn ang="0">
                <a:pos x="T6" y="T7"/>
              </a:cxn>
              <a:cxn ang="0">
                <a:pos x="T8" y="T9"/>
              </a:cxn>
            </a:cxnLst>
            <a:rect l="0" t="0" r="r" b="b"/>
            <a:pathLst>
              <a:path w="61" h="61">
                <a:moveTo>
                  <a:pt x="61" y="48"/>
                </a:moveTo>
                <a:lnTo>
                  <a:pt x="13" y="61"/>
                </a:lnTo>
                <a:lnTo>
                  <a:pt x="0" y="13"/>
                </a:lnTo>
                <a:lnTo>
                  <a:pt x="48" y="0"/>
                </a:lnTo>
                <a:lnTo>
                  <a:pt x="61" y="48"/>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0" name="Freeform 200">
            <a:extLst>
              <a:ext uri="{FF2B5EF4-FFF2-40B4-BE49-F238E27FC236}">
                <a16:creationId xmlns:a16="http://schemas.microsoft.com/office/drawing/2014/main" id="{0EB4BAD3-BF1E-F163-D10B-3AA7BA014BAE}"/>
              </a:ext>
            </a:extLst>
          </p:cNvPr>
          <p:cNvSpPr>
            <a:spLocks/>
          </p:cNvSpPr>
          <p:nvPr/>
        </p:nvSpPr>
        <p:spPr bwMode="auto">
          <a:xfrm>
            <a:off x="7588251" y="2547939"/>
            <a:ext cx="22225" cy="23813"/>
          </a:xfrm>
          <a:custGeom>
            <a:avLst/>
            <a:gdLst>
              <a:gd name="T0" fmla="*/ 65 w 65"/>
              <a:gd name="T1" fmla="*/ 47 h 66"/>
              <a:gd name="T2" fmla="*/ 19 w 65"/>
              <a:gd name="T3" fmla="*/ 66 h 66"/>
              <a:gd name="T4" fmla="*/ 0 w 65"/>
              <a:gd name="T5" fmla="*/ 20 h 66"/>
              <a:gd name="T6" fmla="*/ 46 w 65"/>
              <a:gd name="T7" fmla="*/ 0 h 66"/>
              <a:gd name="T8" fmla="*/ 65 w 65"/>
              <a:gd name="T9" fmla="*/ 47 h 66"/>
            </a:gdLst>
            <a:ahLst/>
            <a:cxnLst>
              <a:cxn ang="0">
                <a:pos x="T0" y="T1"/>
              </a:cxn>
              <a:cxn ang="0">
                <a:pos x="T2" y="T3"/>
              </a:cxn>
              <a:cxn ang="0">
                <a:pos x="T4" y="T5"/>
              </a:cxn>
              <a:cxn ang="0">
                <a:pos x="T6" y="T7"/>
              </a:cxn>
              <a:cxn ang="0">
                <a:pos x="T8" y="T9"/>
              </a:cxn>
            </a:cxnLst>
            <a:rect l="0" t="0" r="r" b="b"/>
            <a:pathLst>
              <a:path w="65" h="66">
                <a:moveTo>
                  <a:pt x="65" y="47"/>
                </a:moveTo>
                <a:lnTo>
                  <a:pt x="19" y="66"/>
                </a:lnTo>
                <a:lnTo>
                  <a:pt x="0" y="20"/>
                </a:lnTo>
                <a:lnTo>
                  <a:pt x="46" y="0"/>
                </a:lnTo>
                <a:lnTo>
                  <a:pt x="65" y="47"/>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1" name="Freeform 201">
            <a:extLst>
              <a:ext uri="{FF2B5EF4-FFF2-40B4-BE49-F238E27FC236}">
                <a16:creationId xmlns:a16="http://schemas.microsoft.com/office/drawing/2014/main" id="{E24CB2F6-3EC7-EA5D-9A17-20BDE66766DF}"/>
              </a:ext>
            </a:extLst>
          </p:cNvPr>
          <p:cNvSpPr>
            <a:spLocks/>
          </p:cNvSpPr>
          <p:nvPr/>
        </p:nvSpPr>
        <p:spPr bwMode="auto">
          <a:xfrm>
            <a:off x="7573963" y="2520951"/>
            <a:ext cx="23813" cy="23813"/>
          </a:xfrm>
          <a:custGeom>
            <a:avLst/>
            <a:gdLst>
              <a:gd name="T0" fmla="*/ 68 w 68"/>
              <a:gd name="T1" fmla="*/ 43 h 68"/>
              <a:gd name="T2" fmla="*/ 25 w 68"/>
              <a:gd name="T3" fmla="*/ 68 h 68"/>
              <a:gd name="T4" fmla="*/ 0 w 68"/>
              <a:gd name="T5" fmla="*/ 25 h 68"/>
              <a:gd name="T6" fmla="*/ 43 w 68"/>
              <a:gd name="T7" fmla="*/ 0 h 68"/>
              <a:gd name="T8" fmla="*/ 68 w 68"/>
              <a:gd name="T9" fmla="*/ 43 h 68"/>
            </a:gdLst>
            <a:ahLst/>
            <a:cxnLst>
              <a:cxn ang="0">
                <a:pos x="T0" y="T1"/>
              </a:cxn>
              <a:cxn ang="0">
                <a:pos x="T2" y="T3"/>
              </a:cxn>
              <a:cxn ang="0">
                <a:pos x="T4" y="T5"/>
              </a:cxn>
              <a:cxn ang="0">
                <a:pos x="T6" y="T7"/>
              </a:cxn>
              <a:cxn ang="0">
                <a:pos x="T8" y="T9"/>
              </a:cxn>
            </a:cxnLst>
            <a:rect l="0" t="0" r="r" b="b"/>
            <a:pathLst>
              <a:path w="68" h="68">
                <a:moveTo>
                  <a:pt x="68" y="43"/>
                </a:moveTo>
                <a:lnTo>
                  <a:pt x="25" y="68"/>
                </a:lnTo>
                <a:lnTo>
                  <a:pt x="0" y="25"/>
                </a:lnTo>
                <a:lnTo>
                  <a:pt x="43" y="0"/>
                </a:lnTo>
                <a:lnTo>
                  <a:pt x="68" y="43"/>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2" name="Freeform 202">
            <a:extLst>
              <a:ext uri="{FF2B5EF4-FFF2-40B4-BE49-F238E27FC236}">
                <a16:creationId xmlns:a16="http://schemas.microsoft.com/office/drawing/2014/main" id="{6579857C-80BD-A9FA-9398-3F8E18C99C0E}"/>
              </a:ext>
            </a:extLst>
          </p:cNvPr>
          <p:cNvSpPr>
            <a:spLocks/>
          </p:cNvSpPr>
          <p:nvPr/>
        </p:nvSpPr>
        <p:spPr bwMode="auto">
          <a:xfrm>
            <a:off x="7486651" y="2433639"/>
            <a:ext cx="25400" cy="25400"/>
          </a:xfrm>
          <a:custGeom>
            <a:avLst/>
            <a:gdLst>
              <a:gd name="T0" fmla="*/ 68 w 68"/>
              <a:gd name="T1" fmla="*/ 25 h 69"/>
              <a:gd name="T2" fmla="*/ 43 w 68"/>
              <a:gd name="T3" fmla="*/ 69 h 69"/>
              <a:gd name="T4" fmla="*/ 0 w 68"/>
              <a:gd name="T5" fmla="*/ 44 h 69"/>
              <a:gd name="T6" fmla="*/ 25 w 68"/>
              <a:gd name="T7" fmla="*/ 0 h 69"/>
              <a:gd name="T8" fmla="*/ 68 w 68"/>
              <a:gd name="T9" fmla="*/ 25 h 69"/>
            </a:gdLst>
            <a:ahLst/>
            <a:cxnLst>
              <a:cxn ang="0">
                <a:pos x="T0" y="T1"/>
              </a:cxn>
              <a:cxn ang="0">
                <a:pos x="T2" y="T3"/>
              </a:cxn>
              <a:cxn ang="0">
                <a:pos x="T4" y="T5"/>
              </a:cxn>
              <a:cxn ang="0">
                <a:pos x="T6" y="T7"/>
              </a:cxn>
              <a:cxn ang="0">
                <a:pos x="T8" y="T9"/>
              </a:cxn>
            </a:cxnLst>
            <a:rect l="0" t="0" r="r" b="b"/>
            <a:pathLst>
              <a:path w="68" h="69">
                <a:moveTo>
                  <a:pt x="68" y="25"/>
                </a:moveTo>
                <a:lnTo>
                  <a:pt x="43" y="69"/>
                </a:lnTo>
                <a:lnTo>
                  <a:pt x="0" y="44"/>
                </a:lnTo>
                <a:lnTo>
                  <a:pt x="25" y="0"/>
                </a:lnTo>
                <a:lnTo>
                  <a:pt x="68" y="25"/>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3" name="Freeform 203">
            <a:extLst>
              <a:ext uri="{FF2B5EF4-FFF2-40B4-BE49-F238E27FC236}">
                <a16:creationId xmlns:a16="http://schemas.microsoft.com/office/drawing/2014/main" id="{8DD26831-670E-8C79-56DB-97CDF8C61ABB}"/>
              </a:ext>
            </a:extLst>
          </p:cNvPr>
          <p:cNvSpPr>
            <a:spLocks/>
          </p:cNvSpPr>
          <p:nvPr/>
        </p:nvSpPr>
        <p:spPr bwMode="auto">
          <a:xfrm>
            <a:off x="7459663" y="2420939"/>
            <a:ext cx="23813" cy="23813"/>
          </a:xfrm>
          <a:custGeom>
            <a:avLst/>
            <a:gdLst>
              <a:gd name="T0" fmla="*/ 66 w 66"/>
              <a:gd name="T1" fmla="*/ 19 h 65"/>
              <a:gd name="T2" fmla="*/ 46 w 66"/>
              <a:gd name="T3" fmla="*/ 65 h 65"/>
              <a:gd name="T4" fmla="*/ 0 w 66"/>
              <a:gd name="T5" fmla="*/ 46 h 65"/>
              <a:gd name="T6" fmla="*/ 19 w 66"/>
              <a:gd name="T7" fmla="*/ 0 h 65"/>
              <a:gd name="T8" fmla="*/ 66 w 66"/>
              <a:gd name="T9" fmla="*/ 19 h 65"/>
            </a:gdLst>
            <a:ahLst/>
            <a:cxnLst>
              <a:cxn ang="0">
                <a:pos x="T0" y="T1"/>
              </a:cxn>
              <a:cxn ang="0">
                <a:pos x="T2" y="T3"/>
              </a:cxn>
              <a:cxn ang="0">
                <a:pos x="T4" y="T5"/>
              </a:cxn>
              <a:cxn ang="0">
                <a:pos x="T6" y="T7"/>
              </a:cxn>
              <a:cxn ang="0">
                <a:pos x="T8" y="T9"/>
              </a:cxn>
            </a:cxnLst>
            <a:rect l="0" t="0" r="r" b="b"/>
            <a:pathLst>
              <a:path w="66" h="65">
                <a:moveTo>
                  <a:pt x="66" y="19"/>
                </a:moveTo>
                <a:lnTo>
                  <a:pt x="46" y="65"/>
                </a:lnTo>
                <a:lnTo>
                  <a:pt x="0" y="46"/>
                </a:lnTo>
                <a:lnTo>
                  <a:pt x="19" y="0"/>
                </a:lnTo>
                <a:lnTo>
                  <a:pt x="66" y="19"/>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4" name="Freeform 204">
            <a:extLst>
              <a:ext uri="{FF2B5EF4-FFF2-40B4-BE49-F238E27FC236}">
                <a16:creationId xmlns:a16="http://schemas.microsoft.com/office/drawing/2014/main" id="{817B82DF-2383-C2AC-C94F-F9EB241B6125}"/>
              </a:ext>
            </a:extLst>
          </p:cNvPr>
          <p:cNvSpPr>
            <a:spLocks/>
          </p:cNvSpPr>
          <p:nvPr/>
        </p:nvSpPr>
        <p:spPr bwMode="auto">
          <a:xfrm>
            <a:off x="7432676" y="2413001"/>
            <a:ext cx="20638" cy="20638"/>
          </a:xfrm>
          <a:custGeom>
            <a:avLst/>
            <a:gdLst>
              <a:gd name="T0" fmla="*/ 61 w 61"/>
              <a:gd name="T1" fmla="*/ 13 h 61"/>
              <a:gd name="T2" fmla="*/ 48 w 61"/>
              <a:gd name="T3" fmla="*/ 61 h 61"/>
              <a:gd name="T4" fmla="*/ 0 w 61"/>
              <a:gd name="T5" fmla="*/ 48 h 61"/>
              <a:gd name="T6" fmla="*/ 13 w 61"/>
              <a:gd name="T7" fmla="*/ 0 h 61"/>
              <a:gd name="T8" fmla="*/ 61 w 61"/>
              <a:gd name="T9" fmla="*/ 13 h 61"/>
            </a:gdLst>
            <a:ahLst/>
            <a:cxnLst>
              <a:cxn ang="0">
                <a:pos x="T0" y="T1"/>
              </a:cxn>
              <a:cxn ang="0">
                <a:pos x="T2" y="T3"/>
              </a:cxn>
              <a:cxn ang="0">
                <a:pos x="T4" y="T5"/>
              </a:cxn>
              <a:cxn ang="0">
                <a:pos x="T6" y="T7"/>
              </a:cxn>
              <a:cxn ang="0">
                <a:pos x="T8" y="T9"/>
              </a:cxn>
            </a:cxnLst>
            <a:rect l="0" t="0" r="r" b="b"/>
            <a:pathLst>
              <a:path w="61" h="61">
                <a:moveTo>
                  <a:pt x="61" y="13"/>
                </a:moveTo>
                <a:lnTo>
                  <a:pt x="48" y="61"/>
                </a:lnTo>
                <a:lnTo>
                  <a:pt x="0" y="48"/>
                </a:lnTo>
                <a:lnTo>
                  <a:pt x="13" y="0"/>
                </a:lnTo>
                <a:lnTo>
                  <a:pt x="61" y="13"/>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5" name="Freeform 206">
            <a:extLst>
              <a:ext uri="{FF2B5EF4-FFF2-40B4-BE49-F238E27FC236}">
                <a16:creationId xmlns:a16="http://schemas.microsoft.com/office/drawing/2014/main" id="{09DD5B35-6BC4-24A5-451C-AB49A73450DA}"/>
              </a:ext>
            </a:extLst>
          </p:cNvPr>
          <p:cNvSpPr>
            <a:spLocks noEditPoints="1"/>
          </p:cNvSpPr>
          <p:nvPr/>
        </p:nvSpPr>
        <p:spPr bwMode="auto">
          <a:xfrm>
            <a:off x="7324726" y="2543176"/>
            <a:ext cx="111125" cy="109538"/>
          </a:xfrm>
          <a:custGeom>
            <a:avLst/>
            <a:gdLst>
              <a:gd name="T0" fmla="*/ 152 w 304"/>
              <a:gd name="T1" fmla="*/ 47 h 304"/>
              <a:gd name="T2" fmla="*/ 257 w 304"/>
              <a:gd name="T3" fmla="*/ 152 h 304"/>
              <a:gd name="T4" fmla="*/ 152 w 304"/>
              <a:gd name="T5" fmla="*/ 257 h 304"/>
              <a:gd name="T6" fmla="*/ 47 w 304"/>
              <a:gd name="T7" fmla="*/ 152 h 304"/>
              <a:gd name="T8" fmla="*/ 152 w 304"/>
              <a:gd name="T9" fmla="*/ 47 h 304"/>
              <a:gd name="T10" fmla="*/ 152 w 304"/>
              <a:gd name="T11" fmla="*/ 304 h 304"/>
              <a:gd name="T12" fmla="*/ 304 w 304"/>
              <a:gd name="T13" fmla="*/ 152 h 304"/>
              <a:gd name="T14" fmla="*/ 152 w 304"/>
              <a:gd name="T15" fmla="*/ 0 h 304"/>
              <a:gd name="T16" fmla="*/ 0 w 304"/>
              <a:gd name="T17" fmla="*/ 152 h 304"/>
              <a:gd name="T18" fmla="*/ 152 w 304"/>
              <a:gd name="T19" fmla="*/ 3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4">
                <a:moveTo>
                  <a:pt x="152" y="47"/>
                </a:moveTo>
                <a:cubicBezTo>
                  <a:pt x="210" y="47"/>
                  <a:pt x="257" y="94"/>
                  <a:pt x="257" y="152"/>
                </a:cubicBezTo>
                <a:cubicBezTo>
                  <a:pt x="257" y="210"/>
                  <a:pt x="210" y="257"/>
                  <a:pt x="152" y="257"/>
                </a:cubicBezTo>
                <a:cubicBezTo>
                  <a:pt x="94" y="257"/>
                  <a:pt x="47" y="210"/>
                  <a:pt x="47" y="152"/>
                </a:cubicBezTo>
                <a:cubicBezTo>
                  <a:pt x="47" y="94"/>
                  <a:pt x="94" y="47"/>
                  <a:pt x="152" y="47"/>
                </a:cubicBezTo>
                <a:close/>
                <a:moveTo>
                  <a:pt x="152" y="304"/>
                </a:moveTo>
                <a:cubicBezTo>
                  <a:pt x="236" y="304"/>
                  <a:pt x="304" y="236"/>
                  <a:pt x="304" y="152"/>
                </a:cubicBezTo>
                <a:cubicBezTo>
                  <a:pt x="304" y="68"/>
                  <a:pt x="236" y="0"/>
                  <a:pt x="152" y="0"/>
                </a:cubicBezTo>
                <a:cubicBezTo>
                  <a:pt x="69" y="0"/>
                  <a:pt x="0" y="68"/>
                  <a:pt x="0" y="152"/>
                </a:cubicBezTo>
                <a:cubicBezTo>
                  <a:pt x="0" y="236"/>
                  <a:pt x="69" y="304"/>
                  <a:pt x="152" y="304"/>
                </a:cubicBezTo>
                <a:close/>
              </a:path>
            </a:pathLst>
          </a:custGeom>
          <a:solidFill>
            <a:srgbClr val="121B21"/>
          </a:solidFill>
          <a:ln>
            <a:noFill/>
          </a:ln>
        </p:spPr>
        <p:txBody>
          <a:bodyPr vert="horz" wrap="square" lIns="91440" tIns="45720" rIns="91440" bIns="45720" numCol="1" anchor="t" anchorCtr="0" compatLnSpc="1">
            <a:prstTxWarp prst="textNoShape">
              <a:avLst/>
            </a:prstTxWarp>
          </a:bodyPr>
          <a:lstStyle/>
          <a:p>
            <a:endParaRPr lang="el-GR"/>
          </a:p>
        </p:txBody>
      </p:sp>
      <p:sp>
        <p:nvSpPr>
          <p:cNvPr id="266" name="Freeform 207">
            <a:extLst>
              <a:ext uri="{FF2B5EF4-FFF2-40B4-BE49-F238E27FC236}">
                <a16:creationId xmlns:a16="http://schemas.microsoft.com/office/drawing/2014/main" id="{BA7F4B7F-B41D-D215-4668-CD76189E83ED}"/>
              </a:ext>
            </a:extLst>
          </p:cNvPr>
          <p:cNvSpPr>
            <a:spLocks noEditPoints="1"/>
          </p:cNvSpPr>
          <p:nvPr/>
        </p:nvSpPr>
        <p:spPr bwMode="auto">
          <a:xfrm>
            <a:off x="7299326" y="2654301"/>
            <a:ext cx="165100" cy="106363"/>
          </a:xfrm>
          <a:custGeom>
            <a:avLst/>
            <a:gdLst>
              <a:gd name="T0" fmla="*/ 67 w 459"/>
              <a:gd name="T1" fmla="*/ 83 h 294"/>
              <a:gd name="T2" fmla="*/ 204 w 459"/>
              <a:gd name="T3" fmla="*/ 45 h 294"/>
              <a:gd name="T4" fmla="*/ 232 w 459"/>
              <a:gd name="T5" fmla="*/ 48 h 294"/>
              <a:gd name="T6" fmla="*/ 234 w 459"/>
              <a:gd name="T7" fmla="*/ 48 h 294"/>
              <a:gd name="T8" fmla="*/ 262 w 459"/>
              <a:gd name="T9" fmla="*/ 45 h 294"/>
              <a:gd name="T10" fmla="*/ 398 w 459"/>
              <a:gd name="T11" fmla="*/ 83 h 294"/>
              <a:gd name="T12" fmla="*/ 405 w 459"/>
              <a:gd name="T13" fmla="*/ 199 h 294"/>
              <a:gd name="T14" fmla="*/ 405 w 459"/>
              <a:gd name="T15" fmla="*/ 199 h 294"/>
              <a:gd name="T16" fmla="*/ 235 w 459"/>
              <a:gd name="T17" fmla="*/ 244 h 294"/>
              <a:gd name="T18" fmla="*/ 230 w 459"/>
              <a:gd name="T19" fmla="*/ 244 h 294"/>
              <a:gd name="T20" fmla="*/ 60 w 459"/>
              <a:gd name="T21" fmla="*/ 199 h 294"/>
              <a:gd name="T22" fmla="*/ 67 w 459"/>
              <a:gd name="T23" fmla="*/ 83 h 294"/>
              <a:gd name="T24" fmla="*/ 203 w 459"/>
              <a:gd name="T25" fmla="*/ 286 h 294"/>
              <a:gd name="T26" fmla="*/ 226 w 459"/>
              <a:gd name="T27" fmla="*/ 285 h 294"/>
              <a:gd name="T28" fmla="*/ 233 w 459"/>
              <a:gd name="T29" fmla="*/ 285 h 294"/>
              <a:gd name="T30" fmla="*/ 453 w 459"/>
              <a:gd name="T31" fmla="*/ 216 h 294"/>
              <a:gd name="T32" fmla="*/ 443 w 459"/>
              <a:gd name="T33" fmla="*/ 56 h 294"/>
              <a:gd name="T34" fmla="*/ 443 w 459"/>
              <a:gd name="T35" fmla="*/ 55 h 294"/>
              <a:gd name="T36" fmla="*/ 442 w 459"/>
              <a:gd name="T37" fmla="*/ 54 h 294"/>
              <a:gd name="T38" fmla="*/ 266 w 459"/>
              <a:gd name="T39" fmla="*/ 0 h 294"/>
              <a:gd name="T40" fmla="*/ 264 w 459"/>
              <a:gd name="T41" fmla="*/ 0 h 294"/>
              <a:gd name="T42" fmla="*/ 263 w 459"/>
              <a:gd name="T43" fmla="*/ 0 h 294"/>
              <a:gd name="T44" fmla="*/ 231 w 459"/>
              <a:gd name="T45" fmla="*/ 5 h 294"/>
              <a:gd name="T46" fmla="*/ 228 w 459"/>
              <a:gd name="T47" fmla="*/ 5 h 294"/>
              <a:gd name="T48" fmla="*/ 196 w 459"/>
              <a:gd name="T49" fmla="*/ 0 h 294"/>
              <a:gd name="T50" fmla="*/ 195 w 459"/>
              <a:gd name="T51" fmla="*/ 0 h 294"/>
              <a:gd name="T52" fmla="*/ 194 w 459"/>
              <a:gd name="T53" fmla="*/ 0 h 294"/>
              <a:gd name="T54" fmla="*/ 17 w 459"/>
              <a:gd name="T55" fmla="*/ 54 h 294"/>
              <a:gd name="T56" fmla="*/ 16 w 459"/>
              <a:gd name="T57" fmla="*/ 55 h 294"/>
              <a:gd name="T58" fmla="*/ 16 w 459"/>
              <a:gd name="T59" fmla="*/ 56 h 294"/>
              <a:gd name="T60" fmla="*/ 7 w 459"/>
              <a:gd name="T61" fmla="*/ 216 h 294"/>
              <a:gd name="T62" fmla="*/ 203 w 459"/>
              <a:gd name="T63" fmla="*/ 286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59" h="294">
                <a:moveTo>
                  <a:pt x="67" y="83"/>
                </a:moveTo>
                <a:cubicBezTo>
                  <a:pt x="106" y="58"/>
                  <a:pt x="193" y="46"/>
                  <a:pt x="204" y="45"/>
                </a:cubicBezTo>
                <a:cubicBezTo>
                  <a:pt x="207" y="46"/>
                  <a:pt x="215" y="48"/>
                  <a:pt x="232" y="48"/>
                </a:cubicBezTo>
                <a:lnTo>
                  <a:pt x="234" y="48"/>
                </a:lnTo>
                <a:cubicBezTo>
                  <a:pt x="251" y="48"/>
                  <a:pt x="259" y="46"/>
                  <a:pt x="262" y="45"/>
                </a:cubicBezTo>
                <a:cubicBezTo>
                  <a:pt x="272" y="46"/>
                  <a:pt x="360" y="58"/>
                  <a:pt x="398" y="83"/>
                </a:cubicBezTo>
                <a:cubicBezTo>
                  <a:pt x="400" y="93"/>
                  <a:pt x="410" y="148"/>
                  <a:pt x="405" y="199"/>
                </a:cubicBezTo>
                <a:lnTo>
                  <a:pt x="405" y="199"/>
                </a:lnTo>
                <a:cubicBezTo>
                  <a:pt x="401" y="242"/>
                  <a:pt x="281" y="246"/>
                  <a:pt x="235" y="244"/>
                </a:cubicBezTo>
                <a:lnTo>
                  <a:pt x="230" y="244"/>
                </a:lnTo>
                <a:cubicBezTo>
                  <a:pt x="184" y="246"/>
                  <a:pt x="64" y="242"/>
                  <a:pt x="60" y="199"/>
                </a:cubicBezTo>
                <a:cubicBezTo>
                  <a:pt x="56" y="149"/>
                  <a:pt x="65" y="93"/>
                  <a:pt x="67" y="83"/>
                </a:cubicBezTo>
                <a:close/>
                <a:moveTo>
                  <a:pt x="203" y="286"/>
                </a:moveTo>
                <a:cubicBezTo>
                  <a:pt x="216" y="286"/>
                  <a:pt x="225" y="285"/>
                  <a:pt x="226" y="285"/>
                </a:cubicBezTo>
                <a:lnTo>
                  <a:pt x="233" y="285"/>
                </a:lnTo>
                <a:cubicBezTo>
                  <a:pt x="242" y="286"/>
                  <a:pt x="446" y="294"/>
                  <a:pt x="453" y="216"/>
                </a:cubicBezTo>
                <a:cubicBezTo>
                  <a:pt x="459" y="141"/>
                  <a:pt x="443" y="57"/>
                  <a:pt x="443" y="56"/>
                </a:cubicBezTo>
                <a:lnTo>
                  <a:pt x="443" y="55"/>
                </a:lnTo>
                <a:lnTo>
                  <a:pt x="442" y="54"/>
                </a:lnTo>
                <a:cubicBezTo>
                  <a:pt x="391" y="17"/>
                  <a:pt x="271" y="0"/>
                  <a:pt x="266" y="0"/>
                </a:cubicBezTo>
                <a:lnTo>
                  <a:pt x="264" y="0"/>
                </a:lnTo>
                <a:lnTo>
                  <a:pt x="263" y="0"/>
                </a:lnTo>
                <a:cubicBezTo>
                  <a:pt x="263" y="0"/>
                  <a:pt x="254" y="5"/>
                  <a:pt x="231" y="5"/>
                </a:cubicBezTo>
                <a:lnTo>
                  <a:pt x="228" y="5"/>
                </a:lnTo>
                <a:cubicBezTo>
                  <a:pt x="205" y="5"/>
                  <a:pt x="196" y="0"/>
                  <a:pt x="196" y="0"/>
                </a:cubicBezTo>
                <a:lnTo>
                  <a:pt x="195" y="0"/>
                </a:lnTo>
                <a:lnTo>
                  <a:pt x="194" y="0"/>
                </a:lnTo>
                <a:cubicBezTo>
                  <a:pt x="188" y="0"/>
                  <a:pt x="68" y="17"/>
                  <a:pt x="17" y="54"/>
                </a:cubicBezTo>
                <a:lnTo>
                  <a:pt x="16" y="55"/>
                </a:lnTo>
                <a:lnTo>
                  <a:pt x="16" y="56"/>
                </a:lnTo>
                <a:cubicBezTo>
                  <a:pt x="16" y="57"/>
                  <a:pt x="0" y="141"/>
                  <a:pt x="7" y="216"/>
                </a:cubicBezTo>
                <a:cubicBezTo>
                  <a:pt x="12" y="279"/>
                  <a:pt x="148" y="286"/>
                  <a:pt x="203" y="286"/>
                </a:cubicBezTo>
                <a:close/>
              </a:path>
            </a:pathLst>
          </a:custGeom>
          <a:solidFill>
            <a:srgbClr val="121B21"/>
          </a:solidFill>
          <a:ln>
            <a:noFill/>
          </a:ln>
        </p:spPr>
        <p:txBody>
          <a:bodyPr vert="horz" wrap="square" lIns="91440" tIns="45720" rIns="91440" bIns="45720" numCol="1" anchor="t" anchorCtr="0" compatLnSpc="1">
            <a:prstTxWarp prst="textNoShape">
              <a:avLst/>
            </a:prstTxWarp>
          </a:bodyPr>
          <a:lstStyle/>
          <a:p>
            <a:endParaRPr lang="el-GR"/>
          </a:p>
        </p:txBody>
      </p:sp>
      <p:sp>
        <p:nvSpPr>
          <p:cNvPr id="267" name="Freeform 208">
            <a:extLst>
              <a:ext uri="{FF2B5EF4-FFF2-40B4-BE49-F238E27FC236}">
                <a16:creationId xmlns:a16="http://schemas.microsoft.com/office/drawing/2014/main" id="{7B4C9A83-FD38-7300-71EF-8A23333D9E2E}"/>
              </a:ext>
            </a:extLst>
          </p:cNvPr>
          <p:cNvSpPr>
            <a:spLocks/>
          </p:cNvSpPr>
          <p:nvPr/>
        </p:nvSpPr>
        <p:spPr bwMode="auto">
          <a:xfrm>
            <a:off x="7304088" y="4878388"/>
            <a:ext cx="155575" cy="334963"/>
          </a:xfrm>
          <a:custGeom>
            <a:avLst/>
            <a:gdLst>
              <a:gd name="T0" fmla="*/ 432 w 432"/>
              <a:gd name="T1" fmla="*/ 65 h 929"/>
              <a:gd name="T2" fmla="*/ 248 w 432"/>
              <a:gd name="T3" fmla="*/ 65 h 929"/>
              <a:gd name="T4" fmla="*/ 248 w 432"/>
              <a:gd name="T5" fmla="*/ 432 h 929"/>
              <a:gd name="T6" fmla="*/ 432 w 432"/>
              <a:gd name="T7" fmla="*/ 432 h 929"/>
              <a:gd name="T8" fmla="*/ 432 w 432"/>
              <a:gd name="T9" fmla="*/ 497 h 929"/>
              <a:gd name="T10" fmla="*/ 248 w 432"/>
              <a:gd name="T11" fmla="*/ 497 h 929"/>
              <a:gd name="T12" fmla="*/ 248 w 432"/>
              <a:gd name="T13" fmla="*/ 864 h 929"/>
              <a:gd name="T14" fmla="*/ 432 w 432"/>
              <a:gd name="T15" fmla="*/ 864 h 929"/>
              <a:gd name="T16" fmla="*/ 432 w 432"/>
              <a:gd name="T17" fmla="*/ 929 h 929"/>
              <a:gd name="T18" fmla="*/ 183 w 432"/>
              <a:gd name="T19" fmla="*/ 929 h 929"/>
              <a:gd name="T20" fmla="*/ 183 w 432"/>
              <a:gd name="T21" fmla="*/ 497 h 929"/>
              <a:gd name="T22" fmla="*/ 0 w 432"/>
              <a:gd name="T23" fmla="*/ 497 h 929"/>
              <a:gd name="T24" fmla="*/ 0 w 432"/>
              <a:gd name="T25" fmla="*/ 432 h 929"/>
              <a:gd name="T26" fmla="*/ 183 w 432"/>
              <a:gd name="T27" fmla="*/ 432 h 929"/>
              <a:gd name="T28" fmla="*/ 183 w 432"/>
              <a:gd name="T29" fmla="*/ 0 h 929"/>
              <a:gd name="T30" fmla="*/ 432 w 432"/>
              <a:gd name="T31" fmla="*/ 0 h 929"/>
              <a:gd name="T32" fmla="*/ 432 w 432"/>
              <a:gd name="T33" fmla="*/ 65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2" h="929">
                <a:moveTo>
                  <a:pt x="432" y="65"/>
                </a:moveTo>
                <a:lnTo>
                  <a:pt x="248" y="65"/>
                </a:lnTo>
                <a:lnTo>
                  <a:pt x="248" y="432"/>
                </a:lnTo>
                <a:lnTo>
                  <a:pt x="432" y="432"/>
                </a:lnTo>
                <a:lnTo>
                  <a:pt x="432" y="497"/>
                </a:lnTo>
                <a:lnTo>
                  <a:pt x="248" y="497"/>
                </a:lnTo>
                <a:lnTo>
                  <a:pt x="248" y="864"/>
                </a:lnTo>
                <a:lnTo>
                  <a:pt x="432" y="864"/>
                </a:lnTo>
                <a:lnTo>
                  <a:pt x="432" y="929"/>
                </a:lnTo>
                <a:lnTo>
                  <a:pt x="183" y="929"/>
                </a:lnTo>
                <a:lnTo>
                  <a:pt x="183" y="497"/>
                </a:lnTo>
                <a:lnTo>
                  <a:pt x="0" y="497"/>
                </a:lnTo>
                <a:lnTo>
                  <a:pt x="0" y="432"/>
                </a:lnTo>
                <a:lnTo>
                  <a:pt x="183" y="432"/>
                </a:lnTo>
                <a:lnTo>
                  <a:pt x="183" y="0"/>
                </a:lnTo>
                <a:lnTo>
                  <a:pt x="432" y="0"/>
                </a:lnTo>
                <a:lnTo>
                  <a:pt x="432" y="65"/>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68" name="Freeform 209">
            <a:extLst>
              <a:ext uri="{FF2B5EF4-FFF2-40B4-BE49-F238E27FC236}">
                <a16:creationId xmlns:a16="http://schemas.microsoft.com/office/drawing/2014/main" id="{7D38D848-A7C4-1A20-B515-EBE727953525}"/>
              </a:ext>
            </a:extLst>
          </p:cNvPr>
          <p:cNvSpPr>
            <a:spLocks noEditPoints="1"/>
          </p:cNvSpPr>
          <p:nvPr/>
        </p:nvSpPr>
        <p:spPr bwMode="auto">
          <a:xfrm>
            <a:off x="7223126" y="4840288"/>
            <a:ext cx="317500" cy="411163"/>
          </a:xfrm>
          <a:custGeom>
            <a:avLst/>
            <a:gdLst>
              <a:gd name="T0" fmla="*/ 840 w 881"/>
              <a:gd name="T1" fmla="*/ 904 h 1139"/>
              <a:gd name="T2" fmla="*/ 840 w 881"/>
              <a:gd name="T3" fmla="*/ 1099 h 1139"/>
              <a:gd name="T4" fmla="*/ 645 w 881"/>
              <a:gd name="T5" fmla="*/ 1099 h 1139"/>
              <a:gd name="T6" fmla="*/ 645 w 881"/>
              <a:gd name="T7" fmla="*/ 904 h 1139"/>
              <a:gd name="T8" fmla="*/ 794 w 881"/>
              <a:gd name="T9" fmla="*/ 950 h 1139"/>
              <a:gd name="T10" fmla="*/ 691 w 881"/>
              <a:gd name="T11" fmla="*/ 950 h 1139"/>
              <a:gd name="T12" fmla="*/ 691 w 881"/>
              <a:gd name="T13" fmla="*/ 1053 h 1139"/>
              <a:gd name="T14" fmla="*/ 794 w 881"/>
              <a:gd name="T15" fmla="*/ 1053 h 1139"/>
              <a:gd name="T16" fmla="*/ 816 w 881"/>
              <a:gd name="T17" fmla="*/ 1001 h 1139"/>
              <a:gd name="T18" fmla="*/ 743 w 881"/>
              <a:gd name="T19" fmla="*/ 0 h 1139"/>
              <a:gd name="T20" fmla="*/ 881 w 881"/>
              <a:gd name="T21" fmla="*/ 138 h 1139"/>
              <a:gd name="T22" fmla="*/ 743 w 881"/>
              <a:gd name="T23" fmla="*/ 276 h 1139"/>
              <a:gd name="T24" fmla="*/ 605 w 881"/>
              <a:gd name="T25" fmla="*/ 138 h 1139"/>
              <a:gd name="T26" fmla="*/ 743 w 881"/>
              <a:gd name="T27" fmla="*/ 0 h 1139"/>
              <a:gd name="T28" fmla="*/ 743 w 881"/>
              <a:gd name="T29" fmla="*/ 65 h 1139"/>
              <a:gd name="T30" fmla="*/ 670 w 881"/>
              <a:gd name="T31" fmla="*/ 138 h 1139"/>
              <a:gd name="T32" fmla="*/ 743 w 881"/>
              <a:gd name="T33" fmla="*/ 211 h 1139"/>
              <a:gd name="T34" fmla="*/ 816 w 881"/>
              <a:gd name="T35" fmla="*/ 138 h 1139"/>
              <a:gd name="T36" fmla="*/ 743 w 881"/>
              <a:gd name="T37" fmla="*/ 432 h 1139"/>
              <a:gd name="T38" fmla="*/ 881 w 881"/>
              <a:gd name="T39" fmla="*/ 570 h 1139"/>
              <a:gd name="T40" fmla="*/ 743 w 881"/>
              <a:gd name="T41" fmla="*/ 708 h 1139"/>
              <a:gd name="T42" fmla="*/ 605 w 881"/>
              <a:gd name="T43" fmla="*/ 570 h 1139"/>
              <a:gd name="T44" fmla="*/ 743 w 881"/>
              <a:gd name="T45" fmla="*/ 432 h 1139"/>
              <a:gd name="T46" fmla="*/ 743 w 881"/>
              <a:gd name="T47" fmla="*/ 497 h 1139"/>
              <a:gd name="T48" fmla="*/ 670 w 881"/>
              <a:gd name="T49" fmla="*/ 570 h 1139"/>
              <a:gd name="T50" fmla="*/ 743 w 881"/>
              <a:gd name="T51" fmla="*/ 643 h 1139"/>
              <a:gd name="T52" fmla="*/ 794 w 881"/>
              <a:gd name="T53" fmla="*/ 621 h 1139"/>
              <a:gd name="T54" fmla="*/ 794 w 881"/>
              <a:gd name="T55" fmla="*/ 518 h 1139"/>
              <a:gd name="T56" fmla="*/ 236 w 881"/>
              <a:gd name="T57" fmla="*/ 472 h 1139"/>
              <a:gd name="T58" fmla="*/ 236 w 881"/>
              <a:gd name="T59" fmla="*/ 667 h 1139"/>
              <a:gd name="T60" fmla="*/ 41 w 881"/>
              <a:gd name="T61" fmla="*/ 667 h 1139"/>
              <a:gd name="T62" fmla="*/ 41 w 881"/>
              <a:gd name="T63" fmla="*/ 472 h 1139"/>
              <a:gd name="T64" fmla="*/ 190 w 881"/>
              <a:gd name="T65" fmla="*/ 518 h 1139"/>
              <a:gd name="T66" fmla="*/ 87 w 881"/>
              <a:gd name="T67" fmla="*/ 518 h 1139"/>
              <a:gd name="T68" fmla="*/ 65 w 881"/>
              <a:gd name="T69" fmla="*/ 570 h 1139"/>
              <a:gd name="T70" fmla="*/ 87 w 881"/>
              <a:gd name="T71" fmla="*/ 621 h 1139"/>
              <a:gd name="T72" fmla="*/ 190 w 881"/>
              <a:gd name="T73" fmla="*/ 621 h 1139"/>
              <a:gd name="T74" fmla="*/ 190 w 881"/>
              <a:gd name="T75" fmla="*/ 518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1" h="1139">
                <a:moveTo>
                  <a:pt x="743" y="863"/>
                </a:moveTo>
                <a:cubicBezTo>
                  <a:pt x="781" y="863"/>
                  <a:pt x="815" y="879"/>
                  <a:pt x="840" y="904"/>
                </a:cubicBezTo>
                <a:cubicBezTo>
                  <a:pt x="865" y="929"/>
                  <a:pt x="881" y="963"/>
                  <a:pt x="881" y="1001"/>
                </a:cubicBezTo>
                <a:cubicBezTo>
                  <a:pt x="881" y="1040"/>
                  <a:pt x="865" y="1074"/>
                  <a:pt x="840" y="1099"/>
                </a:cubicBezTo>
                <a:cubicBezTo>
                  <a:pt x="815" y="1124"/>
                  <a:pt x="781" y="1139"/>
                  <a:pt x="743" y="1139"/>
                </a:cubicBezTo>
                <a:cubicBezTo>
                  <a:pt x="705" y="1139"/>
                  <a:pt x="670" y="1124"/>
                  <a:pt x="645" y="1099"/>
                </a:cubicBezTo>
                <a:cubicBezTo>
                  <a:pt x="620" y="1074"/>
                  <a:pt x="605" y="1040"/>
                  <a:pt x="605" y="1001"/>
                </a:cubicBezTo>
                <a:cubicBezTo>
                  <a:pt x="605" y="963"/>
                  <a:pt x="620" y="929"/>
                  <a:pt x="645" y="904"/>
                </a:cubicBezTo>
                <a:cubicBezTo>
                  <a:pt x="670" y="879"/>
                  <a:pt x="705" y="863"/>
                  <a:pt x="743" y="863"/>
                </a:cubicBezTo>
                <a:close/>
                <a:moveTo>
                  <a:pt x="794" y="950"/>
                </a:moveTo>
                <a:cubicBezTo>
                  <a:pt x="781" y="937"/>
                  <a:pt x="763" y="928"/>
                  <a:pt x="743" y="928"/>
                </a:cubicBezTo>
                <a:cubicBezTo>
                  <a:pt x="723" y="928"/>
                  <a:pt x="704" y="937"/>
                  <a:pt x="691" y="950"/>
                </a:cubicBezTo>
                <a:cubicBezTo>
                  <a:pt x="678" y="963"/>
                  <a:pt x="670" y="981"/>
                  <a:pt x="670" y="1001"/>
                </a:cubicBezTo>
                <a:cubicBezTo>
                  <a:pt x="670" y="1022"/>
                  <a:pt x="678" y="1040"/>
                  <a:pt x="691" y="1053"/>
                </a:cubicBezTo>
                <a:cubicBezTo>
                  <a:pt x="704" y="1066"/>
                  <a:pt x="723" y="1074"/>
                  <a:pt x="743" y="1074"/>
                </a:cubicBezTo>
                <a:cubicBezTo>
                  <a:pt x="763" y="1074"/>
                  <a:pt x="781" y="1066"/>
                  <a:pt x="794" y="1053"/>
                </a:cubicBezTo>
                <a:lnTo>
                  <a:pt x="794" y="1053"/>
                </a:lnTo>
                <a:cubicBezTo>
                  <a:pt x="808" y="1040"/>
                  <a:pt x="816" y="1022"/>
                  <a:pt x="816" y="1001"/>
                </a:cubicBezTo>
                <a:cubicBezTo>
                  <a:pt x="816" y="981"/>
                  <a:pt x="808" y="963"/>
                  <a:pt x="794" y="950"/>
                </a:cubicBezTo>
                <a:close/>
                <a:moveTo>
                  <a:pt x="743" y="0"/>
                </a:moveTo>
                <a:cubicBezTo>
                  <a:pt x="781" y="0"/>
                  <a:pt x="815" y="15"/>
                  <a:pt x="840" y="40"/>
                </a:cubicBezTo>
                <a:cubicBezTo>
                  <a:pt x="865" y="65"/>
                  <a:pt x="881" y="100"/>
                  <a:pt x="881" y="138"/>
                </a:cubicBezTo>
                <a:cubicBezTo>
                  <a:pt x="881" y="176"/>
                  <a:pt x="865" y="211"/>
                  <a:pt x="840" y="236"/>
                </a:cubicBezTo>
                <a:cubicBezTo>
                  <a:pt x="815" y="260"/>
                  <a:pt x="781" y="276"/>
                  <a:pt x="743" y="276"/>
                </a:cubicBezTo>
                <a:cubicBezTo>
                  <a:pt x="705" y="276"/>
                  <a:pt x="670" y="260"/>
                  <a:pt x="645" y="236"/>
                </a:cubicBezTo>
                <a:cubicBezTo>
                  <a:pt x="620" y="211"/>
                  <a:pt x="605" y="176"/>
                  <a:pt x="605" y="138"/>
                </a:cubicBezTo>
                <a:cubicBezTo>
                  <a:pt x="605" y="100"/>
                  <a:pt x="620" y="65"/>
                  <a:pt x="645" y="40"/>
                </a:cubicBezTo>
                <a:cubicBezTo>
                  <a:pt x="670" y="15"/>
                  <a:pt x="705" y="0"/>
                  <a:pt x="743" y="0"/>
                </a:cubicBezTo>
                <a:close/>
                <a:moveTo>
                  <a:pt x="794" y="86"/>
                </a:moveTo>
                <a:cubicBezTo>
                  <a:pt x="781" y="73"/>
                  <a:pt x="763" y="65"/>
                  <a:pt x="743" y="65"/>
                </a:cubicBezTo>
                <a:cubicBezTo>
                  <a:pt x="723" y="65"/>
                  <a:pt x="704" y="73"/>
                  <a:pt x="691" y="86"/>
                </a:cubicBezTo>
                <a:cubicBezTo>
                  <a:pt x="678" y="100"/>
                  <a:pt x="670" y="118"/>
                  <a:pt x="670" y="138"/>
                </a:cubicBezTo>
                <a:cubicBezTo>
                  <a:pt x="670" y="158"/>
                  <a:pt x="678" y="176"/>
                  <a:pt x="691" y="190"/>
                </a:cubicBezTo>
                <a:cubicBezTo>
                  <a:pt x="704" y="203"/>
                  <a:pt x="723" y="211"/>
                  <a:pt x="743" y="211"/>
                </a:cubicBezTo>
                <a:cubicBezTo>
                  <a:pt x="763" y="211"/>
                  <a:pt x="781" y="203"/>
                  <a:pt x="794" y="190"/>
                </a:cubicBezTo>
                <a:cubicBezTo>
                  <a:pt x="808" y="176"/>
                  <a:pt x="816" y="158"/>
                  <a:pt x="816" y="138"/>
                </a:cubicBezTo>
                <a:cubicBezTo>
                  <a:pt x="816" y="118"/>
                  <a:pt x="808" y="100"/>
                  <a:pt x="794" y="86"/>
                </a:cubicBezTo>
                <a:close/>
                <a:moveTo>
                  <a:pt x="743" y="432"/>
                </a:moveTo>
                <a:cubicBezTo>
                  <a:pt x="781" y="432"/>
                  <a:pt x="815" y="447"/>
                  <a:pt x="840" y="472"/>
                </a:cubicBezTo>
                <a:cubicBezTo>
                  <a:pt x="865" y="497"/>
                  <a:pt x="881" y="532"/>
                  <a:pt x="881" y="570"/>
                </a:cubicBezTo>
                <a:cubicBezTo>
                  <a:pt x="881" y="608"/>
                  <a:pt x="865" y="642"/>
                  <a:pt x="840" y="667"/>
                </a:cubicBezTo>
                <a:cubicBezTo>
                  <a:pt x="815" y="692"/>
                  <a:pt x="781" y="708"/>
                  <a:pt x="743" y="708"/>
                </a:cubicBezTo>
                <a:cubicBezTo>
                  <a:pt x="705" y="708"/>
                  <a:pt x="670" y="692"/>
                  <a:pt x="645" y="667"/>
                </a:cubicBezTo>
                <a:cubicBezTo>
                  <a:pt x="620" y="642"/>
                  <a:pt x="605" y="608"/>
                  <a:pt x="605" y="570"/>
                </a:cubicBezTo>
                <a:cubicBezTo>
                  <a:pt x="605" y="532"/>
                  <a:pt x="620" y="497"/>
                  <a:pt x="645" y="472"/>
                </a:cubicBezTo>
                <a:cubicBezTo>
                  <a:pt x="670" y="447"/>
                  <a:pt x="705" y="432"/>
                  <a:pt x="743" y="432"/>
                </a:cubicBezTo>
                <a:close/>
                <a:moveTo>
                  <a:pt x="794" y="518"/>
                </a:moveTo>
                <a:cubicBezTo>
                  <a:pt x="781" y="505"/>
                  <a:pt x="763" y="497"/>
                  <a:pt x="743" y="497"/>
                </a:cubicBezTo>
                <a:cubicBezTo>
                  <a:pt x="723" y="497"/>
                  <a:pt x="704" y="505"/>
                  <a:pt x="691" y="518"/>
                </a:cubicBezTo>
                <a:cubicBezTo>
                  <a:pt x="678" y="531"/>
                  <a:pt x="670" y="550"/>
                  <a:pt x="670" y="570"/>
                </a:cubicBezTo>
                <a:cubicBezTo>
                  <a:pt x="670" y="590"/>
                  <a:pt x="678" y="608"/>
                  <a:pt x="691" y="621"/>
                </a:cubicBezTo>
                <a:cubicBezTo>
                  <a:pt x="704" y="634"/>
                  <a:pt x="723" y="643"/>
                  <a:pt x="743" y="643"/>
                </a:cubicBezTo>
                <a:cubicBezTo>
                  <a:pt x="763" y="643"/>
                  <a:pt x="781" y="635"/>
                  <a:pt x="794" y="621"/>
                </a:cubicBezTo>
                <a:lnTo>
                  <a:pt x="794" y="621"/>
                </a:lnTo>
                <a:cubicBezTo>
                  <a:pt x="808" y="608"/>
                  <a:pt x="816" y="590"/>
                  <a:pt x="816" y="570"/>
                </a:cubicBezTo>
                <a:cubicBezTo>
                  <a:pt x="816" y="550"/>
                  <a:pt x="808" y="531"/>
                  <a:pt x="794" y="518"/>
                </a:cubicBezTo>
                <a:close/>
                <a:moveTo>
                  <a:pt x="138" y="432"/>
                </a:moveTo>
                <a:cubicBezTo>
                  <a:pt x="177" y="432"/>
                  <a:pt x="211" y="447"/>
                  <a:pt x="236" y="472"/>
                </a:cubicBezTo>
                <a:cubicBezTo>
                  <a:pt x="261" y="497"/>
                  <a:pt x="276" y="532"/>
                  <a:pt x="276" y="570"/>
                </a:cubicBezTo>
                <a:cubicBezTo>
                  <a:pt x="276" y="608"/>
                  <a:pt x="261" y="642"/>
                  <a:pt x="236" y="667"/>
                </a:cubicBezTo>
                <a:cubicBezTo>
                  <a:pt x="211" y="692"/>
                  <a:pt x="177" y="708"/>
                  <a:pt x="138" y="708"/>
                </a:cubicBezTo>
                <a:cubicBezTo>
                  <a:pt x="100" y="708"/>
                  <a:pt x="66" y="692"/>
                  <a:pt x="41" y="667"/>
                </a:cubicBezTo>
                <a:cubicBezTo>
                  <a:pt x="16" y="642"/>
                  <a:pt x="0" y="608"/>
                  <a:pt x="0" y="570"/>
                </a:cubicBezTo>
                <a:cubicBezTo>
                  <a:pt x="0" y="532"/>
                  <a:pt x="16" y="497"/>
                  <a:pt x="41" y="472"/>
                </a:cubicBezTo>
                <a:cubicBezTo>
                  <a:pt x="66" y="447"/>
                  <a:pt x="100" y="432"/>
                  <a:pt x="138" y="432"/>
                </a:cubicBezTo>
                <a:close/>
                <a:moveTo>
                  <a:pt x="190" y="518"/>
                </a:moveTo>
                <a:cubicBezTo>
                  <a:pt x="177" y="505"/>
                  <a:pt x="159" y="497"/>
                  <a:pt x="138" y="497"/>
                </a:cubicBezTo>
                <a:cubicBezTo>
                  <a:pt x="118" y="497"/>
                  <a:pt x="100" y="505"/>
                  <a:pt x="87" y="518"/>
                </a:cubicBezTo>
                <a:lnTo>
                  <a:pt x="87" y="518"/>
                </a:lnTo>
                <a:cubicBezTo>
                  <a:pt x="74" y="531"/>
                  <a:pt x="65" y="550"/>
                  <a:pt x="65" y="570"/>
                </a:cubicBezTo>
                <a:cubicBezTo>
                  <a:pt x="65" y="590"/>
                  <a:pt x="74" y="608"/>
                  <a:pt x="87" y="621"/>
                </a:cubicBezTo>
                <a:lnTo>
                  <a:pt x="87" y="621"/>
                </a:lnTo>
                <a:cubicBezTo>
                  <a:pt x="100" y="635"/>
                  <a:pt x="118" y="643"/>
                  <a:pt x="138" y="643"/>
                </a:cubicBezTo>
                <a:cubicBezTo>
                  <a:pt x="159" y="643"/>
                  <a:pt x="177" y="634"/>
                  <a:pt x="190" y="621"/>
                </a:cubicBezTo>
                <a:cubicBezTo>
                  <a:pt x="203" y="608"/>
                  <a:pt x="211" y="590"/>
                  <a:pt x="211" y="570"/>
                </a:cubicBezTo>
                <a:cubicBezTo>
                  <a:pt x="211" y="550"/>
                  <a:pt x="203" y="531"/>
                  <a:pt x="190" y="518"/>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69" name="Freeform 210">
            <a:extLst>
              <a:ext uri="{FF2B5EF4-FFF2-40B4-BE49-F238E27FC236}">
                <a16:creationId xmlns:a16="http://schemas.microsoft.com/office/drawing/2014/main" id="{BED8CE6D-01E7-845B-EE9D-82E3DB496C09}"/>
              </a:ext>
            </a:extLst>
          </p:cNvPr>
          <p:cNvSpPr>
            <a:spLocks noEditPoints="1"/>
          </p:cNvSpPr>
          <p:nvPr/>
        </p:nvSpPr>
        <p:spPr bwMode="auto">
          <a:xfrm>
            <a:off x="7200901" y="3448051"/>
            <a:ext cx="366713" cy="177800"/>
          </a:xfrm>
          <a:custGeom>
            <a:avLst/>
            <a:gdLst>
              <a:gd name="T0" fmla="*/ 558 w 1015"/>
              <a:gd name="T1" fmla="*/ 447 h 490"/>
              <a:gd name="T2" fmla="*/ 175 w 1015"/>
              <a:gd name="T3" fmla="*/ 339 h 490"/>
              <a:gd name="T4" fmla="*/ 181 w 1015"/>
              <a:gd name="T5" fmla="*/ 172 h 490"/>
              <a:gd name="T6" fmla="*/ 352 w 1015"/>
              <a:gd name="T7" fmla="*/ 143 h 490"/>
              <a:gd name="T8" fmla="*/ 371 w 1015"/>
              <a:gd name="T9" fmla="*/ 161 h 490"/>
              <a:gd name="T10" fmla="*/ 518 w 1015"/>
              <a:gd name="T11" fmla="*/ 211 h 490"/>
              <a:gd name="T12" fmla="*/ 622 w 1015"/>
              <a:gd name="T13" fmla="*/ 237 h 490"/>
              <a:gd name="T14" fmla="*/ 628 w 1015"/>
              <a:gd name="T15" fmla="*/ 276 h 490"/>
              <a:gd name="T16" fmla="*/ 538 w 1015"/>
              <a:gd name="T17" fmla="*/ 303 h 490"/>
              <a:gd name="T18" fmla="*/ 389 w 1015"/>
              <a:gd name="T19" fmla="*/ 266 h 490"/>
              <a:gd name="T20" fmla="*/ 340 w 1015"/>
              <a:gd name="T21" fmla="*/ 254 h 490"/>
              <a:gd name="T22" fmla="*/ 337 w 1015"/>
              <a:gd name="T23" fmla="*/ 253 h 490"/>
              <a:gd name="T24" fmla="*/ 314 w 1015"/>
              <a:gd name="T25" fmla="*/ 269 h 490"/>
              <a:gd name="T26" fmla="*/ 327 w 1015"/>
              <a:gd name="T27" fmla="*/ 295 h 490"/>
              <a:gd name="T28" fmla="*/ 378 w 1015"/>
              <a:gd name="T29" fmla="*/ 308 h 490"/>
              <a:gd name="T30" fmla="*/ 520 w 1015"/>
              <a:gd name="T31" fmla="*/ 344 h 490"/>
              <a:gd name="T32" fmla="*/ 631 w 1015"/>
              <a:gd name="T33" fmla="*/ 321 h 490"/>
              <a:gd name="T34" fmla="*/ 653 w 1015"/>
              <a:gd name="T35" fmla="*/ 313 h 490"/>
              <a:gd name="T36" fmla="*/ 655 w 1015"/>
              <a:gd name="T37" fmla="*/ 312 h 490"/>
              <a:gd name="T38" fmla="*/ 830 w 1015"/>
              <a:gd name="T39" fmla="*/ 276 h 490"/>
              <a:gd name="T40" fmla="*/ 915 w 1015"/>
              <a:gd name="T41" fmla="*/ 256 h 490"/>
              <a:gd name="T42" fmla="*/ 957 w 1015"/>
              <a:gd name="T43" fmla="*/ 299 h 490"/>
              <a:gd name="T44" fmla="*/ 132 w 1015"/>
              <a:gd name="T45" fmla="*/ 437 h 490"/>
              <a:gd name="T46" fmla="*/ 54 w 1015"/>
              <a:gd name="T47" fmla="*/ 447 h 490"/>
              <a:gd name="T48" fmla="*/ 43 w 1015"/>
              <a:gd name="T49" fmla="*/ 53 h 490"/>
              <a:gd name="T50" fmla="*/ 122 w 1015"/>
              <a:gd name="T51" fmla="*/ 43 h 490"/>
              <a:gd name="T52" fmla="*/ 132 w 1015"/>
              <a:gd name="T53" fmla="*/ 437 h 490"/>
              <a:gd name="T54" fmla="*/ 915 w 1015"/>
              <a:gd name="T55" fmla="*/ 213 h 490"/>
              <a:gd name="T56" fmla="*/ 819 w 1015"/>
              <a:gd name="T57" fmla="*/ 234 h 490"/>
              <a:gd name="T58" fmla="*/ 689 w 1015"/>
              <a:gd name="T59" fmla="*/ 265 h 490"/>
              <a:gd name="T60" fmla="*/ 677 w 1015"/>
              <a:gd name="T61" fmla="*/ 257 h 490"/>
              <a:gd name="T62" fmla="*/ 676 w 1015"/>
              <a:gd name="T63" fmla="*/ 250 h 490"/>
              <a:gd name="T64" fmla="*/ 513 w 1015"/>
              <a:gd name="T65" fmla="*/ 169 h 490"/>
              <a:gd name="T66" fmla="*/ 404 w 1015"/>
              <a:gd name="T67" fmla="*/ 133 h 490"/>
              <a:gd name="T68" fmla="*/ 312 w 1015"/>
              <a:gd name="T69" fmla="*/ 92 h 490"/>
              <a:gd name="T70" fmla="*/ 186 w 1015"/>
              <a:gd name="T71" fmla="*/ 121 h 490"/>
              <a:gd name="T72" fmla="*/ 175 w 1015"/>
              <a:gd name="T73" fmla="*/ 111 h 490"/>
              <a:gd name="T74" fmla="*/ 154 w 1015"/>
              <a:gd name="T75" fmla="*/ 0 h 490"/>
              <a:gd name="T76" fmla="*/ 0 w 1015"/>
              <a:gd name="T77" fmla="*/ 22 h 490"/>
              <a:gd name="T78" fmla="*/ 22 w 1015"/>
              <a:gd name="T79" fmla="*/ 490 h 490"/>
              <a:gd name="T80" fmla="*/ 175 w 1015"/>
              <a:gd name="T81" fmla="*/ 469 h 490"/>
              <a:gd name="T82" fmla="*/ 180 w 1015"/>
              <a:gd name="T83" fmla="*/ 398 h 490"/>
              <a:gd name="T84" fmla="*/ 189 w 1015"/>
              <a:gd name="T85" fmla="*/ 396 h 490"/>
              <a:gd name="T86" fmla="*/ 984 w 1015"/>
              <a:gd name="T87" fmla="*/ 341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5" h="490">
                <a:moveTo>
                  <a:pt x="952" y="310"/>
                </a:moveTo>
                <a:cubicBezTo>
                  <a:pt x="867" y="360"/>
                  <a:pt x="616" y="447"/>
                  <a:pt x="558" y="447"/>
                </a:cubicBezTo>
                <a:cubicBezTo>
                  <a:pt x="485" y="447"/>
                  <a:pt x="213" y="359"/>
                  <a:pt x="183" y="349"/>
                </a:cubicBezTo>
                <a:cubicBezTo>
                  <a:pt x="178" y="348"/>
                  <a:pt x="175" y="344"/>
                  <a:pt x="175" y="339"/>
                </a:cubicBezTo>
                <a:lnTo>
                  <a:pt x="175" y="182"/>
                </a:lnTo>
                <a:cubicBezTo>
                  <a:pt x="175" y="178"/>
                  <a:pt x="177" y="174"/>
                  <a:pt x="181" y="172"/>
                </a:cubicBezTo>
                <a:cubicBezTo>
                  <a:pt x="222" y="150"/>
                  <a:pt x="274" y="135"/>
                  <a:pt x="312" y="135"/>
                </a:cubicBezTo>
                <a:cubicBezTo>
                  <a:pt x="328" y="135"/>
                  <a:pt x="342" y="138"/>
                  <a:pt x="352" y="143"/>
                </a:cubicBezTo>
                <a:cubicBezTo>
                  <a:pt x="358" y="146"/>
                  <a:pt x="364" y="153"/>
                  <a:pt x="371" y="161"/>
                </a:cubicBezTo>
                <a:lnTo>
                  <a:pt x="371" y="161"/>
                </a:lnTo>
                <a:cubicBezTo>
                  <a:pt x="390" y="183"/>
                  <a:pt x="415" y="214"/>
                  <a:pt x="483" y="214"/>
                </a:cubicBezTo>
                <a:cubicBezTo>
                  <a:pt x="494" y="214"/>
                  <a:pt x="506" y="213"/>
                  <a:pt x="518" y="211"/>
                </a:cubicBezTo>
                <a:cubicBezTo>
                  <a:pt x="528" y="210"/>
                  <a:pt x="537" y="209"/>
                  <a:pt x="546" y="209"/>
                </a:cubicBezTo>
                <a:cubicBezTo>
                  <a:pt x="581" y="209"/>
                  <a:pt x="607" y="219"/>
                  <a:pt x="622" y="237"/>
                </a:cubicBezTo>
                <a:cubicBezTo>
                  <a:pt x="632" y="248"/>
                  <a:pt x="634" y="260"/>
                  <a:pt x="635" y="266"/>
                </a:cubicBezTo>
                <a:cubicBezTo>
                  <a:pt x="635" y="270"/>
                  <a:pt x="633" y="275"/>
                  <a:pt x="628" y="276"/>
                </a:cubicBezTo>
                <a:cubicBezTo>
                  <a:pt x="624" y="278"/>
                  <a:pt x="620" y="280"/>
                  <a:pt x="615" y="281"/>
                </a:cubicBezTo>
                <a:cubicBezTo>
                  <a:pt x="586" y="293"/>
                  <a:pt x="556" y="303"/>
                  <a:pt x="538" y="303"/>
                </a:cubicBezTo>
                <a:cubicBezTo>
                  <a:pt x="535" y="303"/>
                  <a:pt x="533" y="303"/>
                  <a:pt x="530" y="303"/>
                </a:cubicBezTo>
                <a:cubicBezTo>
                  <a:pt x="514" y="298"/>
                  <a:pt x="467" y="286"/>
                  <a:pt x="389" y="266"/>
                </a:cubicBezTo>
                <a:cubicBezTo>
                  <a:pt x="389" y="266"/>
                  <a:pt x="389" y="266"/>
                  <a:pt x="389" y="266"/>
                </a:cubicBezTo>
                <a:lnTo>
                  <a:pt x="340" y="254"/>
                </a:lnTo>
                <a:cubicBezTo>
                  <a:pt x="340" y="254"/>
                  <a:pt x="340" y="254"/>
                  <a:pt x="340" y="254"/>
                </a:cubicBezTo>
                <a:cubicBezTo>
                  <a:pt x="339" y="253"/>
                  <a:pt x="338" y="253"/>
                  <a:pt x="337" y="253"/>
                </a:cubicBezTo>
                <a:lnTo>
                  <a:pt x="337" y="253"/>
                </a:lnTo>
                <a:cubicBezTo>
                  <a:pt x="327" y="252"/>
                  <a:pt x="317" y="258"/>
                  <a:pt x="314" y="269"/>
                </a:cubicBezTo>
                <a:cubicBezTo>
                  <a:pt x="311" y="280"/>
                  <a:pt x="317" y="290"/>
                  <a:pt x="327" y="294"/>
                </a:cubicBezTo>
                <a:lnTo>
                  <a:pt x="327" y="295"/>
                </a:lnTo>
                <a:cubicBezTo>
                  <a:pt x="338" y="297"/>
                  <a:pt x="356" y="302"/>
                  <a:pt x="378" y="308"/>
                </a:cubicBezTo>
                <a:lnTo>
                  <a:pt x="378" y="308"/>
                </a:lnTo>
                <a:lnTo>
                  <a:pt x="378" y="308"/>
                </a:lnTo>
                <a:cubicBezTo>
                  <a:pt x="430" y="321"/>
                  <a:pt x="500" y="339"/>
                  <a:pt x="520" y="344"/>
                </a:cubicBezTo>
                <a:cubicBezTo>
                  <a:pt x="525" y="345"/>
                  <a:pt x="531" y="346"/>
                  <a:pt x="538" y="346"/>
                </a:cubicBezTo>
                <a:cubicBezTo>
                  <a:pt x="567" y="346"/>
                  <a:pt x="602" y="332"/>
                  <a:pt x="631" y="321"/>
                </a:cubicBezTo>
                <a:lnTo>
                  <a:pt x="632" y="321"/>
                </a:lnTo>
                <a:cubicBezTo>
                  <a:pt x="639" y="318"/>
                  <a:pt x="647" y="315"/>
                  <a:pt x="653" y="313"/>
                </a:cubicBezTo>
                <a:lnTo>
                  <a:pt x="653" y="313"/>
                </a:lnTo>
                <a:cubicBezTo>
                  <a:pt x="654" y="313"/>
                  <a:pt x="654" y="312"/>
                  <a:pt x="655" y="312"/>
                </a:cubicBezTo>
                <a:cubicBezTo>
                  <a:pt x="656" y="312"/>
                  <a:pt x="657" y="311"/>
                  <a:pt x="658" y="311"/>
                </a:cubicBezTo>
                <a:cubicBezTo>
                  <a:pt x="715" y="307"/>
                  <a:pt x="769" y="293"/>
                  <a:pt x="830" y="276"/>
                </a:cubicBezTo>
                <a:cubicBezTo>
                  <a:pt x="851" y="270"/>
                  <a:pt x="868" y="265"/>
                  <a:pt x="886" y="261"/>
                </a:cubicBezTo>
                <a:cubicBezTo>
                  <a:pt x="898" y="258"/>
                  <a:pt x="907" y="256"/>
                  <a:pt x="915" y="256"/>
                </a:cubicBezTo>
                <a:cubicBezTo>
                  <a:pt x="941" y="256"/>
                  <a:pt x="947" y="270"/>
                  <a:pt x="950" y="278"/>
                </a:cubicBezTo>
                <a:cubicBezTo>
                  <a:pt x="953" y="287"/>
                  <a:pt x="956" y="294"/>
                  <a:pt x="957" y="299"/>
                </a:cubicBezTo>
                <a:cubicBezTo>
                  <a:pt x="958" y="304"/>
                  <a:pt x="956" y="308"/>
                  <a:pt x="952" y="310"/>
                </a:cubicBezTo>
                <a:close/>
                <a:moveTo>
                  <a:pt x="132" y="437"/>
                </a:moveTo>
                <a:cubicBezTo>
                  <a:pt x="132" y="442"/>
                  <a:pt x="128" y="447"/>
                  <a:pt x="122" y="447"/>
                </a:cubicBezTo>
                <a:lnTo>
                  <a:pt x="54" y="447"/>
                </a:lnTo>
                <a:cubicBezTo>
                  <a:pt x="48" y="447"/>
                  <a:pt x="43" y="442"/>
                  <a:pt x="43" y="437"/>
                </a:cubicBezTo>
                <a:lnTo>
                  <a:pt x="43" y="53"/>
                </a:lnTo>
                <a:cubicBezTo>
                  <a:pt x="43" y="48"/>
                  <a:pt x="48" y="43"/>
                  <a:pt x="54" y="43"/>
                </a:cubicBezTo>
                <a:lnTo>
                  <a:pt x="122" y="43"/>
                </a:lnTo>
                <a:cubicBezTo>
                  <a:pt x="128" y="43"/>
                  <a:pt x="132" y="48"/>
                  <a:pt x="132" y="53"/>
                </a:cubicBezTo>
                <a:lnTo>
                  <a:pt x="132" y="437"/>
                </a:lnTo>
                <a:close/>
                <a:moveTo>
                  <a:pt x="989" y="261"/>
                </a:moveTo>
                <a:cubicBezTo>
                  <a:pt x="976" y="230"/>
                  <a:pt x="951" y="213"/>
                  <a:pt x="915" y="213"/>
                </a:cubicBezTo>
                <a:cubicBezTo>
                  <a:pt x="903" y="213"/>
                  <a:pt x="890" y="215"/>
                  <a:pt x="875" y="219"/>
                </a:cubicBezTo>
                <a:cubicBezTo>
                  <a:pt x="857" y="224"/>
                  <a:pt x="838" y="229"/>
                  <a:pt x="819" y="234"/>
                </a:cubicBezTo>
                <a:lnTo>
                  <a:pt x="818" y="235"/>
                </a:lnTo>
                <a:cubicBezTo>
                  <a:pt x="776" y="246"/>
                  <a:pt x="732" y="259"/>
                  <a:pt x="689" y="265"/>
                </a:cubicBezTo>
                <a:cubicBezTo>
                  <a:pt x="688" y="265"/>
                  <a:pt x="688" y="265"/>
                  <a:pt x="687" y="265"/>
                </a:cubicBezTo>
                <a:cubicBezTo>
                  <a:pt x="682" y="265"/>
                  <a:pt x="678" y="262"/>
                  <a:pt x="677" y="257"/>
                </a:cubicBezTo>
                <a:lnTo>
                  <a:pt x="676" y="254"/>
                </a:lnTo>
                <a:cubicBezTo>
                  <a:pt x="676" y="253"/>
                  <a:pt x="676" y="252"/>
                  <a:pt x="676" y="250"/>
                </a:cubicBezTo>
                <a:cubicBezTo>
                  <a:pt x="666" y="210"/>
                  <a:pt x="627" y="167"/>
                  <a:pt x="546" y="167"/>
                </a:cubicBezTo>
                <a:cubicBezTo>
                  <a:pt x="535" y="167"/>
                  <a:pt x="524" y="167"/>
                  <a:pt x="513" y="169"/>
                </a:cubicBezTo>
                <a:cubicBezTo>
                  <a:pt x="501" y="170"/>
                  <a:pt x="491" y="171"/>
                  <a:pt x="482" y="171"/>
                </a:cubicBezTo>
                <a:cubicBezTo>
                  <a:pt x="435" y="171"/>
                  <a:pt x="419" y="152"/>
                  <a:pt x="404" y="133"/>
                </a:cubicBezTo>
                <a:cubicBezTo>
                  <a:pt x="395" y="123"/>
                  <a:pt x="385" y="111"/>
                  <a:pt x="371" y="104"/>
                </a:cubicBezTo>
                <a:cubicBezTo>
                  <a:pt x="355" y="96"/>
                  <a:pt x="335" y="92"/>
                  <a:pt x="312" y="92"/>
                </a:cubicBezTo>
                <a:cubicBezTo>
                  <a:pt x="263" y="92"/>
                  <a:pt x="215" y="110"/>
                  <a:pt x="190" y="121"/>
                </a:cubicBezTo>
                <a:cubicBezTo>
                  <a:pt x="189" y="121"/>
                  <a:pt x="187" y="121"/>
                  <a:pt x="186" y="121"/>
                </a:cubicBezTo>
                <a:cubicBezTo>
                  <a:pt x="184" y="121"/>
                  <a:pt x="182" y="121"/>
                  <a:pt x="180" y="120"/>
                </a:cubicBezTo>
                <a:cubicBezTo>
                  <a:pt x="177" y="118"/>
                  <a:pt x="175" y="114"/>
                  <a:pt x="175" y="111"/>
                </a:cubicBezTo>
                <a:lnTo>
                  <a:pt x="175" y="22"/>
                </a:lnTo>
                <a:cubicBezTo>
                  <a:pt x="175" y="10"/>
                  <a:pt x="166" y="0"/>
                  <a:pt x="154" y="0"/>
                </a:cubicBezTo>
                <a:lnTo>
                  <a:pt x="22" y="0"/>
                </a:lnTo>
                <a:cubicBezTo>
                  <a:pt x="10" y="0"/>
                  <a:pt x="0" y="10"/>
                  <a:pt x="0" y="22"/>
                </a:cubicBezTo>
                <a:lnTo>
                  <a:pt x="0" y="469"/>
                </a:lnTo>
                <a:cubicBezTo>
                  <a:pt x="0" y="480"/>
                  <a:pt x="10" y="490"/>
                  <a:pt x="22" y="490"/>
                </a:cubicBezTo>
                <a:lnTo>
                  <a:pt x="154" y="490"/>
                </a:lnTo>
                <a:cubicBezTo>
                  <a:pt x="166" y="490"/>
                  <a:pt x="175" y="480"/>
                  <a:pt x="175" y="469"/>
                </a:cubicBezTo>
                <a:lnTo>
                  <a:pt x="175" y="406"/>
                </a:lnTo>
                <a:cubicBezTo>
                  <a:pt x="175" y="403"/>
                  <a:pt x="177" y="400"/>
                  <a:pt x="180" y="398"/>
                </a:cubicBezTo>
                <a:cubicBezTo>
                  <a:pt x="181" y="396"/>
                  <a:pt x="184" y="396"/>
                  <a:pt x="186" y="396"/>
                </a:cubicBezTo>
                <a:cubicBezTo>
                  <a:pt x="187" y="396"/>
                  <a:pt x="188" y="396"/>
                  <a:pt x="189" y="396"/>
                </a:cubicBezTo>
                <a:cubicBezTo>
                  <a:pt x="276" y="424"/>
                  <a:pt x="487" y="490"/>
                  <a:pt x="558" y="490"/>
                </a:cubicBezTo>
                <a:cubicBezTo>
                  <a:pt x="634" y="490"/>
                  <a:pt x="906" y="391"/>
                  <a:pt x="984" y="341"/>
                </a:cubicBezTo>
                <a:cubicBezTo>
                  <a:pt x="991" y="336"/>
                  <a:pt x="1015" y="322"/>
                  <a:pt x="989" y="261"/>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70" name="Freeform 211">
            <a:extLst>
              <a:ext uri="{FF2B5EF4-FFF2-40B4-BE49-F238E27FC236}">
                <a16:creationId xmlns:a16="http://schemas.microsoft.com/office/drawing/2014/main" id="{BDB309B7-3B5B-7424-398D-058F6627B58C}"/>
              </a:ext>
            </a:extLst>
          </p:cNvPr>
          <p:cNvSpPr>
            <a:spLocks/>
          </p:cNvSpPr>
          <p:nvPr/>
        </p:nvSpPr>
        <p:spPr bwMode="auto">
          <a:xfrm>
            <a:off x="7419976" y="3309938"/>
            <a:ext cx="61913" cy="131763"/>
          </a:xfrm>
          <a:custGeom>
            <a:avLst/>
            <a:gdLst>
              <a:gd name="T0" fmla="*/ 86 w 172"/>
              <a:gd name="T1" fmla="*/ 362 h 362"/>
              <a:gd name="T2" fmla="*/ 65 w 172"/>
              <a:gd name="T3" fmla="*/ 341 h 362"/>
              <a:gd name="T4" fmla="*/ 65 w 172"/>
              <a:gd name="T5" fmla="*/ 336 h 362"/>
              <a:gd name="T6" fmla="*/ 57 w 172"/>
              <a:gd name="T7" fmla="*/ 326 h 362"/>
              <a:gd name="T8" fmla="*/ 2 w 172"/>
              <a:gd name="T9" fmla="*/ 275 h 362"/>
              <a:gd name="T10" fmla="*/ 3 w 172"/>
              <a:gd name="T11" fmla="*/ 259 h 362"/>
              <a:gd name="T12" fmla="*/ 15 w 172"/>
              <a:gd name="T13" fmla="*/ 248 h 362"/>
              <a:gd name="T14" fmla="*/ 22 w 172"/>
              <a:gd name="T15" fmla="*/ 246 h 362"/>
              <a:gd name="T16" fmla="*/ 42 w 172"/>
              <a:gd name="T17" fmla="*/ 260 h 362"/>
              <a:gd name="T18" fmla="*/ 85 w 172"/>
              <a:gd name="T19" fmla="*/ 286 h 362"/>
              <a:gd name="T20" fmla="*/ 116 w 172"/>
              <a:gd name="T21" fmla="*/ 275 h 362"/>
              <a:gd name="T22" fmla="*/ 129 w 172"/>
              <a:gd name="T23" fmla="*/ 247 h 362"/>
              <a:gd name="T24" fmla="*/ 79 w 172"/>
              <a:gd name="T25" fmla="*/ 201 h 362"/>
              <a:gd name="T26" fmla="*/ 79 w 172"/>
              <a:gd name="T27" fmla="*/ 201 h 362"/>
              <a:gd name="T28" fmla="*/ 1 w 172"/>
              <a:gd name="T29" fmla="*/ 115 h 362"/>
              <a:gd name="T30" fmla="*/ 28 w 172"/>
              <a:gd name="T31" fmla="*/ 55 h 362"/>
              <a:gd name="T32" fmla="*/ 58 w 172"/>
              <a:gd name="T33" fmla="*/ 37 h 362"/>
              <a:gd name="T34" fmla="*/ 65 w 172"/>
              <a:gd name="T35" fmla="*/ 27 h 362"/>
              <a:gd name="T36" fmla="*/ 65 w 172"/>
              <a:gd name="T37" fmla="*/ 21 h 362"/>
              <a:gd name="T38" fmla="*/ 86 w 172"/>
              <a:gd name="T39" fmla="*/ 0 h 362"/>
              <a:gd name="T40" fmla="*/ 108 w 172"/>
              <a:gd name="T41" fmla="*/ 21 h 362"/>
              <a:gd name="T42" fmla="*/ 108 w 172"/>
              <a:gd name="T43" fmla="*/ 26 h 362"/>
              <a:gd name="T44" fmla="*/ 115 w 172"/>
              <a:gd name="T45" fmla="*/ 36 h 362"/>
              <a:gd name="T46" fmla="*/ 170 w 172"/>
              <a:gd name="T47" fmla="*/ 87 h 362"/>
              <a:gd name="T48" fmla="*/ 170 w 172"/>
              <a:gd name="T49" fmla="*/ 103 h 362"/>
              <a:gd name="T50" fmla="*/ 158 w 172"/>
              <a:gd name="T51" fmla="*/ 114 h 362"/>
              <a:gd name="T52" fmla="*/ 150 w 172"/>
              <a:gd name="T53" fmla="*/ 116 h 362"/>
              <a:gd name="T54" fmla="*/ 150 w 172"/>
              <a:gd name="T55" fmla="*/ 116 h 362"/>
              <a:gd name="T56" fmla="*/ 130 w 172"/>
              <a:gd name="T57" fmla="*/ 102 h 362"/>
              <a:gd name="T58" fmla="*/ 87 w 172"/>
              <a:gd name="T59" fmla="*/ 76 h 362"/>
              <a:gd name="T60" fmla="*/ 57 w 172"/>
              <a:gd name="T61" fmla="*/ 87 h 362"/>
              <a:gd name="T62" fmla="*/ 44 w 172"/>
              <a:gd name="T63" fmla="*/ 115 h 362"/>
              <a:gd name="T64" fmla="*/ 94 w 172"/>
              <a:gd name="T65" fmla="*/ 161 h 362"/>
              <a:gd name="T66" fmla="*/ 94 w 172"/>
              <a:gd name="T67" fmla="*/ 161 h 362"/>
              <a:gd name="T68" fmla="*/ 94 w 172"/>
              <a:gd name="T69" fmla="*/ 161 h 362"/>
              <a:gd name="T70" fmla="*/ 172 w 172"/>
              <a:gd name="T71" fmla="*/ 247 h 362"/>
              <a:gd name="T72" fmla="*/ 145 w 172"/>
              <a:gd name="T73" fmla="*/ 307 h 362"/>
              <a:gd name="T74" fmla="*/ 115 w 172"/>
              <a:gd name="T75" fmla="*/ 325 h 362"/>
              <a:gd name="T76" fmla="*/ 108 w 172"/>
              <a:gd name="T77" fmla="*/ 335 h 362"/>
              <a:gd name="T78" fmla="*/ 108 w 172"/>
              <a:gd name="T79" fmla="*/ 341 h 362"/>
              <a:gd name="T80" fmla="*/ 86 w 172"/>
              <a:gd name="T81" fmla="*/ 36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2" h="362">
                <a:moveTo>
                  <a:pt x="86" y="362"/>
                </a:moveTo>
                <a:cubicBezTo>
                  <a:pt x="74" y="362"/>
                  <a:pt x="65" y="352"/>
                  <a:pt x="65" y="341"/>
                </a:cubicBezTo>
                <a:lnTo>
                  <a:pt x="65" y="336"/>
                </a:lnTo>
                <a:cubicBezTo>
                  <a:pt x="65" y="331"/>
                  <a:pt x="62" y="327"/>
                  <a:pt x="57" y="326"/>
                </a:cubicBezTo>
                <a:cubicBezTo>
                  <a:pt x="32" y="318"/>
                  <a:pt x="11" y="299"/>
                  <a:pt x="2" y="275"/>
                </a:cubicBezTo>
                <a:cubicBezTo>
                  <a:pt x="0" y="270"/>
                  <a:pt x="0" y="264"/>
                  <a:pt x="3" y="259"/>
                </a:cubicBezTo>
                <a:cubicBezTo>
                  <a:pt x="5" y="254"/>
                  <a:pt x="9" y="250"/>
                  <a:pt x="15" y="248"/>
                </a:cubicBezTo>
                <a:cubicBezTo>
                  <a:pt x="17" y="247"/>
                  <a:pt x="20" y="246"/>
                  <a:pt x="22" y="246"/>
                </a:cubicBezTo>
                <a:cubicBezTo>
                  <a:pt x="31" y="246"/>
                  <a:pt x="39" y="252"/>
                  <a:pt x="42" y="260"/>
                </a:cubicBezTo>
                <a:cubicBezTo>
                  <a:pt x="48" y="276"/>
                  <a:pt x="66" y="286"/>
                  <a:pt x="85" y="286"/>
                </a:cubicBezTo>
                <a:cubicBezTo>
                  <a:pt x="97" y="286"/>
                  <a:pt x="108" y="283"/>
                  <a:pt x="116" y="275"/>
                </a:cubicBezTo>
                <a:cubicBezTo>
                  <a:pt x="124" y="268"/>
                  <a:pt x="129" y="258"/>
                  <a:pt x="129" y="247"/>
                </a:cubicBezTo>
                <a:cubicBezTo>
                  <a:pt x="129" y="224"/>
                  <a:pt x="98" y="209"/>
                  <a:pt x="79" y="201"/>
                </a:cubicBezTo>
                <a:lnTo>
                  <a:pt x="79" y="201"/>
                </a:lnTo>
                <a:cubicBezTo>
                  <a:pt x="11" y="174"/>
                  <a:pt x="1" y="135"/>
                  <a:pt x="1" y="115"/>
                </a:cubicBezTo>
                <a:cubicBezTo>
                  <a:pt x="1" y="92"/>
                  <a:pt x="10" y="71"/>
                  <a:pt x="28" y="55"/>
                </a:cubicBezTo>
                <a:cubicBezTo>
                  <a:pt x="36" y="47"/>
                  <a:pt x="46" y="41"/>
                  <a:pt x="58" y="37"/>
                </a:cubicBezTo>
                <a:cubicBezTo>
                  <a:pt x="62" y="36"/>
                  <a:pt x="65" y="32"/>
                  <a:pt x="65" y="27"/>
                </a:cubicBezTo>
                <a:lnTo>
                  <a:pt x="65" y="21"/>
                </a:lnTo>
                <a:cubicBezTo>
                  <a:pt x="65" y="10"/>
                  <a:pt x="74" y="0"/>
                  <a:pt x="86" y="0"/>
                </a:cubicBezTo>
                <a:cubicBezTo>
                  <a:pt x="98" y="0"/>
                  <a:pt x="108" y="10"/>
                  <a:pt x="108" y="21"/>
                </a:cubicBezTo>
                <a:lnTo>
                  <a:pt x="108" y="26"/>
                </a:lnTo>
                <a:cubicBezTo>
                  <a:pt x="108" y="31"/>
                  <a:pt x="111" y="35"/>
                  <a:pt x="115" y="36"/>
                </a:cubicBezTo>
                <a:cubicBezTo>
                  <a:pt x="141" y="44"/>
                  <a:pt x="161" y="63"/>
                  <a:pt x="170" y="87"/>
                </a:cubicBezTo>
                <a:cubicBezTo>
                  <a:pt x="172" y="92"/>
                  <a:pt x="172" y="98"/>
                  <a:pt x="170" y="103"/>
                </a:cubicBezTo>
                <a:cubicBezTo>
                  <a:pt x="167" y="108"/>
                  <a:pt x="163" y="112"/>
                  <a:pt x="158" y="114"/>
                </a:cubicBezTo>
                <a:cubicBezTo>
                  <a:pt x="155" y="115"/>
                  <a:pt x="153" y="116"/>
                  <a:pt x="150" y="116"/>
                </a:cubicBezTo>
                <a:lnTo>
                  <a:pt x="150" y="116"/>
                </a:lnTo>
                <a:cubicBezTo>
                  <a:pt x="141" y="116"/>
                  <a:pt x="133" y="110"/>
                  <a:pt x="130" y="102"/>
                </a:cubicBezTo>
                <a:cubicBezTo>
                  <a:pt x="124" y="86"/>
                  <a:pt x="107" y="76"/>
                  <a:pt x="87" y="76"/>
                </a:cubicBezTo>
                <a:cubicBezTo>
                  <a:pt x="75" y="76"/>
                  <a:pt x="65" y="79"/>
                  <a:pt x="57" y="87"/>
                </a:cubicBezTo>
                <a:cubicBezTo>
                  <a:pt x="48" y="94"/>
                  <a:pt x="44" y="104"/>
                  <a:pt x="44" y="115"/>
                </a:cubicBezTo>
                <a:cubicBezTo>
                  <a:pt x="44" y="138"/>
                  <a:pt x="75" y="154"/>
                  <a:pt x="94" y="161"/>
                </a:cubicBezTo>
                <a:lnTo>
                  <a:pt x="94" y="161"/>
                </a:lnTo>
                <a:cubicBezTo>
                  <a:pt x="94" y="161"/>
                  <a:pt x="94" y="161"/>
                  <a:pt x="94" y="161"/>
                </a:cubicBezTo>
                <a:cubicBezTo>
                  <a:pt x="162" y="188"/>
                  <a:pt x="172" y="227"/>
                  <a:pt x="172" y="247"/>
                </a:cubicBezTo>
                <a:cubicBezTo>
                  <a:pt x="172" y="270"/>
                  <a:pt x="162" y="291"/>
                  <a:pt x="145" y="307"/>
                </a:cubicBezTo>
                <a:cubicBezTo>
                  <a:pt x="136" y="315"/>
                  <a:pt x="126" y="321"/>
                  <a:pt x="115" y="325"/>
                </a:cubicBezTo>
                <a:cubicBezTo>
                  <a:pt x="110" y="326"/>
                  <a:pt x="108" y="330"/>
                  <a:pt x="108" y="335"/>
                </a:cubicBezTo>
                <a:lnTo>
                  <a:pt x="108" y="341"/>
                </a:lnTo>
                <a:cubicBezTo>
                  <a:pt x="108" y="352"/>
                  <a:pt x="98" y="362"/>
                  <a:pt x="86" y="362"/>
                </a:cubicBezTo>
                <a:close/>
              </a:path>
            </a:pathLst>
          </a:custGeom>
          <a:solidFill>
            <a:srgbClr val="121B21"/>
          </a:solidFill>
          <a:ln>
            <a:noFill/>
          </a:ln>
        </p:spPr>
        <p:txBody>
          <a:bodyPr vert="horz" wrap="square" lIns="91440" tIns="45720" rIns="91440" bIns="45720" numCol="1" anchor="t" anchorCtr="0" compatLnSpc="1">
            <a:prstTxWarp prst="textNoShape">
              <a:avLst/>
            </a:prstTxWarp>
          </a:bodyPr>
          <a:lstStyle/>
          <a:p>
            <a:endParaRPr lang="el-GR"/>
          </a:p>
        </p:txBody>
      </p:sp>
      <p:sp>
        <p:nvSpPr>
          <p:cNvPr id="271" name="Freeform 212">
            <a:extLst>
              <a:ext uri="{FF2B5EF4-FFF2-40B4-BE49-F238E27FC236}">
                <a16:creationId xmlns:a16="http://schemas.microsoft.com/office/drawing/2014/main" id="{237641C8-8C39-D340-D88A-B57F16004D84}"/>
              </a:ext>
            </a:extLst>
          </p:cNvPr>
          <p:cNvSpPr>
            <a:spLocks/>
          </p:cNvSpPr>
          <p:nvPr/>
        </p:nvSpPr>
        <p:spPr bwMode="auto">
          <a:xfrm>
            <a:off x="7339013" y="3263901"/>
            <a:ext cx="223838" cy="223838"/>
          </a:xfrm>
          <a:custGeom>
            <a:avLst/>
            <a:gdLst>
              <a:gd name="T0" fmla="*/ 308 w 620"/>
              <a:gd name="T1" fmla="*/ 618 h 618"/>
              <a:gd name="T2" fmla="*/ 13 w 620"/>
              <a:gd name="T3" fmla="*/ 412 h 618"/>
              <a:gd name="T4" fmla="*/ 3 w 620"/>
              <a:gd name="T5" fmla="*/ 378 h 618"/>
              <a:gd name="T6" fmla="*/ 19 w 620"/>
              <a:gd name="T7" fmla="*/ 352 h 618"/>
              <a:gd name="T8" fmla="*/ 24 w 620"/>
              <a:gd name="T9" fmla="*/ 351 h 618"/>
              <a:gd name="T10" fmla="*/ 45 w 620"/>
              <a:gd name="T11" fmla="*/ 368 h 618"/>
              <a:gd name="T12" fmla="*/ 53 w 620"/>
              <a:gd name="T13" fmla="*/ 398 h 618"/>
              <a:gd name="T14" fmla="*/ 308 w 620"/>
              <a:gd name="T15" fmla="*/ 575 h 618"/>
              <a:gd name="T16" fmla="*/ 577 w 620"/>
              <a:gd name="T17" fmla="*/ 309 h 618"/>
              <a:gd name="T18" fmla="*/ 308 w 620"/>
              <a:gd name="T19" fmla="*/ 43 h 618"/>
              <a:gd name="T20" fmla="*/ 218 w 620"/>
              <a:gd name="T21" fmla="*/ 58 h 618"/>
              <a:gd name="T22" fmla="*/ 211 w 620"/>
              <a:gd name="T23" fmla="*/ 60 h 618"/>
              <a:gd name="T24" fmla="*/ 211 w 620"/>
              <a:gd name="T25" fmla="*/ 60 h 618"/>
              <a:gd name="T26" fmla="*/ 190 w 620"/>
              <a:gd name="T27" fmla="*/ 45 h 618"/>
              <a:gd name="T28" fmla="*/ 204 w 620"/>
              <a:gd name="T29" fmla="*/ 18 h 618"/>
              <a:gd name="T30" fmla="*/ 308 w 620"/>
              <a:gd name="T31" fmla="*/ 0 h 618"/>
              <a:gd name="T32" fmla="*/ 620 w 620"/>
              <a:gd name="T33" fmla="*/ 309 h 618"/>
              <a:gd name="T34" fmla="*/ 308 w 620"/>
              <a:gd name="T35"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0" h="618">
                <a:moveTo>
                  <a:pt x="308" y="618"/>
                </a:moveTo>
                <a:cubicBezTo>
                  <a:pt x="175" y="618"/>
                  <a:pt x="57" y="535"/>
                  <a:pt x="13" y="412"/>
                </a:cubicBezTo>
                <a:cubicBezTo>
                  <a:pt x="9" y="401"/>
                  <a:pt x="6" y="389"/>
                  <a:pt x="3" y="378"/>
                </a:cubicBezTo>
                <a:cubicBezTo>
                  <a:pt x="0" y="366"/>
                  <a:pt x="8" y="354"/>
                  <a:pt x="19" y="352"/>
                </a:cubicBezTo>
                <a:cubicBezTo>
                  <a:pt x="21" y="351"/>
                  <a:pt x="22" y="351"/>
                  <a:pt x="24" y="351"/>
                </a:cubicBezTo>
                <a:cubicBezTo>
                  <a:pt x="34" y="351"/>
                  <a:pt x="43" y="358"/>
                  <a:pt x="45" y="368"/>
                </a:cubicBezTo>
                <a:cubicBezTo>
                  <a:pt x="47" y="378"/>
                  <a:pt x="50" y="388"/>
                  <a:pt x="53" y="398"/>
                </a:cubicBezTo>
                <a:cubicBezTo>
                  <a:pt x="91" y="504"/>
                  <a:pt x="194" y="575"/>
                  <a:pt x="308" y="575"/>
                </a:cubicBezTo>
                <a:cubicBezTo>
                  <a:pt x="456" y="575"/>
                  <a:pt x="577" y="456"/>
                  <a:pt x="577" y="309"/>
                </a:cubicBezTo>
                <a:cubicBezTo>
                  <a:pt x="577" y="162"/>
                  <a:pt x="456" y="43"/>
                  <a:pt x="308" y="43"/>
                </a:cubicBezTo>
                <a:cubicBezTo>
                  <a:pt x="277" y="43"/>
                  <a:pt x="246" y="48"/>
                  <a:pt x="218" y="58"/>
                </a:cubicBezTo>
                <a:cubicBezTo>
                  <a:pt x="215" y="59"/>
                  <a:pt x="213" y="60"/>
                  <a:pt x="211" y="60"/>
                </a:cubicBezTo>
                <a:lnTo>
                  <a:pt x="211" y="60"/>
                </a:lnTo>
                <a:cubicBezTo>
                  <a:pt x="202" y="60"/>
                  <a:pt x="193" y="54"/>
                  <a:pt x="190" y="45"/>
                </a:cubicBezTo>
                <a:cubicBezTo>
                  <a:pt x="187" y="34"/>
                  <a:pt x="192" y="22"/>
                  <a:pt x="204" y="18"/>
                </a:cubicBezTo>
                <a:cubicBezTo>
                  <a:pt x="237" y="6"/>
                  <a:pt x="272" y="0"/>
                  <a:pt x="308" y="0"/>
                </a:cubicBezTo>
                <a:cubicBezTo>
                  <a:pt x="480" y="0"/>
                  <a:pt x="620" y="139"/>
                  <a:pt x="620" y="309"/>
                </a:cubicBezTo>
                <a:cubicBezTo>
                  <a:pt x="620" y="479"/>
                  <a:pt x="480" y="618"/>
                  <a:pt x="308" y="618"/>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72" name="Freeform 213">
            <a:extLst>
              <a:ext uri="{FF2B5EF4-FFF2-40B4-BE49-F238E27FC236}">
                <a16:creationId xmlns:a16="http://schemas.microsoft.com/office/drawing/2014/main" id="{1F7A2686-8AB5-F139-2E35-C07FCF794DC4}"/>
              </a:ext>
            </a:extLst>
          </p:cNvPr>
          <p:cNvSpPr>
            <a:spLocks/>
          </p:cNvSpPr>
          <p:nvPr/>
        </p:nvSpPr>
        <p:spPr bwMode="auto">
          <a:xfrm>
            <a:off x="7339013" y="3276601"/>
            <a:ext cx="15875" cy="26988"/>
          </a:xfrm>
          <a:custGeom>
            <a:avLst/>
            <a:gdLst>
              <a:gd name="T0" fmla="*/ 22 w 43"/>
              <a:gd name="T1" fmla="*/ 75 h 75"/>
              <a:gd name="T2" fmla="*/ 0 w 43"/>
              <a:gd name="T3" fmla="*/ 54 h 75"/>
              <a:gd name="T4" fmla="*/ 0 w 43"/>
              <a:gd name="T5" fmla="*/ 22 h 75"/>
              <a:gd name="T6" fmla="*/ 22 w 43"/>
              <a:gd name="T7" fmla="*/ 0 h 75"/>
              <a:gd name="T8" fmla="*/ 43 w 43"/>
              <a:gd name="T9" fmla="*/ 22 h 75"/>
              <a:gd name="T10" fmla="*/ 43 w 43"/>
              <a:gd name="T11" fmla="*/ 54 h 75"/>
              <a:gd name="T12" fmla="*/ 22 w 43"/>
              <a:gd name="T13" fmla="*/ 75 h 75"/>
            </a:gdLst>
            <a:ahLst/>
            <a:cxnLst>
              <a:cxn ang="0">
                <a:pos x="T0" y="T1"/>
              </a:cxn>
              <a:cxn ang="0">
                <a:pos x="T2" y="T3"/>
              </a:cxn>
              <a:cxn ang="0">
                <a:pos x="T4" y="T5"/>
              </a:cxn>
              <a:cxn ang="0">
                <a:pos x="T6" y="T7"/>
              </a:cxn>
              <a:cxn ang="0">
                <a:pos x="T8" y="T9"/>
              </a:cxn>
              <a:cxn ang="0">
                <a:pos x="T10" y="T11"/>
              </a:cxn>
              <a:cxn ang="0">
                <a:pos x="T12" y="T13"/>
              </a:cxn>
            </a:cxnLst>
            <a:rect l="0" t="0" r="r" b="b"/>
            <a:pathLst>
              <a:path w="43" h="75">
                <a:moveTo>
                  <a:pt x="22" y="75"/>
                </a:moveTo>
                <a:cubicBezTo>
                  <a:pt x="10" y="75"/>
                  <a:pt x="0" y="65"/>
                  <a:pt x="0" y="54"/>
                </a:cubicBezTo>
                <a:lnTo>
                  <a:pt x="0" y="22"/>
                </a:lnTo>
                <a:cubicBezTo>
                  <a:pt x="0" y="10"/>
                  <a:pt x="10" y="0"/>
                  <a:pt x="22" y="0"/>
                </a:cubicBezTo>
                <a:cubicBezTo>
                  <a:pt x="34" y="0"/>
                  <a:pt x="43" y="10"/>
                  <a:pt x="43" y="22"/>
                </a:cubicBezTo>
                <a:lnTo>
                  <a:pt x="43" y="54"/>
                </a:lnTo>
                <a:cubicBezTo>
                  <a:pt x="43" y="65"/>
                  <a:pt x="34" y="75"/>
                  <a:pt x="22" y="75"/>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73" name="Freeform 214">
            <a:extLst>
              <a:ext uri="{FF2B5EF4-FFF2-40B4-BE49-F238E27FC236}">
                <a16:creationId xmlns:a16="http://schemas.microsoft.com/office/drawing/2014/main" id="{596A5D31-D4B0-B0DD-D69B-57A79C8EA8F7}"/>
              </a:ext>
            </a:extLst>
          </p:cNvPr>
          <p:cNvSpPr>
            <a:spLocks/>
          </p:cNvSpPr>
          <p:nvPr/>
        </p:nvSpPr>
        <p:spPr bwMode="auto">
          <a:xfrm>
            <a:off x="7339013" y="3333751"/>
            <a:ext cx="15875" cy="26988"/>
          </a:xfrm>
          <a:custGeom>
            <a:avLst/>
            <a:gdLst>
              <a:gd name="T0" fmla="*/ 22 w 43"/>
              <a:gd name="T1" fmla="*/ 75 h 75"/>
              <a:gd name="T2" fmla="*/ 0 w 43"/>
              <a:gd name="T3" fmla="*/ 53 h 75"/>
              <a:gd name="T4" fmla="*/ 0 w 43"/>
              <a:gd name="T5" fmla="*/ 21 h 75"/>
              <a:gd name="T6" fmla="*/ 22 w 43"/>
              <a:gd name="T7" fmla="*/ 0 h 75"/>
              <a:gd name="T8" fmla="*/ 43 w 43"/>
              <a:gd name="T9" fmla="*/ 21 h 75"/>
              <a:gd name="T10" fmla="*/ 43 w 43"/>
              <a:gd name="T11" fmla="*/ 53 h 75"/>
              <a:gd name="T12" fmla="*/ 22 w 43"/>
              <a:gd name="T13" fmla="*/ 75 h 75"/>
            </a:gdLst>
            <a:ahLst/>
            <a:cxnLst>
              <a:cxn ang="0">
                <a:pos x="T0" y="T1"/>
              </a:cxn>
              <a:cxn ang="0">
                <a:pos x="T2" y="T3"/>
              </a:cxn>
              <a:cxn ang="0">
                <a:pos x="T4" y="T5"/>
              </a:cxn>
              <a:cxn ang="0">
                <a:pos x="T6" y="T7"/>
              </a:cxn>
              <a:cxn ang="0">
                <a:pos x="T8" y="T9"/>
              </a:cxn>
              <a:cxn ang="0">
                <a:pos x="T10" y="T11"/>
              </a:cxn>
              <a:cxn ang="0">
                <a:pos x="T12" y="T13"/>
              </a:cxn>
            </a:cxnLst>
            <a:rect l="0" t="0" r="r" b="b"/>
            <a:pathLst>
              <a:path w="43" h="75">
                <a:moveTo>
                  <a:pt x="22" y="75"/>
                </a:moveTo>
                <a:cubicBezTo>
                  <a:pt x="10" y="75"/>
                  <a:pt x="0" y="65"/>
                  <a:pt x="0" y="53"/>
                </a:cubicBezTo>
                <a:lnTo>
                  <a:pt x="0" y="21"/>
                </a:lnTo>
                <a:cubicBezTo>
                  <a:pt x="0" y="9"/>
                  <a:pt x="10" y="0"/>
                  <a:pt x="22" y="0"/>
                </a:cubicBezTo>
                <a:cubicBezTo>
                  <a:pt x="34" y="0"/>
                  <a:pt x="43" y="9"/>
                  <a:pt x="43" y="21"/>
                </a:cubicBezTo>
                <a:lnTo>
                  <a:pt x="43" y="53"/>
                </a:lnTo>
                <a:cubicBezTo>
                  <a:pt x="43" y="65"/>
                  <a:pt x="34" y="75"/>
                  <a:pt x="22" y="75"/>
                </a:cubicBez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74" name="Freeform 215">
            <a:extLst>
              <a:ext uri="{FF2B5EF4-FFF2-40B4-BE49-F238E27FC236}">
                <a16:creationId xmlns:a16="http://schemas.microsoft.com/office/drawing/2014/main" id="{F6EFFA29-4135-A93C-2C9C-C3020A551795}"/>
              </a:ext>
            </a:extLst>
          </p:cNvPr>
          <p:cNvSpPr>
            <a:spLocks/>
          </p:cNvSpPr>
          <p:nvPr/>
        </p:nvSpPr>
        <p:spPr bwMode="auto">
          <a:xfrm>
            <a:off x="7362826" y="3309938"/>
            <a:ext cx="26988" cy="15875"/>
          </a:xfrm>
          <a:custGeom>
            <a:avLst/>
            <a:gdLst>
              <a:gd name="T0" fmla="*/ 22 w 75"/>
              <a:gd name="T1" fmla="*/ 43 h 43"/>
              <a:gd name="T2" fmla="*/ 0 w 75"/>
              <a:gd name="T3" fmla="*/ 21 h 43"/>
              <a:gd name="T4" fmla="*/ 22 w 75"/>
              <a:gd name="T5" fmla="*/ 0 h 43"/>
              <a:gd name="T6" fmla="*/ 54 w 75"/>
              <a:gd name="T7" fmla="*/ 0 h 43"/>
              <a:gd name="T8" fmla="*/ 75 w 75"/>
              <a:gd name="T9" fmla="*/ 21 h 43"/>
              <a:gd name="T10" fmla="*/ 54 w 75"/>
              <a:gd name="T11" fmla="*/ 43 h 43"/>
              <a:gd name="T12" fmla="*/ 22 w 75"/>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75" h="43">
                <a:moveTo>
                  <a:pt x="22" y="43"/>
                </a:moveTo>
                <a:cubicBezTo>
                  <a:pt x="10" y="43"/>
                  <a:pt x="0" y="33"/>
                  <a:pt x="0" y="21"/>
                </a:cubicBezTo>
                <a:cubicBezTo>
                  <a:pt x="0" y="10"/>
                  <a:pt x="10" y="0"/>
                  <a:pt x="22" y="0"/>
                </a:cubicBezTo>
                <a:lnTo>
                  <a:pt x="54" y="0"/>
                </a:lnTo>
                <a:cubicBezTo>
                  <a:pt x="65" y="0"/>
                  <a:pt x="75" y="10"/>
                  <a:pt x="75" y="21"/>
                </a:cubicBezTo>
                <a:cubicBezTo>
                  <a:pt x="75" y="33"/>
                  <a:pt x="65" y="43"/>
                  <a:pt x="54" y="43"/>
                </a:cubicBezTo>
                <a:lnTo>
                  <a:pt x="22" y="43"/>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sp>
        <p:nvSpPr>
          <p:cNvPr id="275" name="Freeform 216">
            <a:extLst>
              <a:ext uri="{FF2B5EF4-FFF2-40B4-BE49-F238E27FC236}">
                <a16:creationId xmlns:a16="http://schemas.microsoft.com/office/drawing/2014/main" id="{6894DC48-FEDD-1E09-4E77-49F5D0F78C34}"/>
              </a:ext>
            </a:extLst>
          </p:cNvPr>
          <p:cNvSpPr>
            <a:spLocks/>
          </p:cNvSpPr>
          <p:nvPr/>
        </p:nvSpPr>
        <p:spPr bwMode="auto">
          <a:xfrm>
            <a:off x="7305676" y="3309938"/>
            <a:ext cx="26988" cy="15875"/>
          </a:xfrm>
          <a:custGeom>
            <a:avLst/>
            <a:gdLst>
              <a:gd name="T0" fmla="*/ 21 w 74"/>
              <a:gd name="T1" fmla="*/ 43 h 43"/>
              <a:gd name="T2" fmla="*/ 0 w 74"/>
              <a:gd name="T3" fmla="*/ 21 h 43"/>
              <a:gd name="T4" fmla="*/ 21 w 74"/>
              <a:gd name="T5" fmla="*/ 0 h 43"/>
              <a:gd name="T6" fmla="*/ 53 w 74"/>
              <a:gd name="T7" fmla="*/ 0 h 43"/>
              <a:gd name="T8" fmla="*/ 74 w 74"/>
              <a:gd name="T9" fmla="*/ 21 h 43"/>
              <a:gd name="T10" fmla="*/ 53 w 74"/>
              <a:gd name="T11" fmla="*/ 43 h 43"/>
              <a:gd name="T12" fmla="*/ 21 w 74"/>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74" h="43">
                <a:moveTo>
                  <a:pt x="21" y="43"/>
                </a:moveTo>
                <a:cubicBezTo>
                  <a:pt x="9" y="43"/>
                  <a:pt x="0" y="33"/>
                  <a:pt x="0" y="21"/>
                </a:cubicBezTo>
                <a:cubicBezTo>
                  <a:pt x="0" y="10"/>
                  <a:pt x="9" y="0"/>
                  <a:pt x="21" y="0"/>
                </a:cubicBezTo>
                <a:lnTo>
                  <a:pt x="53" y="0"/>
                </a:lnTo>
                <a:cubicBezTo>
                  <a:pt x="65" y="0"/>
                  <a:pt x="74" y="10"/>
                  <a:pt x="74" y="21"/>
                </a:cubicBezTo>
                <a:cubicBezTo>
                  <a:pt x="74" y="33"/>
                  <a:pt x="65" y="43"/>
                  <a:pt x="53" y="43"/>
                </a:cubicBezTo>
                <a:lnTo>
                  <a:pt x="21" y="43"/>
                </a:lnTo>
                <a:close/>
              </a:path>
            </a:pathLst>
          </a:custGeom>
          <a:solidFill>
            <a:srgbClr val="EC0000"/>
          </a:solidFill>
          <a:ln>
            <a:noFill/>
          </a:ln>
        </p:spPr>
        <p:txBody>
          <a:bodyPr vert="horz" wrap="square" lIns="91440" tIns="45720" rIns="91440" bIns="45720" numCol="1" anchor="t" anchorCtr="0" compatLnSpc="1">
            <a:prstTxWarp prst="textNoShape">
              <a:avLst/>
            </a:prstTxWarp>
          </a:bodyPr>
          <a:lstStyle/>
          <a:p>
            <a:endParaRPr lang="el-GR"/>
          </a:p>
        </p:txBody>
      </p:sp>
      <p:grpSp>
        <p:nvGrpSpPr>
          <p:cNvPr id="276" name="Group 275">
            <a:extLst>
              <a:ext uri="{FF2B5EF4-FFF2-40B4-BE49-F238E27FC236}">
                <a16:creationId xmlns:a16="http://schemas.microsoft.com/office/drawing/2014/main" id="{20B9B48E-BABA-2AA1-C425-576413E61046}"/>
              </a:ext>
            </a:extLst>
          </p:cNvPr>
          <p:cNvGrpSpPr/>
          <p:nvPr/>
        </p:nvGrpSpPr>
        <p:grpSpPr>
          <a:xfrm>
            <a:off x="2593976" y="4879976"/>
            <a:ext cx="225425" cy="331788"/>
            <a:chOff x="2593976" y="4879976"/>
            <a:chExt cx="225425" cy="331788"/>
          </a:xfrm>
          <a:solidFill>
            <a:srgbClr val="EC0000"/>
          </a:solidFill>
        </p:grpSpPr>
        <p:sp>
          <p:nvSpPr>
            <p:cNvPr id="277" name="Freeform 217">
              <a:extLst>
                <a:ext uri="{FF2B5EF4-FFF2-40B4-BE49-F238E27FC236}">
                  <a16:creationId xmlns:a16="http://schemas.microsoft.com/office/drawing/2014/main" id="{A6218573-1A54-D95C-7397-94E23FD5B076}"/>
                </a:ext>
              </a:extLst>
            </p:cNvPr>
            <p:cNvSpPr>
              <a:spLocks noEditPoints="1"/>
            </p:cNvSpPr>
            <p:nvPr userDrawn="1"/>
          </p:nvSpPr>
          <p:spPr bwMode="auto">
            <a:xfrm>
              <a:off x="2640013" y="4991101"/>
              <a:ext cx="133350" cy="119063"/>
            </a:xfrm>
            <a:custGeom>
              <a:avLst/>
              <a:gdLst>
                <a:gd name="T0" fmla="*/ 184 w 369"/>
                <a:gd name="T1" fmla="*/ 270 h 329"/>
                <a:gd name="T2" fmla="*/ 321 w 369"/>
                <a:gd name="T3" fmla="*/ 103 h 329"/>
                <a:gd name="T4" fmla="*/ 276 w 369"/>
                <a:gd name="T5" fmla="*/ 48 h 329"/>
                <a:gd name="T6" fmla="*/ 209 w 369"/>
                <a:gd name="T7" fmla="*/ 90 h 329"/>
                <a:gd name="T8" fmla="*/ 201 w 369"/>
                <a:gd name="T9" fmla="*/ 97 h 329"/>
                <a:gd name="T10" fmla="*/ 168 w 369"/>
                <a:gd name="T11" fmla="*/ 97 h 329"/>
                <a:gd name="T12" fmla="*/ 160 w 369"/>
                <a:gd name="T13" fmla="*/ 89 h 329"/>
                <a:gd name="T14" fmla="*/ 93 w 369"/>
                <a:gd name="T15" fmla="*/ 48 h 329"/>
                <a:gd name="T16" fmla="*/ 48 w 369"/>
                <a:gd name="T17" fmla="*/ 103 h 329"/>
                <a:gd name="T18" fmla="*/ 184 w 369"/>
                <a:gd name="T19" fmla="*/ 270 h 329"/>
                <a:gd name="T20" fmla="*/ 93 w 369"/>
                <a:gd name="T21" fmla="*/ 0 h 329"/>
                <a:gd name="T22" fmla="*/ 185 w 369"/>
                <a:gd name="T23" fmla="*/ 46 h 329"/>
                <a:gd name="T24" fmla="*/ 276 w 369"/>
                <a:gd name="T25" fmla="*/ 0 h 329"/>
                <a:gd name="T26" fmla="*/ 369 w 369"/>
                <a:gd name="T27" fmla="*/ 103 h 329"/>
                <a:gd name="T28" fmla="*/ 201 w 369"/>
                <a:gd name="T29" fmla="*/ 320 h 329"/>
                <a:gd name="T30" fmla="*/ 168 w 369"/>
                <a:gd name="T31" fmla="*/ 320 h 329"/>
                <a:gd name="T32" fmla="*/ 0 w 369"/>
                <a:gd name="T33" fmla="*/ 103 h 329"/>
                <a:gd name="T34" fmla="*/ 93 w 369"/>
                <a:gd name="T35"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 h="329">
                  <a:moveTo>
                    <a:pt x="184" y="270"/>
                  </a:moveTo>
                  <a:cubicBezTo>
                    <a:pt x="260" y="196"/>
                    <a:pt x="321" y="122"/>
                    <a:pt x="321" y="103"/>
                  </a:cubicBezTo>
                  <a:cubicBezTo>
                    <a:pt x="321" y="58"/>
                    <a:pt x="288" y="48"/>
                    <a:pt x="276" y="48"/>
                  </a:cubicBezTo>
                  <a:cubicBezTo>
                    <a:pt x="252" y="48"/>
                    <a:pt x="238" y="61"/>
                    <a:pt x="209" y="90"/>
                  </a:cubicBezTo>
                  <a:lnTo>
                    <a:pt x="201" y="97"/>
                  </a:lnTo>
                  <a:cubicBezTo>
                    <a:pt x="192" y="106"/>
                    <a:pt x="176" y="106"/>
                    <a:pt x="168" y="97"/>
                  </a:cubicBezTo>
                  <a:lnTo>
                    <a:pt x="160" y="89"/>
                  </a:lnTo>
                  <a:cubicBezTo>
                    <a:pt x="130" y="60"/>
                    <a:pt x="117" y="48"/>
                    <a:pt x="93" y="48"/>
                  </a:cubicBezTo>
                  <a:cubicBezTo>
                    <a:pt x="91" y="48"/>
                    <a:pt x="48" y="50"/>
                    <a:pt x="48" y="103"/>
                  </a:cubicBezTo>
                  <a:cubicBezTo>
                    <a:pt x="48" y="123"/>
                    <a:pt x="109" y="197"/>
                    <a:pt x="184" y="270"/>
                  </a:cubicBezTo>
                  <a:close/>
                  <a:moveTo>
                    <a:pt x="93" y="0"/>
                  </a:moveTo>
                  <a:cubicBezTo>
                    <a:pt x="133" y="0"/>
                    <a:pt x="157" y="19"/>
                    <a:pt x="185" y="46"/>
                  </a:cubicBezTo>
                  <a:cubicBezTo>
                    <a:pt x="210" y="21"/>
                    <a:pt x="236" y="0"/>
                    <a:pt x="276" y="0"/>
                  </a:cubicBezTo>
                  <a:cubicBezTo>
                    <a:pt x="315" y="0"/>
                    <a:pt x="369" y="32"/>
                    <a:pt x="369" y="103"/>
                  </a:cubicBezTo>
                  <a:cubicBezTo>
                    <a:pt x="369" y="156"/>
                    <a:pt x="252" y="272"/>
                    <a:pt x="201" y="320"/>
                  </a:cubicBezTo>
                  <a:cubicBezTo>
                    <a:pt x="192" y="329"/>
                    <a:pt x="177" y="329"/>
                    <a:pt x="168" y="320"/>
                  </a:cubicBezTo>
                  <a:cubicBezTo>
                    <a:pt x="117" y="273"/>
                    <a:pt x="0" y="159"/>
                    <a:pt x="0" y="103"/>
                  </a:cubicBezTo>
                  <a:cubicBezTo>
                    <a:pt x="0" y="32"/>
                    <a:pt x="54" y="0"/>
                    <a:pt x="93" y="0"/>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78" name="Freeform 218">
              <a:extLst>
                <a:ext uri="{FF2B5EF4-FFF2-40B4-BE49-F238E27FC236}">
                  <a16:creationId xmlns:a16="http://schemas.microsoft.com/office/drawing/2014/main" id="{A23BD4F0-1415-F0F0-BA08-55125620811C}"/>
                </a:ext>
              </a:extLst>
            </p:cNvPr>
            <p:cNvSpPr>
              <a:spLocks/>
            </p:cNvSpPr>
            <p:nvPr userDrawn="1"/>
          </p:nvSpPr>
          <p:spPr bwMode="auto">
            <a:xfrm>
              <a:off x="2668588" y="4962526"/>
              <a:ext cx="77788" cy="31750"/>
            </a:xfrm>
            <a:custGeom>
              <a:avLst/>
              <a:gdLst>
                <a:gd name="T0" fmla="*/ 200 w 217"/>
                <a:gd name="T1" fmla="*/ 49 h 89"/>
                <a:gd name="T2" fmla="*/ 117 w 217"/>
                <a:gd name="T3" fmla="*/ 87 h 89"/>
                <a:gd name="T4" fmla="*/ 116 w 217"/>
                <a:gd name="T5" fmla="*/ 88 h 89"/>
                <a:gd name="T6" fmla="*/ 113 w 217"/>
                <a:gd name="T7" fmla="*/ 89 h 89"/>
                <a:gd name="T8" fmla="*/ 111 w 217"/>
                <a:gd name="T9" fmla="*/ 89 h 89"/>
                <a:gd name="T10" fmla="*/ 106 w 217"/>
                <a:gd name="T11" fmla="*/ 89 h 89"/>
                <a:gd name="T12" fmla="*/ 104 w 217"/>
                <a:gd name="T13" fmla="*/ 89 h 89"/>
                <a:gd name="T14" fmla="*/ 101 w 217"/>
                <a:gd name="T15" fmla="*/ 88 h 89"/>
                <a:gd name="T16" fmla="*/ 100 w 217"/>
                <a:gd name="T17" fmla="*/ 88 h 89"/>
                <a:gd name="T18" fmla="*/ 17 w 217"/>
                <a:gd name="T19" fmla="*/ 49 h 89"/>
                <a:gd name="T20" fmla="*/ 5 w 217"/>
                <a:gd name="T21" fmla="*/ 17 h 89"/>
                <a:gd name="T22" fmla="*/ 37 w 217"/>
                <a:gd name="T23" fmla="*/ 5 h 89"/>
                <a:gd name="T24" fmla="*/ 109 w 217"/>
                <a:gd name="T25" fmla="*/ 39 h 89"/>
                <a:gd name="T26" fmla="*/ 180 w 217"/>
                <a:gd name="T27" fmla="*/ 5 h 89"/>
                <a:gd name="T28" fmla="*/ 190 w 217"/>
                <a:gd name="T29" fmla="*/ 3 h 89"/>
                <a:gd name="T30" fmla="*/ 212 w 217"/>
                <a:gd name="T31" fmla="*/ 17 h 89"/>
                <a:gd name="T32" fmla="*/ 200 w 217"/>
                <a:gd name="T33" fmla="*/ 4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7" h="89">
                  <a:moveTo>
                    <a:pt x="200" y="49"/>
                  </a:moveTo>
                  <a:lnTo>
                    <a:pt x="117" y="87"/>
                  </a:lnTo>
                  <a:cubicBezTo>
                    <a:pt x="116" y="88"/>
                    <a:pt x="116" y="88"/>
                    <a:pt x="116" y="88"/>
                  </a:cubicBezTo>
                  <a:cubicBezTo>
                    <a:pt x="115" y="88"/>
                    <a:pt x="114" y="88"/>
                    <a:pt x="113" y="89"/>
                  </a:cubicBezTo>
                  <a:cubicBezTo>
                    <a:pt x="112" y="89"/>
                    <a:pt x="111" y="89"/>
                    <a:pt x="111" y="89"/>
                  </a:cubicBezTo>
                  <a:cubicBezTo>
                    <a:pt x="109" y="89"/>
                    <a:pt x="107" y="89"/>
                    <a:pt x="106" y="89"/>
                  </a:cubicBezTo>
                  <a:cubicBezTo>
                    <a:pt x="105" y="89"/>
                    <a:pt x="105" y="89"/>
                    <a:pt x="104" y="89"/>
                  </a:cubicBezTo>
                  <a:cubicBezTo>
                    <a:pt x="103" y="89"/>
                    <a:pt x="102" y="88"/>
                    <a:pt x="101" y="88"/>
                  </a:cubicBezTo>
                  <a:cubicBezTo>
                    <a:pt x="101" y="88"/>
                    <a:pt x="100" y="88"/>
                    <a:pt x="100" y="88"/>
                  </a:cubicBezTo>
                  <a:lnTo>
                    <a:pt x="17" y="49"/>
                  </a:lnTo>
                  <a:cubicBezTo>
                    <a:pt x="5" y="43"/>
                    <a:pt x="0" y="29"/>
                    <a:pt x="5" y="17"/>
                  </a:cubicBezTo>
                  <a:cubicBezTo>
                    <a:pt x="10" y="5"/>
                    <a:pt x="26" y="0"/>
                    <a:pt x="37" y="5"/>
                  </a:cubicBezTo>
                  <a:lnTo>
                    <a:pt x="109" y="39"/>
                  </a:lnTo>
                  <a:lnTo>
                    <a:pt x="180" y="5"/>
                  </a:lnTo>
                  <a:cubicBezTo>
                    <a:pt x="183" y="4"/>
                    <a:pt x="186" y="3"/>
                    <a:pt x="190" y="3"/>
                  </a:cubicBezTo>
                  <a:cubicBezTo>
                    <a:pt x="199" y="3"/>
                    <a:pt x="208" y="9"/>
                    <a:pt x="212" y="17"/>
                  </a:cubicBezTo>
                  <a:cubicBezTo>
                    <a:pt x="217" y="29"/>
                    <a:pt x="212" y="43"/>
                    <a:pt x="200" y="49"/>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79" name="Freeform 219">
              <a:extLst>
                <a:ext uri="{FF2B5EF4-FFF2-40B4-BE49-F238E27FC236}">
                  <a16:creationId xmlns:a16="http://schemas.microsoft.com/office/drawing/2014/main" id="{C44142E9-A1B9-CEC5-DBC7-BCDEB564D815}"/>
                </a:ext>
              </a:extLst>
            </p:cNvPr>
            <p:cNvSpPr>
              <a:spLocks/>
            </p:cNvSpPr>
            <p:nvPr userDrawn="1"/>
          </p:nvSpPr>
          <p:spPr bwMode="auto">
            <a:xfrm>
              <a:off x="2681288" y="5164138"/>
              <a:ext cx="52388" cy="17463"/>
            </a:xfrm>
            <a:custGeom>
              <a:avLst/>
              <a:gdLst>
                <a:gd name="T0" fmla="*/ 25 w 145"/>
                <a:gd name="T1" fmla="*/ 47 h 47"/>
                <a:gd name="T2" fmla="*/ 120 w 145"/>
                <a:gd name="T3" fmla="*/ 47 h 47"/>
                <a:gd name="T4" fmla="*/ 145 w 145"/>
                <a:gd name="T5" fmla="*/ 23 h 47"/>
                <a:gd name="T6" fmla="*/ 120 w 145"/>
                <a:gd name="T7" fmla="*/ 0 h 47"/>
                <a:gd name="T8" fmla="*/ 25 w 145"/>
                <a:gd name="T9" fmla="*/ 0 h 47"/>
                <a:gd name="T10" fmla="*/ 0 w 145"/>
                <a:gd name="T11" fmla="*/ 23 h 47"/>
                <a:gd name="T12" fmla="*/ 25 w 145"/>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45" h="47">
                  <a:moveTo>
                    <a:pt x="25" y="47"/>
                  </a:moveTo>
                  <a:lnTo>
                    <a:pt x="120" y="47"/>
                  </a:lnTo>
                  <a:cubicBezTo>
                    <a:pt x="133" y="47"/>
                    <a:pt x="145" y="37"/>
                    <a:pt x="145" y="23"/>
                  </a:cubicBezTo>
                  <a:cubicBezTo>
                    <a:pt x="145" y="10"/>
                    <a:pt x="133" y="0"/>
                    <a:pt x="120" y="0"/>
                  </a:cubicBezTo>
                  <a:lnTo>
                    <a:pt x="25" y="0"/>
                  </a:lnTo>
                  <a:cubicBezTo>
                    <a:pt x="11" y="0"/>
                    <a:pt x="0" y="10"/>
                    <a:pt x="0" y="23"/>
                  </a:cubicBezTo>
                  <a:cubicBezTo>
                    <a:pt x="0" y="37"/>
                    <a:pt x="11" y="47"/>
                    <a:pt x="25"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0" name="Freeform 220">
              <a:extLst>
                <a:ext uri="{FF2B5EF4-FFF2-40B4-BE49-F238E27FC236}">
                  <a16:creationId xmlns:a16="http://schemas.microsoft.com/office/drawing/2014/main" id="{50766BBA-58B7-AE18-1F1C-E1D1424BAE9F}"/>
                </a:ext>
              </a:extLst>
            </p:cNvPr>
            <p:cNvSpPr>
              <a:spLocks noEditPoints="1"/>
            </p:cNvSpPr>
            <p:nvPr userDrawn="1"/>
          </p:nvSpPr>
          <p:spPr bwMode="auto">
            <a:xfrm>
              <a:off x="2593976" y="4879976"/>
              <a:ext cx="225425" cy="331788"/>
            </a:xfrm>
            <a:custGeom>
              <a:avLst/>
              <a:gdLst>
                <a:gd name="T0" fmla="*/ 575 w 623"/>
                <a:gd name="T1" fmla="*/ 114 h 919"/>
                <a:gd name="T2" fmla="*/ 48 w 623"/>
                <a:gd name="T3" fmla="*/ 114 h 919"/>
                <a:gd name="T4" fmla="*/ 48 w 623"/>
                <a:gd name="T5" fmla="*/ 71 h 919"/>
                <a:gd name="T6" fmla="*/ 71 w 623"/>
                <a:gd name="T7" fmla="*/ 48 h 919"/>
                <a:gd name="T8" fmla="*/ 552 w 623"/>
                <a:gd name="T9" fmla="*/ 48 h 919"/>
                <a:gd name="T10" fmla="*/ 575 w 623"/>
                <a:gd name="T11" fmla="*/ 71 h 919"/>
                <a:gd name="T12" fmla="*/ 575 w 623"/>
                <a:gd name="T13" fmla="*/ 114 h 919"/>
                <a:gd name="T14" fmla="*/ 575 w 623"/>
                <a:gd name="T15" fmla="*/ 698 h 919"/>
                <a:gd name="T16" fmla="*/ 48 w 623"/>
                <a:gd name="T17" fmla="*/ 698 h 919"/>
                <a:gd name="T18" fmla="*/ 48 w 623"/>
                <a:gd name="T19" fmla="*/ 162 h 919"/>
                <a:gd name="T20" fmla="*/ 575 w 623"/>
                <a:gd name="T21" fmla="*/ 162 h 919"/>
                <a:gd name="T22" fmla="*/ 575 w 623"/>
                <a:gd name="T23" fmla="*/ 698 h 919"/>
                <a:gd name="T24" fmla="*/ 575 w 623"/>
                <a:gd name="T25" fmla="*/ 848 h 919"/>
                <a:gd name="T26" fmla="*/ 552 w 623"/>
                <a:gd name="T27" fmla="*/ 871 h 919"/>
                <a:gd name="T28" fmla="*/ 71 w 623"/>
                <a:gd name="T29" fmla="*/ 871 h 919"/>
                <a:gd name="T30" fmla="*/ 48 w 623"/>
                <a:gd name="T31" fmla="*/ 848 h 919"/>
                <a:gd name="T32" fmla="*/ 48 w 623"/>
                <a:gd name="T33" fmla="*/ 745 h 919"/>
                <a:gd name="T34" fmla="*/ 575 w 623"/>
                <a:gd name="T35" fmla="*/ 745 h 919"/>
                <a:gd name="T36" fmla="*/ 575 w 623"/>
                <a:gd name="T37" fmla="*/ 848 h 919"/>
                <a:gd name="T38" fmla="*/ 552 w 623"/>
                <a:gd name="T39" fmla="*/ 0 h 919"/>
                <a:gd name="T40" fmla="*/ 71 w 623"/>
                <a:gd name="T41" fmla="*/ 0 h 919"/>
                <a:gd name="T42" fmla="*/ 0 w 623"/>
                <a:gd name="T43" fmla="*/ 71 h 919"/>
                <a:gd name="T44" fmla="*/ 0 w 623"/>
                <a:gd name="T45" fmla="*/ 848 h 919"/>
                <a:gd name="T46" fmla="*/ 71 w 623"/>
                <a:gd name="T47" fmla="*/ 919 h 919"/>
                <a:gd name="T48" fmla="*/ 552 w 623"/>
                <a:gd name="T49" fmla="*/ 919 h 919"/>
                <a:gd name="T50" fmla="*/ 623 w 623"/>
                <a:gd name="T51" fmla="*/ 848 h 919"/>
                <a:gd name="T52" fmla="*/ 623 w 623"/>
                <a:gd name="T53" fmla="*/ 71 h 919"/>
                <a:gd name="T54" fmla="*/ 552 w 623"/>
                <a:gd name="T55" fmla="*/ 0 h 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23" h="919">
                  <a:moveTo>
                    <a:pt x="575" y="114"/>
                  </a:moveTo>
                  <a:lnTo>
                    <a:pt x="48" y="114"/>
                  </a:lnTo>
                  <a:lnTo>
                    <a:pt x="48" y="71"/>
                  </a:lnTo>
                  <a:cubicBezTo>
                    <a:pt x="48" y="58"/>
                    <a:pt x="58" y="48"/>
                    <a:pt x="71" y="48"/>
                  </a:cubicBezTo>
                  <a:lnTo>
                    <a:pt x="552" y="48"/>
                  </a:lnTo>
                  <a:cubicBezTo>
                    <a:pt x="564" y="48"/>
                    <a:pt x="575" y="58"/>
                    <a:pt x="575" y="71"/>
                  </a:cubicBezTo>
                  <a:lnTo>
                    <a:pt x="575" y="114"/>
                  </a:lnTo>
                  <a:close/>
                  <a:moveTo>
                    <a:pt x="575" y="698"/>
                  </a:moveTo>
                  <a:lnTo>
                    <a:pt x="48" y="698"/>
                  </a:lnTo>
                  <a:lnTo>
                    <a:pt x="48" y="162"/>
                  </a:lnTo>
                  <a:lnTo>
                    <a:pt x="575" y="162"/>
                  </a:lnTo>
                  <a:lnTo>
                    <a:pt x="575" y="698"/>
                  </a:lnTo>
                  <a:close/>
                  <a:moveTo>
                    <a:pt x="575" y="848"/>
                  </a:moveTo>
                  <a:cubicBezTo>
                    <a:pt x="575" y="861"/>
                    <a:pt x="564" y="871"/>
                    <a:pt x="552" y="871"/>
                  </a:cubicBezTo>
                  <a:lnTo>
                    <a:pt x="71" y="871"/>
                  </a:lnTo>
                  <a:cubicBezTo>
                    <a:pt x="58" y="871"/>
                    <a:pt x="48" y="861"/>
                    <a:pt x="48" y="848"/>
                  </a:cubicBezTo>
                  <a:lnTo>
                    <a:pt x="48" y="745"/>
                  </a:lnTo>
                  <a:lnTo>
                    <a:pt x="575" y="745"/>
                  </a:lnTo>
                  <a:lnTo>
                    <a:pt x="575" y="848"/>
                  </a:lnTo>
                  <a:close/>
                  <a:moveTo>
                    <a:pt x="552" y="0"/>
                  </a:moveTo>
                  <a:lnTo>
                    <a:pt x="71" y="0"/>
                  </a:lnTo>
                  <a:cubicBezTo>
                    <a:pt x="32" y="0"/>
                    <a:pt x="0" y="32"/>
                    <a:pt x="0" y="71"/>
                  </a:cubicBezTo>
                  <a:lnTo>
                    <a:pt x="0" y="848"/>
                  </a:lnTo>
                  <a:cubicBezTo>
                    <a:pt x="0" y="887"/>
                    <a:pt x="32" y="919"/>
                    <a:pt x="71" y="919"/>
                  </a:cubicBezTo>
                  <a:lnTo>
                    <a:pt x="552" y="919"/>
                  </a:lnTo>
                  <a:cubicBezTo>
                    <a:pt x="591" y="919"/>
                    <a:pt x="623" y="887"/>
                    <a:pt x="623" y="848"/>
                  </a:cubicBezTo>
                  <a:lnTo>
                    <a:pt x="623" y="71"/>
                  </a:lnTo>
                  <a:cubicBezTo>
                    <a:pt x="623" y="32"/>
                    <a:pt x="591" y="0"/>
                    <a:pt x="55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281" name="Group 280">
            <a:extLst>
              <a:ext uri="{FF2B5EF4-FFF2-40B4-BE49-F238E27FC236}">
                <a16:creationId xmlns:a16="http://schemas.microsoft.com/office/drawing/2014/main" id="{09CF0BB1-F533-D062-2A3C-13DCB8BB967C}"/>
              </a:ext>
            </a:extLst>
          </p:cNvPr>
          <p:cNvGrpSpPr/>
          <p:nvPr/>
        </p:nvGrpSpPr>
        <p:grpSpPr>
          <a:xfrm>
            <a:off x="10147301" y="1670051"/>
            <a:ext cx="423863" cy="520700"/>
            <a:chOff x="10147301" y="1670051"/>
            <a:chExt cx="423863" cy="520700"/>
          </a:xfrm>
        </p:grpSpPr>
        <p:sp>
          <p:nvSpPr>
            <p:cNvPr id="282" name="Freeform 221">
              <a:extLst>
                <a:ext uri="{FF2B5EF4-FFF2-40B4-BE49-F238E27FC236}">
                  <a16:creationId xmlns:a16="http://schemas.microsoft.com/office/drawing/2014/main" id="{55D048C4-E355-BDA3-B9DF-A94B07D54545}"/>
                </a:ext>
              </a:extLst>
            </p:cNvPr>
            <p:cNvSpPr>
              <a:spLocks/>
            </p:cNvSpPr>
            <p:nvPr userDrawn="1"/>
          </p:nvSpPr>
          <p:spPr bwMode="auto">
            <a:xfrm>
              <a:off x="10326688" y="1916113"/>
              <a:ext cx="63500" cy="274638"/>
            </a:xfrm>
            <a:custGeom>
              <a:avLst/>
              <a:gdLst>
                <a:gd name="T0" fmla="*/ 122 w 175"/>
                <a:gd name="T1" fmla="*/ 761 h 761"/>
                <a:gd name="T2" fmla="*/ 173 w 175"/>
                <a:gd name="T3" fmla="*/ 707 h 761"/>
                <a:gd name="T4" fmla="*/ 139 w 175"/>
                <a:gd name="T5" fmla="*/ 49 h 761"/>
                <a:gd name="T6" fmla="*/ 87 w 175"/>
                <a:gd name="T7" fmla="*/ 0 h 761"/>
                <a:gd name="T8" fmla="*/ 36 w 175"/>
                <a:gd name="T9" fmla="*/ 49 h 761"/>
                <a:gd name="T10" fmla="*/ 1 w 175"/>
                <a:gd name="T11" fmla="*/ 707 h 761"/>
                <a:gd name="T12" fmla="*/ 53 w 175"/>
                <a:gd name="T13" fmla="*/ 761 h 761"/>
                <a:gd name="T14" fmla="*/ 122 w 175"/>
                <a:gd name="T15" fmla="*/ 761 h 7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 h="761">
                  <a:moveTo>
                    <a:pt x="122" y="761"/>
                  </a:moveTo>
                  <a:cubicBezTo>
                    <a:pt x="151" y="761"/>
                    <a:pt x="175" y="736"/>
                    <a:pt x="173" y="707"/>
                  </a:cubicBezTo>
                  <a:lnTo>
                    <a:pt x="139" y="49"/>
                  </a:lnTo>
                  <a:cubicBezTo>
                    <a:pt x="138" y="22"/>
                    <a:pt x="115" y="0"/>
                    <a:pt x="87" y="0"/>
                  </a:cubicBezTo>
                  <a:cubicBezTo>
                    <a:pt x="60" y="0"/>
                    <a:pt x="37" y="22"/>
                    <a:pt x="36" y="49"/>
                  </a:cubicBezTo>
                  <a:lnTo>
                    <a:pt x="1" y="707"/>
                  </a:lnTo>
                  <a:cubicBezTo>
                    <a:pt x="0" y="736"/>
                    <a:pt x="23" y="761"/>
                    <a:pt x="53" y="761"/>
                  </a:cubicBezTo>
                  <a:lnTo>
                    <a:pt x="122" y="761"/>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3" name="Freeform 222">
              <a:extLst>
                <a:ext uri="{FF2B5EF4-FFF2-40B4-BE49-F238E27FC236}">
                  <a16:creationId xmlns:a16="http://schemas.microsoft.com/office/drawing/2014/main" id="{9120E3BF-6DD8-4DA2-8014-D043EE678324}"/>
                </a:ext>
              </a:extLst>
            </p:cNvPr>
            <p:cNvSpPr>
              <a:spLocks/>
            </p:cNvSpPr>
            <p:nvPr userDrawn="1"/>
          </p:nvSpPr>
          <p:spPr bwMode="auto">
            <a:xfrm>
              <a:off x="10252076" y="1752601"/>
              <a:ext cx="73025" cy="174625"/>
            </a:xfrm>
            <a:custGeom>
              <a:avLst/>
              <a:gdLst>
                <a:gd name="T0" fmla="*/ 198 w 202"/>
                <a:gd name="T1" fmla="*/ 48 h 484"/>
                <a:gd name="T2" fmla="*/ 185 w 202"/>
                <a:gd name="T3" fmla="*/ 17 h 484"/>
                <a:gd name="T4" fmla="*/ 124 w 202"/>
                <a:gd name="T5" fmla="*/ 17 h 484"/>
                <a:gd name="T6" fmla="*/ 124 w 202"/>
                <a:gd name="T7" fmla="*/ 467 h 484"/>
                <a:gd name="T8" fmla="*/ 185 w 202"/>
                <a:gd name="T9" fmla="*/ 467 h 484"/>
                <a:gd name="T10" fmla="*/ 185 w 202"/>
                <a:gd name="T11" fmla="*/ 406 h 484"/>
                <a:gd name="T12" fmla="*/ 118 w 202"/>
                <a:gd name="T13" fmla="*/ 242 h 484"/>
                <a:gd name="T14" fmla="*/ 185 w 202"/>
                <a:gd name="T15" fmla="*/ 79 h 484"/>
                <a:gd name="T16" fmla="*/ 198 w 202"/>
                <a:gd name="T17" fmla="*/ 48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484">
                  <a:moveTo>
                    <a:pt x="198" y="48"/>
                  </a:moveTo>
                  <a:cubicBezTo>
                    <a:pt x="198" y="37"/>
                    <a:pt x="194" y="26"/>
                    <a:pt x="185" y="17"/>
                  </a:cubicBezTo>
                  <a:cubicBezTo>
                    <a:pt x="168" y="0"/>
                    <a:pt x="141" y="0"/>
                    <a:pt x="124" y="17"/>
                  </a:cubicBezTo>
                  <a:cubicBezTo>
                    <a:pt x="0" y="141"/>
                    <a:pt x="0" y="343"/>
                    <a:pt x="124" y="467"/>
                  </a:cubicBezTo>
                  <a:cubicBezTo>
                    <a:pt x="141" y="484"/>
                    <a:pt x="168" y="484"/>
                    <a:pt x="185" y="467"/>
                  </a:cubicBezTo>
                  <a:cubicBezTo>
                    <a:pt x="202" y="450"/>
                    <a:pt x="202" y="423"/>
                    <a:pt x="185" y="406"/>
                  </a:cubicBezTo>
                  <a:cubicBezTo>
                    <a:pt x="142" y="362"/>
                    <a:pt x="118" y="304"/>
                    <a:pt x="118" y="242"/>
                  </a:cubicBezTo>
                  <a:cubicBezTo>
                    <a:pt x="118" y="180"/>
                    <a:pt x="142" y="122"/>
                    <a:pt x="185" y="79"/>
                  </a:cubicBezTo>
                  <a:cubicBezTo>
                    <a:pt x="194" y="70"/>
                    <a:pt x="198" y="59"/>
                    <a:pt x="198" y="4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4" name="Freeform 223">
              <a:extLst>
                <a:ext uri="{FF2B5EF4-FFF2-40B4-BE49-F238E27FC236}">
                  <a16:creationId xmlns:a16="http://schemas.microsoft.com/office/drawing/2014/main" id="{B6A89247-759A-4436-2333-D3F521D5B608}"/>
                </a:ext>
              </a:extLst>
            </p:cNvPr>
            <p:cNvSpPr>
              <a:spLocks/>
            </p:cNvSpPr>
            <p:nvPr userDrawn="1"/>
          </p:nvSpPr>
          <p:spPr bwMode="auto">
            <a:xfrm>
              <a:off x="10186988" y="1709738"/>
              <a:ext cx="96838" cy="258763"/>
            </a:xfrm>
            <a:custGeom>
              <a:avLst/>
              <a:gdLst>
                <a:gd name="T0" fmla="*/ 249 w 266"/>
                <a:gd name="T1" fmla="*/ 17 h 716"/>
                <a:gd name="T2" fmla="*/ 188 w 266"/>
                <a:gd name="T3" fmla="*/ 17 h 716"/>
                <a:gd name="T4" fmla="*/ 188 w 266"/>
                <a:gd name="T5" fmla="*/ 699 h 716"/>
                <a:gd name="T6" fmla="*/ 249 w 266"/>
                <a:gd name="T7" fmla="*/ 699 h 716"/>
                <a:gd name="T8" fmla="*/ 262 w 266"/>
                <a:gd name="T9" fmla="*/ 668 h 716"/>
                <a:gd name="T10" fmla="*/ 249 w 266"/>
                <a:gd name="T11" fmla="*/ 638 h 716"/>
                <a:gd name="T12" fmla="*/ 249 w 266"/>
                <a:gd name="T13" fmla="*/ 79 h 716"/>
                <a:gd name="T14" fmla="*/ 249 w 266"/>
                <a:gd name="T15" fmla="*/ 17 h 7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6" h="716">
                  <a:moveTo>
                    <a:pt x="249" y="17"/>
                  </a:moveTo>
                  <a:cubicBezTo>
                    <a:pt x="232" y="0"/>
                    <a:pt x="205" y="0"/>
                    <a:pt x="188" y="17"/>
                  </a:cubicBezTo>
                  <a:cubicBezTo>
                    <a:pt x="0" y="205"/>
                    <a:pt x="0" y="511"/>
                    <a:pt x="188" y="699"/>
                  </a:cubicBezTo>
                  <a:cubicBezTo>
                    <a:pt x="205" y="716"/>
                    <a:pt x="232" y="716"/>
                    <a:pt x="249" y="699"/>
                  </a:cubicBezTo>
                  <a:cubicBezTo>
                    <a:pt x="258" y="691"/>
                    <a:pt x="262" y="680"/>
                    <a:pt x="262" y="668"/>
                  </a:cubicBezTo>
                  <a:cubicBezTo>
                    <a:pt x="262" y="657"/>
                    <a:pt x="258" y="646"/>
                    <a:pt x="249" y="638"/>
                  </a:cubicBezTo>
                  <a:cubicBezTo>
                    <a:pt x="95" y="483"/>
                    <a:pt x="95" y="233"/>
                    <a:pt x="249" y="79"/>
                  </a:cubicBezTo>
                  <a:cubicBezTo>
                    <a:pt x="266" y="62"/>
                    <a:pt x="266" y="34"/>
                    <a:pt x="249" y="1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5" name="Freeform 224">
              <a:extLst>
                <a:ext uri="{FF2B5EF4-FFF2-40B4-BE49-F238E27FC236}">
                  <a16:creationId xmlns:a16="http://schemas.microsoft.com/office/drawing/2014/main" id="{DD4033A5-E500-1C4C-07F6-33C00921090F}"/>
                </a:ext>
              </a:extLst>
            </p:cNvPr>
            <p:cNvSpPr>
              <a:spLocks/>
            </p:cNvSpPr>
            <p:nvPr userDrawn="1"/>
          </p:nvSpPr>
          <p:spPr bwMode="auto">
            <a:xfrm>
              <a:off x="10147301" y="1670051"/>
              <a:ext cx="95250" cy="339725"/>
            </a:xfrm>
            <a:custGeom>
              <a:avLst/>
              <a:gdLst>
                <a:gd name="T0" fmla="*/ 250 w 267"/>
                <a:gd name="T1" fmla="*/ 78 h 943"/>
                <a:gd name="T2" fmla="*/ 262 w 267"/>
                <a:gd name="T3" fmla="*/ 47 h 943"/>
                <a:gd name="T4" fmla="*/ 250 w 267"/>
                <a:gd name="T5" fmla="*/ 17 h 943"/>
                <a:gd name="T6" fmla="*/ 188 w 267"/>
                <a:gd name="T7" fmla="*/ 17 h 943"/>
                <a:gd name="T8" fmla="*/ 0 w 267"/>
                <a:gd name="T9" fmla="*/ 471 h 943"/>
                <a:gd name="T10" fmla="*/ 188 w 267"/>
                <a:gd name="T11" fmla="*/ 926 h 943"/>
                <a:gd name="T12" fmla="*/ 250 w 267"/>
                <a:gd name="T13" fmla="*/ 926 h 943"/>
                <a:gd name="T14" fmla="*/ 250 w 267"/>
                <a:gd name="T15" fmla="*/ 864 h 943"/>
                <a:gd name="T16" fmla="*/ 250 w 267"/>
                <a:gd name="T17" fmla="*/ 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943">
                  <a:moveTo>
                    <a:pt x="250" y="78"/>
                  </a:moveTo>
                  <a:cubicBezTo>
                    <a:pt x="258" y="70"/>
                    <a:pt x="262" y="58"/>
                    <a:pt x="262" y="47"/>
                  </a:cubicBezTo>
                  <a:cubicBezTo>
                    <a:pt x="262" y="36"/>
                    <a:pt x="258" y="25"/>
                    <a:pt x="250" y="17"/>
                  </a:cubicBezTo>
                  <a:cubicBezTo>
                    <a:pt x="233" y="0"/>
                    <a:pt x="205" y="0"/>
                    <a:pt x="188" y="17"/>
                  </a:cubicBezTo>
                  <a:cubicBezTo>
                    <a:pt x="67" y="138"/>
                    <a:pt x="0" y="299"/>
                    <a:pt x="0" y="471"/>
                  </a:cubicBezTo>
                  <a:cubicBezTo>
                    <a:pt x="0" y="643"/>
                    <a:pt x="67" y="804"/>
                    <a:pt x="188" y="926"/>
                  </a:cubicBezTo>
                  <a:cubicBezTo>
                    <a:pt x="205" y="943"/>
                    <a:pt x="233" y="943"/>
                    <a:pt x="250" y="926"/>
                  </a:cubicBezTo>
                  <a:cubicBezTo>
                    <a:pt x="267" y="909"/>
                    <a:pt x="267" y="881"/>
                    <a:pt x="250" y="864"/>
                  </a:cubicBezTo>
                  <a:cubicBezTo>
                    <a:pt x="33" y="647"/>
                    <a:pt x="33" y="295"/>
                    <a:pt x="250" y="7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6" name="Oval 225">
              <a:extLst>
                <a:ext uri="{FF2B5EF4-FFF2-40B4-BE49-F238E27FC236}">
                  <a16:creationId xmlns:a16="http://schemas.microsoft.com/office/drawing/2014/main" id="{1D3BE6CE-2B03-8C9D-65D6-9AB9A2574884}"/>
                </a:ext>
              </a:extLst>
            </p:cNvPr>
            <p:cNvSpPr>
              <a:spLocks noChangeArrowheads="1"/>
            </p:cNvSpPr>
            <p:nvPr userDrawn="1"/>
          </p:nvSpPr>
          <p:spPr bwMode="auto">
            <a:xfrm>
              <a:off x="10333038" y="1812926"/>
              <a:ext cx="52388" cy="52388"/>
            </a:xfrm>
            <a:prstGeom prst="ellipse">
              <a:avLst/>
            </a:pr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7" name="Freeform 226">
              <a:extLst>
                <a:ext uri="{FF2B5EF4-FFF2-40B4-BE49-F238E27FC236}">
                  <a16:creationId xmlns:a16="http://schemas.microsoft.com/office/drawing/2014/main" id="{2EFF0E19-4338-1099-4F22-5A21D5A7ACAF}"/>
                </a:ext>
              </a:extLst>
            </p:cNvPr>
            <p:cNvSpPr>
              <a:spLocks/>
            </p:cNvSpPr>
            <p:nvPr userDrawn="1"/>
          </p:nvSpPr>
          <p:spPr bwMode="auto">
            <a:xfrm>
              <a:off x="10391776" y="1752601"/>
              <a:ext cx="73025" cy="174625"/>
            </a:xfrm>
            <a:custGeom>
              <a:avLst/>
              <a:gdLst>
                <a:gd name="T0" fmla="*/ 5 w 203"/>
                <a:gd name="T1" fmla="*/ 48 h 484"/>
                <a:gd name="T2" fmla="*/ 17 w 203"/>
                <a:gd name="T3" fmla="*/ 17 h 484"/>
                <a:gd name="T4" fmla="*/ 79 w 203"/>
                <a:gd name="T5" fmla="*/ 17 h 484"/>
                <a:gd name="T6" fmla="*/ 79 w 203"/>
                <a:gd name="T7" fmla="*/ 467 h 484"/>
                <a:gd name="T8" fmla="*/ 17 w 203"/>
                <a:gd name="T9" fmla="*/ 467 h 484"/>
                <a:gd name="T10" fmla="*/ 17 w 203"/>
                <a:gd name="T11" fmla="*/ 406 h 484"/>
                <a:gd name="T12" fmla="*/ 85 w 203"/>
                <a:gd name="T13" fmla="*/ 242 h 484"/>
                <a:gd name="T14" fmla="*/ 17 w 203"/>
                <a:gd name="T15" fmla="*/ 79 h 484"/>
                <a:gd name="T16" fmla="*/ 5 w 203"/>
                <a:gd name="T17" fmla="*/ 48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484">
                  <a:moveTo>
                    <a:pt x="5" y="48"/>
                  </a:moveTo>
                  <a:cubicBezTo>
                    <a:pt x="5" y="37"/>
                    <a:pt x="9" y="26"/>
                    <a:pt x="17" y="17"/>
                  </a:cubicBezTo>
                  <a:cubicBezTo>
                    <a:pt x="34" y="0"/>
                    <a:pt x="62" y="0"/>
                    <a:pt x="79" y="17"/>
                  </a:cubicBezTo>
                  <a:cubicBezTo>
                    <a:pt x="203" y="141"/>
                    <a:pt x="203" y="343"/>
                    <a:pt x="79" y="467"/>
                  </a:cubicBezTo>
                  <a:cubicBezTo>
                    <a:pt x="62" y="484"/>
                    <a:pt x="34" y="484"/>
                    <a:pt x="17" y="467"/>
                  </a:cubicBezTo>
                  <a:cubicBezTo>
                    <a:pt x="0" y="450"/>
                    <a:pt x="0" y="423"/>
                    <a:pt x="17" y="406"/>
                  </a:cubicBezTo>
                  <a:cubicBezTo>
                    <a:pt x="61" y="362"/>
                    <a:pt x="85" y="304"/>
                    <a:pt x="85" y="242"/>
                  </a:cubicBezTo>
                  <a:cubicBezTo>
                    <a:pt x="85" y="180"/>
                    <a:pt x="61" y="122"/>
                    <a:pt x="17" y="79"/>
                  </a:cubicBezTo>
                  <a:cubicBezTo>
                    <a:pt x="9" y="70"/>
                    <a:pt x="5" y="59"/>
                    <a:pt x="5" y="4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8" name="Freeform 227">
              <a:extLst>
                <a:ext uri="{FF2B5EF4-FFF2-40B4-BE49-F238E27FC236}">
                  <a16:creationId xmlns:a16="http://schemas.microsoft.com/office/drawing/2014/main" id="{50ABC430-3E58-E604-C764-7FFFBD93BB01}"/>
                </a:ext>
              </a:extLst>
            </p:cNvPr>
            <p:cNvSpPr>
              <a:spLocks/>
            </p:cNvSpPr>
            <p:nvPr userDrawn="1"/>
          </p:nvSpPr>
          <p:spPr bwMode="auto">
            <a:xfrm>
              <a:off x="10434638" y="1709738"/>
              <a:ext cx="95250" cy="258763"/>
            </a:xfrm>
            <a:custGeom>
              <a:avLst/>
              <a:gdLst>
                <a:gd name="T0" fmla="*/ 17 w 267"/>
                <a:gd name="T1" fmla="*/ 17 h 716"/>
                <a:gd name="T2" fmla="*/ 79 w 267"/>
                <a:gd name="T3" fmla="*/ 17 h 716"/>
                <a:gd name="T4" fmla="*/ 79 w 267"/>
                <a:gd name="T5" fmla="*/ 699 h 716"/>
                <a:gd name="T6" fmla="*/ 17 w 267"/>
                <a:gd name="T7" fmla="*/ 699 h 716"/>
                <a:gd name="T8" fmla="*/ 5 w 267"/>
                <a:gd name="T9" fmla="*/ 668 h 716"/>
                <a:gd name="T10" fmla="*/ 17 w 267"/>
                <a:gd name="T11" fmla="*/ 638 h 716"/>
                <a:gd name="T12" fmla="*/ 17 w 267"/>
                <a:gd name="T13" fmla="*/ 79 h 716"/>
                <a:gd name="T14" fmla="*/ 17 w 267"/>
                <a:gd name="T15" fmla="*/ 17 h 7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716">
                  <a:moveTo>
                    <a:pt x="17" y="17"/>
                  </a:moveTo>
                  <a:cubicBezTo>
                    <a:pt x="34" y="0"/>
                    <a:pt x="62" y="0"/>
                    <a:pt x="79" y="17"/>
                  </a:cubicBezTo>
                  <a:cubicBezTo>
                    <a:pt x="267" y="205"/>
                    <a:pt x="267" y="511"/>
                    <a:pt x="79" y="699"/>
                  </a:cubicBezTo>
                  <a:cubicBezTo>
                    <a:pt x="62" y="716"/>
                    <a:pt x="34" y="716"/>
                    <a:pt x="17" y="699"/>
                  </a:cubicBezTo>
                  <a:cubicBezTo>
                    <a:pt x="9" y="691"/>
                    <a:pt x="5" y="680"/>
                    <a:pt x="5" y="668"/>
                  </a:cubicBezTo>
                  <a:cubicBezTo>
                    <a:pt x="5" y="657"/>
                    <a:pt x="9" y="646"/>
                    <a:pt x="17" y="638"/>
                  </a:cubicBezTo>
                  <a:cubicBezTo>
                    <a:pt x="172" y="483"/>
                    <a:pt x="172" y="233"/>
                    <a:pt x="17" y="79"/>
                  </a:cubicBezTo>
                  <a:cubicBezTo>
                    <a:pt x="0" y="62"/>
                    <a:pt x="0" y="34"/>
                    <a:pt x="17" y="1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89" name="Freeform 228">
              <a:extLst>
                <a:ext uri="{FF2B5EF4-FFF2-40B4-BE49-F238E27FC236}">
                  <a16:creationId xmlns:a16="http://schemas.microsoft.com/office/drawing/2014/main" id="{C1B64D53-7500-9E2E-4627-A4D647DD7521}"/>
                </a:ext>
              </a:extLst>
            </p:cNvPr>
            <p:cNvSpPr>
              <a:spLocks/>
            </p:cNvSpPr>
            <p:nvPr userDrawn="1"/>
          </p:nvSpPr>
          <p:spPr bwMode="auto">
            <a:xfrm>
              <a:off x="10474326" y="1670051"/>
              <a:ext cx="96838" cy="339725"/>
            </a:xfrm>
            <a:custGeom>
              <a:avLst/>
              <a:gdLst>
                <a:gd name="T0" fmla="*/ 17 w 267"/>
                <a:gd name="T1" fmla="*/ 78 h 943"/>
                <a:gd name="T2" fmla="*/ 4 w 267"/>
                <a:gd name="T3" fmla="*/ 47 h 943"/>
                <a:gd name="T4" fmla="*/ 17 w 267"/>
                <a:gd name="T5" fmla="*/ 17 h 943"/>
                <a:gd name="T6" fmla="*/ 78 w 267"/>
                <a:gd name="T7" fmla="*/ 17 h 943"/>
                <a:gd name="T8" fmla="*/ 267 w 267"/>
                <a:gd name="T9" fmla="*/ 471 h 943"/>
                <a:gd name="T10" fmla="*/ 78 w 267"/>
                <a:gd name="T11" fmla="*/ 926 h 943"/>
                <a:gd name="T12" fmla="*/ 17 w 267"/>
                <a:gd name="T13" fmla="*/ 926 h 943"/>
                <a:gd name="T14" fmla="*/ 17 w 267"/>
                <a:gd name="T15" fmla="*/ 864 h 943"/>
                <a:gd name="T16" fmla="*/ 17 w 267"/>
                <a:gd name="T17" fmla="*/ 78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943">
                  <a:moveTo>
                    <a:pt x="17" y="78"/>
                  </a:moveTo>
                  <a:cubicBezTo>
                    <a:pt x="8" y="70"/>
                    <a:pt x="4" y="58"/>
                    <a:pt x="4" y="47"/>
                  </a:cubicBezTo>
                  <a:cubicBezTo>
                    <a:pt x="4" y="36"/>
                    <a:pt x="8" y="25"/>
                    <a:pt x="17" y="17"/>
                  </a:cubicBezTo>
                  <a:cubicBezTo>
                    <a:pt x="34" y="0"/>
                    <a:pt x="61" y="0"/>
                    <a:pt x="78" y="17"/>
                  </a:cubicBezTo>
                  <a:cubicBezTo>
                    <a:pt x="200" y="138"/>
                    <a:pt x="267" y="299"/>
                    <a:pt x="267" y="471"/>
                  </a:cubicBezTo>
                  <a:cubicBezTo>
                    <a:pt x="267" y="643"/>
                    <a:pt x="200" y="804"/>
                    <a:pt x="78" y="926"/>
                  </a:cubicBezTo>
                  <a:cubicBezTo>
                    <a:pt x="61" y="943"/>
                    <a:pt x="34" y="943"/>
                    <a:pt x="17" y="926"/>
                  </a:cubicBezTo>
                  <a:cubicBezTo>
                    <a:pt x="0" y="909"/>
                    <a:pt x="0" y="881"/>
                    <a:pt x="17" y="864"/>
                  </a:cubicBezTo>
                  <a:cubicBezTo>
                    <a:pt x="234" y="647"/>
                    <a:pt x="234" y="295"/>
                    <a:pt x="17" y="7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290" name="Group 289">
            <a:extLst>
              <a:ext uri="{FF2B5EF4-FFF2-40B4-BE49-F238E27FC236}">
                <a16:creationId xmlns:a16="http://schemas.microsoft.com/office/drawing/2014/main" id="{3FB06418-6935-83C8-5F89-5599457162B9}"/>
              </a:ext>
            </a:extLst>
          </p:cNvPr>
          <p:cNvGrpSpPr/>
          <p:nvPr/>
        </p:nvGrpSpPr>
        <p:grpSpPr>
          <a:xfrm>
            <a:off x="10082213" y="2413001"/>
            <a:ext cx="552451" cy="546100"/>
            <a:chOff x="10082213" y="2413001"/>
            <a:chExt cx="552451" cy="546100"/>
          </a:xfrm>
        </p:grpSpPr>
        <p:sp>
          <p:nvSpPr>
            <p:cNvPr id="291" name="Freeform 229">
              <a:extLst>
                <a:ext uri="{FF2B5EF4-FFF2-40B4-BE49-F238E27FC236}">
                  <a16:creationId xmlns:a16="http://schemas.microsoft.com/office/drawing/2014/main" id="{6565FFA6-C345-D62C-F09A-62EF93AEE4DF}"/>
                </a:ext>
              </a:extLst>
            </p:cNvPr>
            <p:cNvSpPr>
              <a:spLocks/>
            </p:cNvSpPr>
            <p:nvPr userDrawn="1"/>
          </p:nvSpPr>
          <p:spPr bwMode="auto">
            <a:xfrm>
              <a:off x="10082213" y="2476501"/>
              <a:ext cx="315913" cy="482600"/>
            </a:xfrm>
            <a:custGeom>
              <a:avLst/>
              <a:gdLst>
                <a:gd name="T0" fmla="*/ 841 w 873"/>
                <a:gd name="T1" fmla="*/ 1334 h 1334"/>
                <a:gd name="T2" fmla="*/ 32 w 873"/>
                <a:gd name="T3" fmla="*/ 1334 h 1334"/>
                <a:gd name="T4" fmla="*/ 0 w 873"/>
                <a:gd name="T5" fmla="*/ 1303 h 1334"/>
                <a:gd name="T6" fmla="*/ 0 w 873"/>
                <a:gd name="T7" fmla="*/ 31 h 1334"/>
                <a:gd name="T8" fmla="*/ 32 w 873"/>
                <a:gd name="T9" fmla="*/ 0 h 1334"/>
                <a:gd name="T10" fmla="*/ 473 w 873"/>
                <a:gd name="T11" fmla="*/ 0 h 1334"/>
                <a:gd name="T12" fmla="*/ 505 w 873"/>
                <a:gd name="T13" fmla="*/ 31 h 1334"/>
                <a:gd name="T14" fmla="*/ 473 w 873"/>
                <a:gd name="T15" fmla="*/ 63 h 1334"/>
                <a:gd name="T16" fmla="*/ 63 w 873"/>
                <a:gd name="T17" fmla="*/ 63 h 1334"/>
                <a:gd name="T18" fmla="*/ 63 w 873"/>
                <a:gd name="T19" fmla="*/ 1271 h 1334"/>
                <a:gd name="T20" fmla="*/ 809 w 873"/>
                <a:gd name="T21" fmla="*/ 1271 h 1334"/>
                <a:gd name="T22" fmla="*/ 809 w 873"/>
                <a:gd name="T23" fmla="*/ 477 h 1334"/>
                <a:gd name="T24" fmla="*/ 841 w 873"/>
                <a:gd name="T25" fmla="*/ 445 h 1334"/>
                <a:gd name="T26" fmla="*/ 873 w 873"/>
                <a:gd name="T27" fmla="*/ 477 h 1334"/>
                <a:gd name="T28" fmla="*/ 873 w 873"/>
                <a:gd name="T29" fmla="*/ 1303 h 1334"/>
                <a:gd name="T30" fmla="*/ 841 w 873"/>
                <a:gd name="T31" fmla="*/ 1334 h 1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3" h="1334">
                  <a:moveTo>
                    <a:pt x="841" y="1334"/>
                  </a:moveTo>
                  <a:lnTo>
                    <a:pt x="32" y="1334"/>
                  </a:lnTo>
                  <a:cubicBezTo>
                    <a:pt x="14" y="1334"/>
                    <a:pt x="0" y="1320"/>
                    <a:pt x="0" y="1303"/>
                  </a:cubicBezTo>
                  <a:lnTo>
                    <a:pt x="0" y="31"/>
                  </a:lnTo>
                  <a:cubicBezTo>
                    <a:pt x="0" y="14"/>
                    <a:pt x="14" y="0"/>
                    <a:pt x="32" y="0"/>
                  </a:cubicBezTo>
                  <a:lnTo>
                    <a:pt x="473" y="0"/>
                  </a:lnTo>
                  <a:cubicBezTo>
                    <a:pt x="491" y="0"/>
                    <a:pt x="505" y="14"/>
                    <a:pt x="505" y="31"/>
                  </a:cubicBezTo>
                  <a:cubicBezTo>
                    <a:pt x="505" y="49"/>
                    <a:pt x="491" y="63"/>
                    <a:pt x="473" y="63"/>
                  </a:cubicBezTo>
                  <a:lnTo>
                    <a:pt x="63" y="63"/>
                  </a:lnTo>
                  <a:lnTo>
                    <a:pt x="63" y="1271"/>
                  </a:lnTo>
                  <a:lnTo>
                    <a:pt x="809" y="1271"/>
                  </a:lnTo>
                  <a:lnTo>
                    <a:pt x="809" y="477"/>
                  </a:lnTo>
                  <a:cubicBezTo>
                    <a:pt x="809" y="459"/>
                    <a:pt x="824" y="445"/>
                    <a:pt x="841" y="445"/>
                  </a:cubicBezTo>
                  <a:cubicBezTo>
                    <a:pt x="858" y="445"/>
                    <a:pt x="873" y="459"/>
                    <a:pt x="873" y="477"/>
                  </a:cubicBezTo>
                  <a:lnTo>
                    <a:pt x="873" y="1303"/>
                  </a:lnTo>
                  <a:cubicBezTo>
                    <a:pt x="873" y="1320"/>
                    <a:pt x="858" y="1334"/>
                    <a:pt x="841" y="1334"/>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2" name="Freeform 230">
              <a:extLst>
                <a:ext uri="{FF2B5EF4-FFF2-40B4-BE49-F238E27FC236}">
                  <a16:creationId xmlns:a16="http://schemas.microsoft.com/office/drawing/2014/main" id="{1E8EFB79-45B4-CEF8-41B7-1AD274288528}"/>
                </a:ext>
              </a:extLst>
            </p:cNvPr>
            <p:cNvSpPr>
              <a:spLocks/>
            </p:cNvSpPr>
            <p:nvPr userDrawn="1"/>
          </p:nvSpPr>
          <p:spPr bwMode="auto">
            <a:xfrm>
              <a:off x="10088563" y="2868613"/>
              <a:ext cx="117475" cy="22225"/>
            </a:xfrm>
            <a:custGeom>
              <a:avLst/>
              <a:gdLst>
                <a:gd name="T0" fmla="*/ 292 w 324"/>
                <a:gd name="T1" fmla="*/ 63 h 63"/>
                <a:gd name="T2" fmla="*/ 32 w 324"/>
                <a:gd name="T3" fmla="*/ 63 h 63"/>
                <a:gd name="T4" fmla="*/ 0 w 324"/>
                <a:gd name="T5" fmla="*/ 31 h 63"/>
                <a:gd name="T6" fmla="*/ 32 w 324"/>
                <a:gd name="T7" fmla="*/ 0 h 63"/>
                <a:gd name="T8" fmla="*/ 292 w 324"/>
                <a:gd name="T9" fmla="*/ 0 h 63"/>
                <a:gd name="T10" fmla="*/ 324 w 324"/>
                <a:gd name="T11" fmla="*/ 31 h 63"/>
                <a:gd name="T12" fmla="*/ 292 w 324"/>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24" h="63">
                  <a:moveTo>
                    <a:pt x="292" y="63"/>
                  </a:moveTo>
                  <a:lnTo>
                    <a:pt x="32" y="63"/>
                  </a:lnTo>
                  <a:cubicBezTo>
                    <a:pt x="14" y="63"/>
                    <a:pt x="0" y="49"/>
                    <a:pt x="0" y="31"/>
                  </a:cubicBezTo>
                  <a:cubicBezTo>
                    <a:pt x="0" y="14"/>
                    <a:pt x="14" y="0"/>
                    <a:pt x="32" y="0"/>
                  </a:cubicBezTo>
                  <a:lnTo>
                    <a:pt x="292" y="0"/>
                  </a:lnTo>
                  <a:cubicBezTo>
                    <a:pt x="310" y="0"/>
                    <a:pt x="324" y="14"/>
                    <a:pt x="324" y="31"/>
                  </a:cubicBezTo>
                  <a:cubicBezTo>
                    <a:pt x="324" y="49"/>
                    <a:pt x="310" y="63"/>
                    <a:pt x="292" y="6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3" name="Freeform 231">
              <a:extLst>
                <a:ext uri="{FF2B5EF4-FFF2-40B4-BE49-F238E27FC236}">
                  <a16:creationId xmlns:a16="http://schemas.microsoft.com/office/drawing/2014/main" id="{D943C8EB-81EE-3702-0072-9D34ADA378B0}"/>
                </a:ext>
              </a:extLst>
            </p:cNvPr>
            <p:cNvSpPr>
              <a:spLocks/>
            </p:cNvSpPr>
            <p:nvPr userDrawn="1"/>
          </p:nvSpPr>
          <p:spPr bwMode="auto">
            <a:xfrm>
              <a:off x="10274301" y="2868613"/>
              <a:ext cx="117475" cy="22225"/>
            </a:xfrm>
            <a:custGeom>
              <a:avLst/>
              <a:gdLst>
                <a:gd name="T0" fmla="*/ 292 w 323"/>
                <a:gd name="T1" fmla="*/ 63 h 63"/>
                <a:gd name="T2" fmla="*/ 31 w 323"/>
                <a:gd name="T3" fmla="*/ 63 h 63"/>
                <a:gd name="T4" fmla="*/ 0 w 323"/>
                <a:gd name="T5" fmla="*/ 31 h 63"/>
                <a:gd name="T6" fmla="*/ 31 w 323"/>
                <a:gd name="T7" fmla="*/ 0 h 63"/>
                <a:gd name="T8" fmla="*/ 292 w 323"/>
                <a:gd name="T9" fmla="*/ 0 h 63"/>
                <a:gd name="T10" fmla="*/ 323 w 323"/>
                <a:gd name="T11" fmla="*/ 31 h 63"/>
                <a:gd name="T12" fmla="*/ 292 w 323"/>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323" h="63">
                  <a:moveTo>
                    <a:pt x="292" y="63"/>
                  </a:moveTo>
                  <a:lnTo>
                    <a:pt x="31" y="63"/>
                  </a:lnTo>
                  <a:cubicBezTo>
                    <a:pt x="14" y="63"/>
                    <a:pt x="0" y="49"/>
                    <a:pt x="0" y="31"/>
                  </a:cubicBezTo>
                  <a:cubicBezTo>
                    <a:pt x="0" y="14"/>
                    <a:pt x="14" y="0"/>
                    <a:pt x="31" y="0"/>
                  </a:cubicBezTo>
                  <a:lnTo>
                    <a:pt x="292" y="0"/>
                  </a:lnTo>
                  <a:cubicBezTo>
                    <a:pt x="309" y="0"/>
                    <a:pt x="323" y="14"/>
                    <a:pt x="323" y="31"/>
                  </a:cubicBezTo>
                  <a:cubicBezTo>
                    <a:pt x="323" y="49"/>
                    <a:pt x="309" y="63"/>
                    <a:pt x="292" y="6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4" name="Freeform 232">
              <a:extLst>
                <a:ext uri="{FF2B5EF4-FFF2-40B4-BE49-F238E27FC236}">
                  <a16:creationId xmlns:a16="http://schemas.microsoft.com/office/drawing/2014/main" id="{03473ECC-AA2C-100B-3A91-CB5E634B3FCE}"/>
                </a:ext>
              </a:extLst>
            </p:cNvPr>
            <p:cNvSpPr>
              <a:spLocks/>
            </p:cNvSpPr>
            <p:nvPr userDrawn="1"/>
          </p:nvSpPr>
          <p:spPr bwMode="auto">
            <a:xfrm>
              <a:off x="10088563" y="2525713"/>
              <a:ext cx="177800" cy="22225"/>
            </a:xfrm>
            <a:custGeom>
              <a:avLst/>
              <a:gdLst>
                <a:gd name="T0" fmla="*/ 461 w 493"/>
                <a:gd name="T1" fmla="*/ 63 h 63"/>
                <a:gd name="T2" fmla="*/ 31 w 493"/>
                <a:gd name="T3" fmla="*/ 63 h 63"/>
                <a:gd name="T4" fmla="*/ 0 w 493"/>
                <a:gd name="T5" fmla="*/ 32 h 63"/>
                <a:gd name="T6" fmla="*/ 31 w 493"/>
                <a:gd name="T7" fmla="*/ 0 h 63"/>
                <a:gd name="T8" fmla="*/ 461 w 493"/>
                <a:gd name="T9" fmla="*/ 0 h 63"/>
                <a:gd name="T10" fmla="*/ 493 w 493"/>
                <a:gd name="T11" fmla="*/ 32 h 63"/>
                <a:gd name="T12" fmla="*/ 461 w 493"/>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493" h="63">
                  <a:moveTo>
                    <a:pt x="461" y="63"/>
                  </a:moveTo>
                  <a:lnTo>
                    <a:pt x="31" y="63"/>
                  </a:lnTo>
                  <a:cubicBezTo>
                    <a:pt x="14" y="63"/>
                    <a:pt x="0" y="49"/>
                    <a:pt x="0" y="32"/>
                  </a:cubicBezTo>
                  <a:cubicBezTo>
                    <a:pt x="0" y="14"/>
                    <a:pt x="14" y="0"/>
                    <a:pt x="31" y="0"/>
                  </a:cubicBezTo>
                  <a:lnTo>
                    <a:pt x="461" y="0"/>
                  </a:lnTo>
                  <a:cubicBezTo>
                    <a:pt x="479" y="0"/>
                    <a:pt x="493" y="14"/>
                    <a:pt x="493" y="32"/>
                  </a:cubicBezTo>
                  <a:cubicBezTo>
                    <a:pt x="493" y="49"/>
                    <a:pt x="479" y="63"/>
                    <a:pt x="461" y="6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5" name="Oval 233">
              <a:extLst>
                <a:ext uri="{FF2B5EF4-FFF2-40B4-BE49-F238E27FC236}">
                  <a16:creationId xmlns:a16="http://schemas.microsoft.com/office/drawing/2014/main" id="{FAA31128-73BA-6ABD-F26A-190DF3FEF90F}"/>
                </a:ext>
              </a:extLst>
            </p:cNvPr>
            <p:cNvSpPr>
              <a:spLocks noChangeArrowheads="1"/>
            </p:cNvSpPr>
            <p:nvPr userDrawn="1"/>
          </p:nvSpPr>
          <p:spPr bwMode="auto">
            <a:xfrm>
              <a:off x="10220326" y="2860676"/>
              <a:ext cx="39688" cy="38100"/>
            </a:xfrm>
            <a:prstGeom prst="ellipse">
              <a:avLst/>
            </a:pr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6" name="Freeform 234">
              <a:extLst>
                <a:ext uri="{FF2B5EF4-FFF2-40B4-BE49-F238E27FC236}">
                  <a16:creationId xmlns:a16="http://schemas.microsoft.com/office/drawing/2014/main" id="{45DA6A35-B098-27B9-DF2C-2D8C511A6C3B}"/>
                </a:ext>
              </a:extLst>
            </p:cNvPr>
            <p:cNvSpPr>
              <a:spLocks noEditPoints="1"/>
            </p:cNvSpPr>
            <p:nvPr userDrawn="1"/>
          </p:nvSpPr>
          <p:spPr bwMode="auto">
            <a:xfrm>
              <a:off x="10245726" y="2413001"/>
              <a:ext cx="388938" cy="311150"/>
            </a:xfrm>
            <a:custGeom>
              <a:avLst/>
              <a:gdLst>
                <a:gd name="T0" fmla="*/ 79 w 1079"/>
                <a:gd name="T1" fmla="*/ 63 h 861"/>
                <a:gd name="T2" fmla="*/ 63 w 1079"/>
                <a:gd name="T3" fmla="*/ 78 h 861"/>
                <a:gd name="T4" fmla="*/ 63 w 1079"/>
                <a:gd name="T5" fmla="*/ 606 h 861"/>
                <a:gd name="T6" fmla="*/ 79 w 1079"/>
                <a:gd name="T7" fmla="*/ 622 h 861"/>
                <a:gd name="T8" fmla="*/ 167 w 1079"/>
                <a:gd name="T9" fmla="*/ 622 h 861"/>
                <a:gd name="T10" fmla="*/ 199 w 1079"/>
                <a:gd name="T11" fmla="*/ 653 h 861"/>
                <a:gd name="T12" fmla="*/ 199 w 1079"/>
                <a:gd name="T13" fmla="*/ 764 h 861"/>
                <a:gd name="T14" fmla="*/ 370 w 1079"/>
                <a:gd name="T15" fmla="*/ 628 h 861"/>
                <a:gd name="T16" fmla="*/ 390 w 1079"/>
                <a:gd name="T17" fmla="*/ 622 h 861"/>
                <a:gd name="T18" fmla="*/ 1001 w 1079"/>
                <a:gd name="T19" fmla="*/ 622 h 861"/>
                <a:gd name="T20" fmla="*/ 1016 w 1079"/>
                <a:gd name="T21" fmla="*/ 606 h 861"/>
                <a:gd name="T22" fmla="*/ 1016 w 1079"/>
                <a:gd name="T23" fmla="*/ 78 h 861"/>
                <a:gd name="T24" fmla="*/ 1001 w 1079"/>
                <a:gd name="T25" fmla="*/ 63 h 861"/>
                <a:gd name="T26" fmla="*/ 79 w 1079"/>
                <a:gd name="T27" fmla="*/ 63 h 861"/>
                <a:gd name="T28" fmla="*/ 167 w 1079"/>
                <a:gd name="T29" fmla="*/ 861 h 861"/>
                <a:gd name="T30" fmla="*/ 154 w 1079"/>
                <a:gd name="T31" fmla="*/ 857 h 861"/>
                <a:gd name="T32" fmla="*/ 136 w 1079"/>
                <a:gd name="T33" fmla="*/ 829 h 861"/>
                <a:gd name="T34" fmla="*/ 136 w 1079"/>
                <a:gd name="T35" fmla="*/ 685 h 861"/>
                <a:gd name="T36" fmla="*/ 79 w 1079"/>
                <a:gd name="T37" fmla="*/ 685 h 861"/>
                <a:gd name="T38" fmla="*/ 0 w 1079"/>
                <a:gd name="T39" fmla="*/ 606 h 861"/>
                <a:gd name="T40" fmla="*/ 0 w 1079"/>
                <a:gd name="T41" fmla="*/ 78 h 861"/>
                <a:gd name="T42" fmla="*/ 79 w 1079"/>
                <a:gd name="T43" fmla="*/ 0 h 861"/>
                <a:gd name="T44" fmla="*/ 1001 w 1079"/>
                <a:gd name="T45" fmla="*/ 0 h 861"/>
                <a:gd name="T46" fmla="*/ 1079 w 1079"/>
                <a:gd name="T47" fmla="*/ 78 h 861"/>
                <a:gd name="T48" fmla="*/ 1079 w 1079"/>
                <a:gd name="T49" fmla="*/ 606 h 861"/>
                <a:gd name="T50" fmla="*/ 1001 w 1079"/>
                <a:gd name="T51" fmla="*/ 685 h 861"/>
                <a:gd name="T52" fmla="*/ 401 w 1079"/>
                <a:gd name="T53" fmla="*/ 685 h 861"/>
                <a:gd name="T54" fmla="*/ 187 w 1079"/>
                <a:gd name="T55" fmla="*/ 854 h 861"/>
                <a:gd name="T56" fmla="*/ 167 w 1079"/>
                <a:gd name="T57" fmla="*/ 861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9" h="861">
                  <a:moveTo>
                    <a:pt x="79" y="63"/>
                  </a:moveTo>
                  <a:cubicBezTo>
                    <a:pt x="70" y="63"/>
                    <a:pt x="63" y="69"/>
                    <a:pt x="63" y="78"/>
                  </a:cubicBezTo>
                  <a:lnTo>
                    <a:pt x="63" y="606"/>
                  </a:lnTo>
                  <a:cubicBezTo>
                    <a:pt x="63" y="615"/>
                    <a:pt x="70" y="622"/>
                    <a:pt x="79" y="622"/>
                  </a:cubicBezTo>
                  <a:lnTo>
                    <a:pt x="167" y="622"/>
                  </a:lnTo>
                  <a:cubicBezTo>
                    <a:pt x="185" y="622"/>
                    <a:pt x="199" y="636"/>
                    <a:pt x="199" y="653"/>
                  </a:cubicBezTo>
                  <a:lnTo>
                    <a:pt x="199" y="764"/>
                  </a:lnTo>
                  <a:lnTo>
                    <a:pt x="370" y="628"/>
                  </a:lnTo>
                  <a:cubicBezTo>
                    <a:pt x="376" y="624"/>
                    <a:pt x="383" y="622"/>
                    <a:pt x="390" y="622"/>
                  </a:cubicBezTo>
                  <a:lnTo>
                    <a:pt x="1001" y="622"/>
                  </a:lnTo>
                  <a:cubicBezTo>
                    <a:pt x="1009" y="622"/>
                    <a:pt x="1016" y="615"/>
                    <a:pt x="1016" y="606"/>
                  </a:cubicBezTo>
                  <a:lnTo>
                    <a:pt x="1016" y="78"/>
                  </a:lnTo>
                  <a:cubicBezTo>
                    <a:pt x="1016" y="69"/>
                    <a:pt x="1010" y="63"/>
                    <a:pt x="1001" y="63"/>
                  </a:cubicBezTo>
                  <a:lnTo>
                    <a:pt x="79" y="63"/>
                  </a:lnTo>
                  <a:close/>
                  <a:moveTo>
                    <a:pt x="167" y="861"/>
                  </a:moveTo>
                  <a:cubicBezTo>
                    <a:pt x="163" y="861"/>
                    <a:pt x="158" y="860"/>
                    <a:pt x="154" y="857"/>
                  </a:cubicBezTo>
                  <a:cubicBezTo>
                    <a:pt x="143" y="852"/>
                    <a:pt x="136" y="841"/>
                    <a:pt x="136" y="829"/>
                  </a:cubicBezTo>
                  <a:lnTo>
                    <a:pt x="136" y="685"/>
                  </a:lnTo>
                  <a:lnTo>
                    <a:pt x="79" y="685"/>
                  </a:lnTo>
                  <a:cubicBezTo>
                    <a:pt x="35" y="685"/>
                    <a:pt x="0" y="649"/>
                    <a:pt x="0" y="606"/>
                  </a:cubicBezTo>
                  <a:lnTo>
                    <a:pt x="0" y="78"/>
                  </a:lnTo>
                  <a:cubicBezTo>
                    <a:pt x="0" y="35"/>
                    <a:pt x="35" y="0"/>
                    <a:pt x="79" y="0"/>
                  </a:cubicBezTo>
                  <a:lnTo>
                    <a:pt x="1001" y="0"/>
                  </a:lnTo>
                  <a:cubicBezTo>
                    <a:pt x="1044" y="0"/>
                    <a:pt x="1079" y="35"/>
                    <a:pt x="1079" y="78"/>
                  </a:cubicBezTo>
                  <a:lnTo>
                    <a:pt x="1079" y="606"/>
                  </a:lnTo>
                  <a:cubicBezTo>
                    <a:pt x="1079" y="649"/>
                    <a:pt x="1044" y="685"/>
                    <a:pt x="1001" y="685"/>
                  </a:cubicBezTo>
                  <a:lnTo>
                    <a:pt x="401" y="685"/>
                  </a:lnTo>
                  <a:lnTo>
                    <a:pt x="187" y="854"/>
                  </a:lnTo>
                  <a:cubicBezTo>
                    <a:pt x="181" y="858"/>
                    <a:pt x="174" y="861"/>
                    <a:pt x="167" y="861"/>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7" name="Freeform 235">
              <a:extLst>
                <a:ext uri="{FF2B5EF4-FFF2-40B4-BE49-F238E27FC236}">
                  <a16:creationId xmlns:a16="http://schemas.microsoft.com/office/drawing/2014/main" id="{FBC95075-5984-4764-069E-07C67E42F1D7}"/>
                </a:ext>
              </a:extLst>
            </p:cNvPr>
            <p:cNvSpPr>
              <a:spLocks/>
            </p:cNvSpPr>
            <p:nvPr userDrawn="1"/>
          </p:nvSpPr>
          <p:spPr bwMode="auto">
            <a:xfrm>
              <a:off x="10307638" y="2476501"/>
              <a:ext cx="254000" cy="23813"/>
            </a:xfrm>
            <a:custGeom>
              <a:avLst/>
              <a:gdLst>
                <a:gd name="T0" fmla="*/ 673 w 705"/>
                <a:gd name="T1" fmla="*/ 64 h 64"/>
                <a:gd name="T2" fmla="*/ 32 w 705"/>
                <a:gd name="T3" fmla="*/ 64 h 64"/>
                <a:gd name="T4" fmla="*/ 0 w 705"/>
                <a:gd name="T5" fmla="*/ 32 h 64"/>
                <a:gd name="T6" fmla="*/ 32 w 705"/>
                <a:gd name="T7" fmla="*/ 0 h 64"/>
                <a:gd name="T8" fmla="*/ 673 w 705"/>
                <a:gd name="T9" fmla="*/ 0 h 64"/>
                <a:gd name="T10" fmla="*/ 705 w 705"/>
                <a:gd name="T11" fmla="*/ 32 h 64"/>
                <a:gd name="T12" fmla="*/ 673 w 705"/>
                <a:gd name="T13" fmla="*/ 64 h 64"/>
              </a:gdLst>
              <a:ahLst/>
              <a:cxnLst>
                <a:cxn ang="0">
                  <a:pos x="T0" y="T1"/>
                </a:cxn>
                <a:cxn ang="0">
                  <a:pos x="T2" y="T3"/>
                </a:cxn>
                <a:cxn ang="0">
                  <a:pos x="T4" y="T5"/>
                </a:cxn>
                <a:cxn ang="0">
                  <a:pos x="T6" y="T7"/>
                </a:cxn>
                <a:cxn ang="0">
                  <a:pos x="T8" y="T9"/>
                </a:cxn>
                <a:cxn ang="0">
                  <a:pos x="T10" y="T11"/>
                </a:cxn>
                <a:cxn ang="0">
                  <a:pos x="T12" y="T13"/>
                </a:cxn>
              </a:cxnLst>
              <a:rect l="0" t="0" r="r" b="b"/>
              <a:pathLst>
                <a:path w="705" h="64">
                  <a:moveTo>
                    <a:pt x="673" y="64"/>
                  </a:moveTo>
                  <a:lnTo>
                    <a:pt x="32" y="64"/>
                  </a:lnTo>
                  <a:cubicBezTo>
                    <a:pt x="15" y="64"/>
                    <a:pt x="0" y="49"/>
                    <a:pt x="0" y="32"/>
                  </a:cubicBezTo>
                  <a:cubicBezTo>
                    <a:pt x="0" y="15"/>
                    <a:pt x="15" y="0"/>
                    <a:pt x="32" y="0"/>
                  </a:cubicBezTo>
                  <a:lnTo>
                    <a:pt x="673" y="0"/>
                  </a:lnTo>
                  <a:cubicBezTo>
                    <a:pt x="691" y="0"/>
                    <a:pt x="705" y="15"/>
                    <a:pt x="705" y="32"/>
                  </a:cubicBezTo>
                  <a:cubicBezTo>
                    <a:pt x="705" y="49"/>
                    <a:pt x="691" y="64"/>
                    <a:pt x="673" y="64"/>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8" name="Freeform 236">
              <a:extLst>
                <a:ext uri="{FF2B5EF4-FFF2-40B4-BE49-F238E27FC236}">
                  <a16:creationId xmlns:a16="http://schemas.microsoft.com/office/drawing/2014/main" id="{F4A3A147-59F9-4FA3-A940-A1AC77D8BE96}"/>
                </a:ext>
              </a:extLst>
            </p:cNvPr>
            <p:cNvSpPr>
              <a:spLocks/>
            </p:cNvSpPr>
            <p:nvPr userDrawn="1"/>
          </p:nvSpPr>
          <p:spPr bwMode="auto">
            <a:xfrm>
              <a:off x="10307638" y="2525713"/>
              <a:ext cx="254000" cy="22225"/>
            </a:xfrm>
            <a:custGeom>
              <a:avLst/>
              <a:gdLst>
                <a:gd name="T0" fmla="*/ 673 w 705"/>
                <a:gd name="T1" fmla="*/ 63 h 63"/>
                <a:gd name="T2" fmla="*/ 32 w 705"/>
                <a:gd name="T3" fmla="*/ 63 h 63"/>
                <a:gd name="T4" fmla="*/ 0 w 705"/>
                <a:gd name="T5" fmla="*/ 32 h 63"/>
                <a:gd name="T6" fmla="*/ 32 w 705"/>
                <a:gd name="T7" fmla="*/ 0 h 63"/>
                <a:gd name="T8" fmla="*/ 673 w 705"/>
                <a:gd name="T9" fmla="*/ 0 h 63"/>
                <a:gd name="T10" fmla="*/ 705 w 705"/>
                <a:gd name="T11" fmla="*/ 32 h 63"/>
                <a:gd name="T12" fmla="*/ 673 w 705"/>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705" h="63">
                  <a:moveTo>
                    <a:pt x="673" y="63"/>
                  </a:moveTo>
                  <a:lnTo>
                    <a:pt x="32" y="63"/>
                  </a:lnTo>
                  <a:cubicBezTo>
                    <a:pt x="15" y="63"/>
                    <a:pt x="0" y="49"/>
                    <a:pt x="0" y="32"/>
                  </a:cubicBezTo>
                  <a:cubicBezTo>
                    <a:pt x="0" y="14"/>
                    <a:pt x="15" y="0"/>
                    <a:pt x="32" y="0"/>
                  </a:cubicBezTo>
                  <a:lnTo>
                    <a:pt x="673" y="0"/>
                  </a:lnTo>
                  <a:cubicBezTo>
                    <a:pt x="691" y="0"/>
                    <a:pt x="705" y="14"/>
                    <a:pt x="705" y="32"/>
                  </a:cubicBezTo>
                  <a:cubicBezTo>
                    <a:pt x="705" y="49"/>
                    <a:pt x="691" y="63"/>
                    <a:pt x="673" y="6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299" name="Freeform 237">
              <a:extLst>
                <a:ext uri="{FF2B5EF4-FFF2-40B4-BE49-F238E27FC236}">
                  <a16:creationId xmlns:a16="http://schemas.microsoft.com/office/drawing/2014/main" id="{C5574B55-FE66-09C7-69DD-F140A82016D1}"/>
                </a:ext>
              </a:extLst>
            </p:cNvPr>
            <p:cNvSpPr>
              <a:spLocks/>
            </p:cNvSpPr>
            <p:nvPr userDrawn="1"/>
          </p:nvSpPr>
          <p:spPr bwMode="auto">
            <a:xfrm>
              <a:off x="10307638" y="2574926"/>
              <a:ext cx="254000" cy="23813"/>
            </a:xfrm>
            <a:custGeom>
              <a:avLst/>
              <a:gdLst>
                <a:gd name="T0" fmla="*/ 673 w 705"/>
                <a:gd name="T1" fmla="*/ 63 h 63"/>
                <a:gd name="T2" fmla="*/ 32 w 705"/>
                <a:gd name="T3" fmla="*/ 63 h 63"/>
                <a:gd name="T4" fmla="*/ 0 w 705"/>
                <a:gd name="T5" fmla="*/ 31 h 63"/>
                <a:gd name="T6" fmla="*/ 32 w 705"/>
                <a:gd name="T7" fmla="*/ 0 h 63"/>
                <a:gd name="T8" fmla="*/ 673 w 705"/>
                <a:gd name="T9" fmla="*/ 0 h 63"/>
                <a:gd name="T10" fmla="*/ 705 w 705"/>
                <a:gd name="T11" fmla="*/ 31 h 63"/>
                <a:gd name="T12" fmla="*/ 673 w 705"/>
                <a:gd name="T13" fmla="*/ 63 h 63"/>
              </a:gdLst>
              <a:ahLst/>
              <a:cxnLst>
                <a:cxn ang="0">
                  <a:pos x="T0" y="T1"/>
                </a:cxn>
                <a:cxn ang="0">
                  <a:pos x="T2" y="T3"/>
                </a:cxn>
                <a:cxn ang="0">
                  <a:pos x="T4" y="T5"/>
                </a:cxn>
                <a:cxn ang="0">
                  <a:pos x="T6" y="T7"/>
                </a:cxn>
                <a:cxn ang="0">
                  <a:pos x="T8" y="T9"/>
                </a:cxn>
                <a:cxn ang="0">
                  <a:pos x="T10" y="T11"/>
                </a:cxn>
                <a:cxn ang="0">
                  <a:pos x="T12" y="T13"/>
                </a:cxn>
              </a:cxnLst>
              <a:rect l="0" t="0" r="r" b="b"/>
              <a:pathLst>
                <a:path w="705" h="63">
                  <a:moveTo>
                    <a:pt x="673" y="63"/>
                  </a:moveTo>
                  <a:lnTo>
                    <a:pt x="32" y="63"/>
                  </a:lnTo>
                  <a:cubicBezTo>
                    <a:pt x="15" y="63"/>
                    <a:pt x="0" y="49"/>
                    <a:pt x="0" y="31"/>
                  </a:cubicBezTo>
                  <a:cubicBezTo>
                    <a:pt x="0" y="14"/>
                    <a:pt x="15" y="0"/>
                    <a:pt x="32" y="0"/>
                  </a:cubicBezTo>
                  <a:lnTo>
                    <a:pt x="673" y="0"/>
                  </a:lnTo>
                  <a:cubicBezTo>
                    <a:pt x="691" y="0"/>
                    <a:pt x="705" y="14"/>
                    <a:pt x="705" y="31"/>
                  </a:cubicBezTo>
                  <a:cubicBezTo>
                    <a:pt x="705" y="49"/>
                    <a:pt x="691" y="63"/>
                    <a:pt x="673" y="63"/>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00" name="Group 299">
            <a:extLst>
              <a:ext uri="{FF2B5EF4-FFF2-40B4-BE49-F238E27FC236}">
                <a16:creationId xmlns:a16="http://schemas.microsoft.com/office/drawing/2014/main" id="{639B39F6-0A7F-BBF2-BD54-885D71AC5A4B}"/>
              </a:ext>
            </a:extLst>
          </p:cNvPr>
          <p:cNvGrpSpPr/>
          <p:nvPr/>
        </p:nvGrpSpPr>
        <p:grpSpPr>
          <a:xfrm>
            <a:off x="8189913" y="4773613"/>
            <a:ext cx="541338" cy="542925"/>
            <a:chOff x="8189913" y="4773613"/>
            <a:chExt cx="541338" cy="542925"/>
          </a:xfrm>
          <a:solidFill>
            <a:srgbClr val="EC0000"/>
          </a:solidFill>
        </p:grpSpPr>
        <p:sp>
          <p:nvSpPr>
            <p:cNvPr id="301" name="Freeform 238">
              <a:extLst>
                <a:ext uri="{FF2B5EF4-FFF2-40B4-BE49-F238E27FC236}">
                  <a16:creationId xmlns:a16="http://schemas.microsoft.com/office/drawing/2014/main" id="{7138D094-867B-E298-589C-14CD36B89EFD}"/>
                </a:ext>
              </a:extLst>
            </p:cNvPr>
            <p:cNvSpPr>
              <a:spLocks noEditPoints="1"/>
            </p:cNvSpPr>
            <p:nvPr userDrawn="1"/>
          </p:nvSpPr>
          <p:spPr bwMode="auto">
            <a:xfrm>
              <a:off x="8189913" y="4773613"/>
              <a:ext cx="541338" cy="542925"/>
            </a:xfrm>
            <a:custGeom>
              <a:avLst/>
              <a:gdLst>
                <a:gd name="T0" fmla="*/ 751 w 1503"/>
                <a:gd name="T1" fmla="*/ 66 h 1503"/>
                <a:gd name="T2" fmla="*/ 66 w 1503"/>
                <a:gd name="T3" fmla="*/ 752 h 1503"/>
                <a:gd name="T4" fmla="*/ 751 w 1503"/>
                <a:gd name="T5" fmla="*/ 1437 h 1503"/>
                <a:gd name="T6" fmla="*/ 1437 w 1503"/>
                <a:gd name="T7" fmla="*/ 752 h 1503"/>
                <a:gd name="T8" fmla="*/ 751 w 1503"/>
                <a:gd name="T9" fmla="*/ 66 h 1503"/>
                <a:gd name="T10" fmla="*/ 751 w 1503"/>
                <a:gd name="T11" fmla="*/ 1503 h 1503"/>
                <a:gd name="T12" fmla="*/ 0 w 1503"/>
                <a:gd name="T13" fmla="*/ 752 h 1503"/>
                <a:gd name="T14" fmla="*/ 751 w 1503"/>
                <a:gd name="T15" fmla="*/ 0 h 1503"/>
                <a:gd name="T16" fmla="*/ 1503 w 1503"/>
                <a:gd name="T17" fmla="*/ 752 h 1503"/>
                <a:gd name="T18" fmla="*/ 751 w 1503"/>
                <a:gd name="T19" fmla="*/ 1503 h 1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3" h="1503">
                  <a:moveTo>
                    <a:pt x="751" y="66"/>
                  </a:moveTo>
                  <a:cubicBezTo>
                    <a:pt x="373" y="66"/>
                    <a:pt x="66" y="374"/>
                    <a:pt x="66" y="752"/>
                  </a:cubicBezTo>
                  <a:cubicBezTo>
                    <a:pt x="66" y="1130"/>
                    <a:pt x="373" y="1437"/>
                    <a:pt x="751" y="1437"/>
                  </a:cubicBezTo>
                  <a:cubicBezTo>
                    <a:pt x="1129" y="1437"/>
                    <a:pt x="1437" y="1130"/>
                    <a:pt x="1437" y="752"/>
                  </a:cubicBezTo>
                  <a:cubicBezTo>
                    <a:pt x="1437" y="374"/>
                    <a:pt x="1129" y="66"/>
                    <a:pt x="751" y="66"/>
                  </a:cubicBezTo>
                  <a:close/>
                  <a:moveTo>
                    <a:pt x="751" y="1503"/>
                  </a:moveTo>
                  <a:cubicBezTo>
                    <a:pt x="337" y="1503"/>
                    <a:pt x="0" y="1166"/>
                    <a:pt x="0" y="752"/>
                  </a:cubicBezTo>
                  <a:cubicBezTo>
                    <a:pt x="0" y="337"/>
                    <a:pt x="337" y="0"/>
                    <a:pt x="751" y="0"/>
                  </a:cubicBezTo>
                  <a:cubicBezTo>
                    <a:pt x="1166" y="0"/>
                    <a:pt x="1503" y="337"/>
                    <a:pt x="1503" y="752"/>
                  </a:cubicBezTo>
                  <a:cubicBezTo>
                    <a:pt x="1503" y="1166"/>
                    <a:pt x="1166" y="1503"/>
                    <a:pt x="751" y="15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02" name="Freeform 239">
              <a:extLst>
                <a:ext uri="{FF2B5EF4-FFF2-40B4-BE49-F238E27FC236}">
                  <a16:creationId xmlns:a16="http://schemas.microsoft.com/office/drawing/2014/main" id="{D5CBC263-451D-A89A-3528-B4E91E434064}"/>
                </a:ext>
              </a:extLst>
            </p:cNvPr>
            <p:cNvSpPr>
              <a:spLocks noEditPoints="1"/>
            </p:cNvSpPr>
            <p:nvPr userDrawn="1"/>
          </p:nvSpPr>
          <p:spPr bwMode="auto">
            <a:xfrm>
              <a:off x="8297863" y="4773613"/>
              <a:ext cx="325438" cy="542925"/>
            </a:xfrm>
            <a:custGeom>
              <a:avLst/>
              <a:gdLst>
                <a:gd name="T0" fmla="*/ 449 w 898"/>
                <a:gd name="T1" fmla="*/ 66 h 1503"/>
                <a:gd name="T2" fmla="*/ 67 w 898"/>
                <a:gd name="T3" fmla="*/ 752 h 1503"/>
                <a:gd name="T4" fmla="*/ 449 w 898"/>
                <a:gd name="T5" fmla="*/ 1437 h 1503"/>
                <a:gd name="T6" fmla="*/ 832 w 898"/>
                <a:gd name="T7" fmla="*/ 752 h 1503"/>
                <a:gd name="T8" fmla="*/ 449 w 898"/>
                <a:gd name="T9" fmla="*/ 66 h 1503"/>
                <a:gd name="T10" fmla="*/ 449 w 898"/>
                <a:gd name="T11" fmla="*/ 1503 h 1503"/>
                <a:gd name="T12" fmla="*/ 0 w 898"/>
                <a:gd name="T13" fmla="*/ 752 h 1503"/>
                <a:gd name="T14" fmla="*/ 449 w 898"/>
                <a:gd name="T15" fmla="*/ 0 h 1503"/>
                <a:gd name="T16" fmla="*/ 898 w 898"/>
                <a:gd name="T17" fmla="*/ 752 h 1503"/>
                <a:gd name="T18" fmla="*/ 449 w 898"/>
                <a:gd name="T19" fmla="*/ 1503 h 1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1503">
                  <a:moveTo>
                    <a:pt x="449" y="66"/>
                  </a:moveTo>
                  <a:cubicBezTo>
                    <a:pt x="238" y="66"/>
                    <a:pt x="67" y="374"/>
                    <a:pt x="67" y="752"/>
                  </a:cubicBezTo>
                  <a:cubicBezTo>
                    <a:pt x="67" y="1130"/>
                    <a:pt x="238" y="1437"/>
                    <a:pt x="449" y="1437"/>
                  </a:cubicBezTo>
                  <a:cubicBezTo>
                    <a:pt x="660" y="1437"/>
                    <a:pt x="832" y="1130"/>
                    <a:pt x="832" y="752"/>
                  </a:cubicBezTo>
                  <a:cubicBezTo>
                    <a:pt x="832" y="374"/>
                    <a:pt x="660" y="66"/>
                    <a:pt x="449" y="66"/>
                  </a:cubicBezTo>
                  <a:close/>
                  <a:moveTo>
                    <a:pt x="449" y="1503"/>
                  </a:moveTo>
                  <a:cubicBezTo>
                    <a:pt x="202" y="1503"/>
                    <a:pt x="0" y="1166"/>
                    <a:pt x="0" y="752"/>
                  </a:cubicBezTo>
                  <a:cubicBezTo>
                    <a:pt x="0" y="337"/>
                    <a:pt x="202" y="0"/>
                    <a:pt x="449" y="0"/>
                  </a:cubicBezTo>
                  <a:cubicBezTo>
                    <a:pt x="697" y="0"/>
                    <a:pt x="898" y="337"/>
                    <a:pt x="898" y="752"/>
                  </a:cubicBezTo>
                  <a:cubicBezTo>
                    <a:pt x="898" y="1166"/>
                    <a:pt x="697" y="1503"/>
                    <a:pt x="449" y="15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03" name="Freeform 240">
              <a:extLst>
                <a:ext uri="{FF2B5EF4-FFF2-40B4-BE49-F238E27FC236}">
                  <a16:creationId xmlns:a16="http://schemas.microsoft.com/office/drawing/2014/main" id="{91C7AC2A-36FE-260D-A4E6-3B3C327BE525}"/>
                </a:ext>
              </a:extLst>
            </p:cNvPr>
            <p:cNvSpPr>
              <a:spLocks noEditPoints="1"/>
            </p:cNvSpPr>
            <p:nvPr userDrawn="1"/>
          </p:nvSpPr>
          <p:spPr bwMode="auto">
            <a:xfrm>
              <a:off x="8448676" y="4773613"/>
              <a:ext cx="282575" cy="542925"/>
            </a:xfrm>
            <a:custGeom>
              <a:avLst/>
              <a:gdLst>
                <a:gd name="T0" fmla="*/ 66 w 785"/>
                <a:gd name="T1" fmla="*/ 67 h 1503"/>
                <a:gd name="T2" fmla="*/ 66 w 785"/>
                <a:gd name="T3" fmla="*/ 1436 h 1503"/>
                <a:gd name="T4" fmla="*/ 719 w 785"/>
                <a:gd name="T5" fmla="*/ 752 h 1503"/>
                <a:gd name="T6" fmla="*/ 66 w 785"/>
                <a:gd name="T7" fmla="*/ 67 h 1503"/>
                <a:gd name="T8" fmla="*/ 33 w 785"/>
                <a:gd name="T9" fmla="*/ 1503 h 1503"/>
                <a:gd name="T10" fmla="*/ 0 w 785"/>
                <a:gd name="T11" fmla="*/ 1470 h 1503"/>
                <a:gd name="T12" fmla="*/ 0 w 785"/>
                <a:gd name="T13" fmla="*/ 33 h 1503"/>
                <a:gd name="T14" fmla="*/ 33 w 785"/>
                <a:gd name="T15" fmla="*/ 0 h 1503"/>
                <a:gd name="T16" fmla="*/ 785 w 785"/>
                <a:gd name="T17" fmla="*/ 752 h 1503"/>
                <a:gd name="T18" fmla="*/ 33 w 785"/>
                <a:gd name="T19" fmla="*/ 1503 h 1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5" h="1503">
                  <a:moveTo>
                    <a:pt x="66" y="67"/>
                  </a:moveTo>
                  <a:lnTo>
                    <a:pt x="66" y="1436"/>
                  </a:lnTo>
                  <a:cubicBezTo>
                    <a:pt x="429" y="1419"/>
                    <a:pt x="719" y="1119"/>
                    <a:pt x="719" y="752"/>
                  </a:cubicBezTo>
                  <a:cubicBezTo>
                    <a:pt x="719" y="385"/>
                    <a:pt x="429" y="84"/>
                    <a:pt x="66" y="67"/>
                  </a:cubicBezTo>
                  <a:close/>
                  <a:moveTo>
                    <a:pt x="33" y="1503"/>
                  </a:moveTo>
                  <a:cubicBezTo>
                    <a:pt x="15" y="1503"/>
                    <a:pt x="0" y="1489"/>
                    <a:pt x="0" y="1470"/>
                  </a:cubicBezTo>
                  <a:lnTo>
                    <a:pt x="0" y="33"/>
                  </a:lnTo>
                  <a:cubicBezTo>
                    <a:pt x="0" y="15"/>
                    <a:pt x="15" y="0"/>
                    <a:pt x="33" y="0"/>
                  </a:cubicBezTo>
                  <a:cubicBezTo>
                    <a:pt x="448" y="0"/>
                    <a:pt x="785" y="337"/>
                    <a:pt x="785" y="752"/>
                  </a:cubicBezTo>
                  <a:cubicBezTo>
                    <a:pt x="785" y="1166"/>
                    <a:pt x="448" y="1503"/>
                    <a:pt x="33" y="15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04" name="Freeform 241">
              <a:extLst>
                <a:ext uri="{FF2B5EF4-FFF2-40B4-BE49-F238E27FC236}">
                  <a16:creationId xmlns:a16="http://schemas.microsoft.com/office/drawing/2014/main" id="{0D36F545-6B2B-EC86-728A-4E07E56880F1}"/>
                </a:ext>
              </a:extLst>
            </p:cNvPr>
            <p:cNvSpPr>
              <a:spLocks noEditPoints="1"/>
            </p:cNvSpPr>
            <p:nvPr userDrawn="1"/>
          </p:nvSpPr>
          <p:spPr bwMode="auto">
            <a:xfrm>
              <a:off x="8189913" y="4941888"/>
              <a:ext cx="541338" cy="206375"/>
            </a:xfrm>
            <a:custGeom>
              <a:avLst/>
              <a:gdLst>
                <a:gd name="T0" fmla="*/ 103 w 1503"/>
                <a:gd name="T1" fmla="*/ 507 h 573"/>
                <a:gd name="T2" fmla="*/ 1400 w 1503"/>
                <a:gd name="T3" fmla="*/ 507 h 573"/>
                <a:gd name="T4" fmla="*/ 1437 w 1503"/>
                <a:gd name="T5" fmla="*/ 287 h 573"/>
                <a:gd name="T6" fmla="*/ 1400 w 1503"/>
                <a:gd name="T7" fmla="*/ 66 h 573"/>
                <a:gd name="T8" fmla="*/ 103 w 1503"/>
                <a:gd name="T9" fmla="*/ 66 h 573"/>
                <a:gd name="T10" fmla="*/ 66 w 1503"/>
                <a:gd name="T11" fmla="*/ 287 h 573"/>
                <a:gd name="T12" fmla="*/ 103 w 1503"/>
                <a:gd name="T13" fmla="*/ 507 h 573"/>
                <a:gd name="T14" fmla="*/ 1423 w 1503"/>
                <a:gd name="T15" fmla="*/ 573 h 573"/>
                <a:gd name="T16" fmla="*/ 79 w 1503"/>
                <a:gd name="T17" fmla="*/ 573 h 573"/>
                <a:gd name="T18" fmla="*/ 48 w 1503"/>
                <a:gd name="T19" fmla="*/ 552 h 573"/>
                <a:gd name="T20" fmla="*/ 0 w 1503"/>
                <a:gd name="T21" fmla="*/ 287 h 573"/>
                <a:gd name="T22" fmla="*/ 49 w 1503"/>
                <a:gd name="T23" fmla="*/ 22 h 573"/>
                <a:gd name="T24" fmla="*/ 79 w 1503"/>
                <a:gd name="T25" fmla="*/ 0 h 573"/>
                <a:gd name="T26" fmla="*/ 1423 w 1503"/>
                <a:gd name="T27" fmla="*/ 0 h 573"/>
                <a:gd name="T28" fmla="*/ 1454 w 1503"/>
                <a:gd name="T29" fmla="*/ 22 h 573"/>
                <a:gd name="T30" fmla="*/ 1503 w 1503"/>
                <a:gd name="T31" fmla="*/ 287 h 573"/>
                <a:gd name="T32" fmla="*/ 1454 w 1503"/>
                <a:gd name="T33" fmla="*/ 552 h 573"/>
                <a:gd name="T34" fmla="*/ 1423 w 1503"/>
                <a:gd name="T35" fmla="*/ 573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03" h="573">
                  <a:moveTo>
                    <a:pt x="103" y="507"/>
                  </a:moveTo>
                  <a:lnTo>
                    <a:pt x="1400" y="507"/>
                  </a:lnTo>
                  <a:cubicBezTo>
                    <a:pt x="1424" y="435"/>
                    <a:pt x="1437" y="361"/>
                    <a:pt x="1437" y="287"/>
                  </a:cubicBezTo>
                  <a:cubicBezTo>
                    <a:pt x="1437" y="212"/>
                    <a:pt x="1424" y="138"/>
                    <a:pt x="1400" y="66"/>
                  </a:cubicBezTo>
                  <a:lnTo>
                    <a:pt x="103" y="66"/>
                  </a:lnTo>
                  <a:cubicBezTo>
                    <a:pt x="78" y="138"/>
                    <a:pt x="66" y="212"/>
                    <a:pt x="66" y="287"/>
                  </a:cubicBezTo>
                  <a:cubicBezTo>
                    <a:pt x="66" y="361"/>
                    <a:pt x="78" y="435"/>
                    <a:pt x="103" y="507"/>
                  </a:cubicBezTo>
                  <a:close/>
                  <a:moveTo>
                    <a:pt x="1423" y="573"/>
                  </a:moveTo>
                  <a:lnTo>
                    <a:pt x="79" y="573"/>
                  </a:lnTo>
                  <a:cubicBezTo>
                    <a:pt x="66" y="573"/>
                    <a:pt x="53" y="565"/>
                    <a:pt x="48" y="552"/>
                  </a:cubicBezTo>
                  <a:cubicBezTo>
                    <a:pt x="16" y="466"/>
                    <a:pt x="0" y="376"/>
                    <a:pt x="0" y="287"/>
                  </a:cubicBezTo>
                  <a:cubicBezTo>
                    <a:pt x="0" y="197"/>
                    <a:pt x="16" y="108"/>
                    <a:pt x="49" y="22"/>
                  </a:cubicBezTo>
                  <a:cubicBezTo>
                    <a:pt x="53" y="9"/>
                    <a:pt x="66" y="0"/>
                    <a:pt x="79" y="0"/>
                  </a:cubicBezTo>
                  <a:lnTo>
                    <a:pt x="1423" y="0"/>
                  </a:lnTo>
                  <a:cubicBezTo>
                    <a:pt x="1437" y="0"/>
                    <a:pt x="1449" y="9"/>
                    <a:pt x="1454" y="22"/>
                  </a:cubicBezTo>
                  <a:cubicBezTo>
                    <a:pt x="1486" y="108"/>
                    <a:pt x="1503" y="197"/>
                    <a:pt x="1503" y="287"/>
                  </a:cubicBezTo>
                  <a:cubicBezTo>
                    <a:pt x="1503" y="377"/>
                    <a:pt x="1486" y="466"/>
                    <a:pt x="1454" y="552"/>
                  </a:cubicBezTo>
                  <a:cubicBezTo>
                    <a:pt x="1449" y="565"/>
                    <a:pt x="1437" y="573"/>
                    <a:pt x="1423" y="5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05" name="Group 304">
            <a:extLst>
              <a:ext uri="{FF2B5EF4-FFF2-40B4-BE49-F238E27FC236}">
                <a16:creationId xmlns:a16="http://schemas.microsoft.com/office/drawing/2014/main" id="{67AACACE-6D22-2648-0D41-739BC84314B3}"/>
              </a:ext>
            </a:extLst>
          </p:cNvPr>
          <p:cNvGrpSpPr/>
          <p:nvPr/>
        </p:nvGrpSpPr>
        <p:grpSpPr>
          <a:xfrm>
            <a:off x="8170863" y="5605463"/>
            <a:ext cx="579438" cy="650876"/>
            <a:chOff x="8170863" y="5605463"/>
            <a:chExt cx="579438" cy="650876"/>
          </a:xfrm>
        </p:grpSpPr>
        <p:sp>
          <p:nvSpPr>
            <p:cNvPr id="306" name="Freeform 242">
              <a:extLst>
                <a:ext uri="{FF2B5EF4-FFF2-40B4-BE49-F238E27FC236}">
                  <a16:creationId xmlns:a16="http://schemas.microsoft.com/office/drawing/2014/main" id="{1F1D1CA3-F4BD-8F92-FAA8-D7B67D00B270}"/>
                </a:ext>
              </a:extLst>
            </p:cNvPr>
            <p:cNvSpPr>
              <a:spLocks/>
            </p:cNvSpPr>
            <p:nvPr userDrawn="1"/>
          </p:nvSpPr>
          <p:spPr bwMode="auto">
            <a:xfrm>
              <a:off x="8348663" y="5605463"/>
              <a:ext cx="222250" cy="95250"/>
            </a:xfrm>
            <a:custGeom>
              <a:avLst/>
              <a:gdLst>
                <a:gd name="T0" fmla="*/ 570 w 612"/>
                <a:gd name="T1" fmla="*/ 267 h 267"/>
                <a:gd name="T2" fmla="*/ 548 w 612"/>
                <a:gd name="T3" fmla="*/ 259 h 267"/>
                <a:gd name="T4" fmla="*/ 310 w 612"/>
                <a:gd name="T5" fmla="*/ 84 h 267"/>
                <a:gd name="T6" fmla="*/ 62 w 612"/>
                <a:gd name="T7" fmla="*/ 251 h 267"/>
                <a:gd name="T8" fmla="*/ 11 w 612"/>
                <a:gd name="T9" fmla="*/ 241 h 267"/>
                <a:gd name="T10" fmla="*/ 21 w 612"/>
                <a:gd name="T11" fmla="*/ 190 h 267"/>
                <a:gd name="T12" fmla="*/ 290 w 612"/>
                <a:gd name="T13" fmla="*/ 9 h 267"/>
                <a:gd name="T14" fmla="*/ 332 w 612"/>
                <a:gd name="T15" fmla="*/ 9 h 267"/>
                <a:gd name="T16" fmla="*/ 592 w 612"/>
                <a:gd name="T17" fmla="*/ 200 h 267"/>
                <a:gd name="T18" fmla="*/ 600 w 612"/>
                <a:gd name="T19" fmla="*/ 252 h 267"/>
                <a:gd name="T20" fmla="*/ 570 w 612"/>
                <a:gd name="T21"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2" h="267">
                  <a:moveTo>
                    <a:pt x="570" y="267"/>
                  </a:moveTo>
                  <a:cubicBezTo>
                    <a:pt x="563" y="267"/>
                    <a:pt x="555" y="264"/>
                    <a:pt x="548" y="259"/>
                  </a:cubicBezTo>
                  <a:lnTo>
                    <a:pt x="310" y="84"/>
                  </a:lnTo>
                  <a:lnTo>
                    <a:pt x="62" y="251"/>
                  </a:lnTo>
                  <a:cubicBezTo>
                    <a:pt x="46" y="262"/>
                    <a:pt x="23" y="258"/>
                    <a:pt x="11" y="241"/>
                  </a:cubicBezTo>
                  <a:cubicBezTo>
                    <a:pt x="0" y="224"/>
                    <a:pt x="4" y="202"/>
                    <a:pt x="21" y="190"/>
                  </a:cubicBezTo>
                  <a:lnTo>
                    <a:pt x="290" y="9"/>
                  </a:lnTo>
                  <a:cubicBezTo>
                    <a:pt x="303" y="0"/>
                    <a:pt x="320" y="0"/>
                    <a:pt x="332" y="9"/>
                  </a:cubicBezTo>
                  <a:lnTo>
                    <a:pt x="592" y="200"/>
                  </a:lnTo>
                  <a:cubicBezTo>
                    <a:pt x="608" y="212"/>
                    <a:pt x="612" y="235"/>
                    <a:pt x="600" y="252"/>
                  </a:cubicBezTo>
                  <a:cubicBezTo>
                    <a:pt x="593" y="261"/>
                    <a:pt x="581" y="267"/>
                    <a:pt x="570" y="26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07" name="Freeform 243">
              <a:extLst>
                <a:ext uri="{FF2B5EF4-FFF2-40B4-BE49-F238E27FC236}">
                  <a16:creationId xmlns:a16="http://schemas.microsoft.com/office/drawing/2014/main" id="{2C785B57-4A7A-C430-582F-6DAF0E26D866}"/>
                </a:ext>
              </a:extLst>
            </p:cNvPr>
            <p:cNvSpPr>
              <a:spLocks/>
            </p:cNvSpPr>
            <p:nvPr userDrawn="1"/>
          </p:nvSpPr>
          <p:spPr bwMode="auto">
            <a:xfrm>
              <a:off x="8170863" y="5788026"/>
              <a:ext cx="579438" cy="468313"/>
            </a:xfrm>
            <a:custGeom>
              <a:avLst/>
              <a:gdLst>
                <a:gd name="T0" fmla="*/ 1472 w 1608"/>
                <a:gd name="T1" fmla="*/ 1299 h 1299"/>
                <a:gd name="T2" fmla="*/ 136 w 1608"/>
                <a:gd name="T3" fmla="*/ 1299 h 1299"/>
                <a:gd name="T4" fmla="*/ 0 w 1608"/>
                <a:gd name="T5" fmla="*/ 1162 h 1299"/>
                <a:gd name="T6" fmla="*/ 0 w 1608"/>
                <a:gd name="T7" fmla="*/ 189 h 1299"/>
                <a:gd name="T8" fmla="*/ 14 w 1608"/>
                <a:gd name="T9" fmla="*/ 160 h 1299"/>
                <a:gd name="T10" fmla="*/ 179 w 1608"/>
                <a:gd name="T11" fmla="*/ 26 h 1299"/>
                <a:gd name="T12" fmla="*/ 231 w 1608"/>
                <a:gd name="T13" fmla="*/ 32 h 1299"/>
                <a:gd name="T14" fmla="*/ 225 w 1608"/>
                <a:gd name="T15" fmla="*/ 83 h 1299"/>
                <a:gd name="T16" fmla="*/ 73 w 1608"/>
                <a:gd name="T17" fmla="*/ 206 h 1299"/>
                <a:gd name="T18" fmla="*/ 73 w 1608"/>
                <a:gd name="T19" fmla="*/ 1162 h 1299"/>
                <a:gd name="T20" fmla="*/ 136 w 1608"/>
                <a:gd name="T21" fmla="*/ 1225 h 1299"/>
                <a:gd name="T22" fmla="*/ 1472 w 1608"/>
                <a:gd name="T23" fmla="*/ 1225 h 1299"/>
                <a:gd name="T24" fmla="*/ 1535 w 1608"/>
                <a:gd name="T25" fmla="*/ 1162 h 1299"/>
                <a:gd name="T26" fmla="*/ 1535 w 1608"/>
                <a:gd name="T27" fmla="*/ 205 h 1299"/>
                <a:gd name="T28" fmla="*/ 1382 w 1608"/>
                <a:gd name="T29" fmla="*/ 68 h 1299"/>
                <a:gd name="T30" fmla="*/ 1379 w 1608"/>
                <a:gd name="T31" fmla="*/ 16 h 1299"/>
                <a:gd name="T32" fmla="*/ 1431 w 1608"/>
                <a:gd name="T33" fmla="*/ 13 h 1299"/>
                <a:gd name="T34" fmla="*/ 1596 w 1608"/>
                <a:gd name="T35" fmla="*/ 161 h 1299"/>
                <a:gd name="T36" fmla="*/ 1608 w 1608"/>
                <a:gd name="T37" fmla="*/ 189 h 1299"/>
                <a:gd name="T38" fmla="*/ 1608 w 1608"/>
                <a:gd name="T39" fmla="*/ 1162 h 1299"/>
                <a:gd name="T40" fmla="*/ 1472 w 1608"/>
                <a:gd name="T41" fmla="*/ 1299 h 1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08" h="1299">
                  <a:moveTo>
                    <a:pt x="1472" y="1299"/>
                  </a:moveTo>
                  <a:lnTo>
                    <a:pt x="136" y="1299"/>
                  </a:lnTo>
                  <a:cubicBezTo>
                    <a:pt x="61" y="1299"/>
                    <a:pt x="0" y="1238"/>
                    <a:pt x="0" y="1162"/>
                  </a:cubicBezTo>
                  <a:lnTo>
                    <a:pt x="0" y="189"/>
                  </a:lnTo>
                  <a:cubicBezTo>
                    <a:pt x="0" y="178"/>
                    <a:pt x="5" y="167"/>
                    <a:pt x="14" y="160"/>
                  </a:cubicBezTo>
                  <a:lnTo>
                    <a:pt x="179" y="26"/>
                  </a:lnTo>
                  <a:cubicBezTo>
                    <a:pt x="195" y="13"/>
                    <a:pt x="218" y="16"/>
                    <a:pt x="231" y="32"/>
                  </a:cubicBezTo>
                  <a:cubicBezTo>
                    <a:pt x="244" y="47"/>
                    <a:pt x="241" y="70"/>
                    <a:pt x="225" y="83"/>
                  </a:cubicBezTo>
                  <a:lnTo>
                    <a:pt x="73" y="206"/>
                  </a:lnTo>
                  <a:lnTo>
                    <a:pt x="73" y="1162"/>
                  </a:lnTo>
                  <a:cubicBezTo>
                    <a:pt x="73" y="1197"/>
                    <a:pt x="102" y="1225"/>
                    <a:pt x="136" y="1225"/>
                  </a:cubicBezTo>
                  <a:lnTo>
                    <a:pt x="1472" y="1225"/>
                  </a:lnTo>
                  <a:cubicBezTo>
                    <a:pt x="1507" y="1225"/>
                    <a:pt x="1535" y="1197"/>
                    <a:pt x="1535" y="1162"/>
                  </a:cubicBezTo>
                  <a:lnTo>
                    <a:pt x="1535" y="205"/>
                  </a:lnTo>
                  <a:lnTo>
                    <a:pt x="1382" y="68"/>
                  </a:lnTo>
                  <a:cubicBezTo>
                    <a:pt x="1367" y="55"/>
                    <a:pt x="1365" y="32"/>
                    <a:pt x="1379" y="16"/>
                  </a:cubicBezTo>
                  <a:cubicBezTo>
                    <a:pt x="1392" y="1"/>
                    <a:pt x="1416" y="0"/>
                    <a:pt x="1431" y="13"/>
                  </a:cubicBezTo>
                  <a:lnTo>
                    <a:pt x="1596" y="161"/>
                  </a:lnTo>
                  <a:cubicBezTo>
                    <a:pt x="1604" y="168"/>
                    <a:pt x="1608" y="178"/>
                    <a:pt x="1608" y="189"/>
                  </a:cubicBezTo>
                  <a:lnTo>
                    <a:pt x="1608" y="1162"/>
                  </a:lnTo>
                  <a:cubicBezTo>
                    <a:pt x="1608" y="1238"/>
                    <a:pt x="1547" y="1299"/>
                    <a:pt x="1472" y="1299"/>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08" name="Freeform 244">
              <a:extLst>
                <a:ext uri="{FF2B5EF4-FFF2-40B4-BE49-F238E27FC236}">
                  <a16:creationId xmlns:a16="http://schemas.microsoft.com/office/drawing/2014/main" id="{E84935DF-2DE4-ABF5-5F43-A77C83A3B815}"/>
                </a:ext>
              </a:extLst>
            </p:cNvPr>
            <p:cNvSpPr>
              <a:spLocks noEditPoints="1"/>
            </p:cNvSpPr>
            <p:nvPr userDrawn="1"/>
          </p:nvSpPr>
          <p:spPr bwMode="auto">
            <a:xfrm>
              <a:off x="8172451" y="5961063"/>
              <a:ext cx="577850" cy="295275"/>
            </a:xfrm>
            <a:custGeom>
              <a:avLst/>
              <a:gdLst>
                <a:gd name="T0" fmla="*/ 86 w 1601"/>
                <a:gd name="T1" fmla="*/ 726 h 820"/>
                <a:gd name="T2" fmla="*/ 132 w 1601"/>
                <a:gd name="T3" fmla="*/ 746 h 820"/>
                <a:gd name="T4" fmla="*/ 1468 w 1601"/>
                <a:gd name="T5" fmla="*/ 746 h 820"/>
                <a:gd name="T6" fmla="*/ 1514 w 1601"/>
                <a:gd name="T7" fmla="*/ 726 h 820"/>
                <a:gd name="T8" fmla="*/ 800 w 1601"/>
                <a:gd name="T9" fmla="*/ 89 h 820"/>
                <a:gd name="T10" fmla="*/ 86 w 1601"/>
                <a:gd name="T11" fmla="*/ 726 h 820"/>
                <a:gd name="T12" fmla="*/ 1468 w 1601"/>
                <a:gd name="T13" fmla="*/ 820 h 820"/>
                <a:gd name="T14" fmla="*/ 132 w 1601"/>
                <a:gd name="T15" fmla="*/ 820 h 820"/>
                <a:gd name="T16" fmla="*/ 5 w 1601"/>
                <a:gd name="T17" fmla="*/ 731 h 820"/>
                <a:gd name="T18" fmla="*/ 15 w 1601"/>
                <a:gd name="T19" fmla="*/ 691 h 820"/>
                <a:gd name="T20" fmla="*/ 776 w 1601"/>
                <a:gd name="T21" fmla="*/ 13 h 820"/>
                <a:gd name="T22" fmla="*/ 825 w 1601"/>
                <a:gd name="T23" fmla="*/ 13 h 820"/>
                <a:gd name="T24" fmla="*/ 1586 w 1601"/>
                <a:gd name="T25" fmla="*/ 691 h 820"/>
                <a:gd name="T26" fmla="*/ 1595 w 1601"/>
                <a:gd name="T27" fmla="*/ 731 h 820"/>
                <a:gd name="T28" fmla="*/ 1468 w 1601"/>
                <a:gd name="T29" fmla="*/ 820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1" h="820">
                  <a:moveTo>
                    <a:pt x="86" y="726"/>
                  </a:moveTo>
                  <a:cubicBezTo>
                    <a:pt x="98" y="739"/>
                    <a:pt x="115" y="746"/>
                    <a:pt x="132" y="746"/>
                  </a:cubicBezTo>
                  <a:lnTo>
                    <a:pt x="1468" y="746"/>
                  </a:lnTo>
                  <a:cubicBezTo>
                    <a:pt x="1486" y="746"/>
                    <a:pt x="1502" y="739"/>
                    <a:pt x="1514" y="726"/>
                  </a:cubicBezTo>
                  <a:lnTo>
                    <a:pt x="800" y="89"/>
                  </a:lnTo>
                  <a:lnTo>
                    <a:pt x="86" y="726"/>
                  </a:lnTo>
                  <a:close/>
                  <a:moveTo>
                    <a:pt x="1468" y="820"/>
                  </a:moveTo>
                  <a:lnTo>
                    <a:pt x="132" y="820"/>
                  </a:lnTo>
                  <a:cubicBezTo>
                    <a:pt x="76" y="820"/>
                    <a:pt x="25" y="784"/>
                    <a:pt x="5" y="731"/>
                  </a:cubicBezTo>
                  <a:cubicBezTo>
                    <a:pt x="0" y="717"/>
                    <a:pt x="4" y="701"/>
                    <a:pt x="15" y="691"/>
                  </a:cubicBezTo>
                  <a:lnTo>
                    <a:pt x="776" y="13"/>
                  </a:lnTo>
                  <a:cubicBezTo>
                    <a:pt x="790" y="0"/>
                    <a:pt x="811" y="0"/>
                    <a:pt x="825" y="13"/>
                  </a:cubicBezTo>
                  <a:lnTo>
                    <a:pt x="1586" y="691"/>
                  </a:lnTo>
                  <a:cubicBezTo>
                    <a:pt x="1597" y="701"/>
                    <a:pt x="1601" y="717"/>
                    <a:pt x="1595" y="731"/>
                  </a:cubicBezTo>
                  <a:cubicBezTo>
                    <a:pt x="1575" y="784"/>
                    <a:pt x="1524" y="820"/>
                    <a:pt x="1468" y="82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09" name="Freeform 245">
              <a:extLst>
                <a:ext uri="{FF2B5EF4-FFF2-40B4-BE49-F238E27FC236}">
                  <a16:creationId xmlns:a16="http://schemas.microsoft.com/office/drawing/2014/main" id="{58F967D1-F856-3908-34AB-802298468172}"/>
                </a:ext>
              </a:extLst>
            </p:cNvPr>
            <p:cNvSpPr>
              <a:spLocks/>
            </p:cNvSpPr>
            <p:nvPr userDrawn="1"/>
          </p:nvSpPr>
          <p:spPr bwMode="auto">
            <a:xfrm>
              <a:off x="8232776" y="5675313"/>
              <a:ext cx="455613" cy="269875"/>
            </a:xfrm>
            <a:custGeom>
              <a:avLst/>
              <a:gdLst>
                <a:gd name="T0" fmla="*/ 1222 w 1259"/>
                <a:gd name="T1" fmla="*/ 748 h 748"/>
                <a:gd name="T2" fmla="*/ 1185 w 1259"/>
                <a:gd name="T3" fmla="*/ 711 h 748"/>
                <a:gd name="T4" fmla="*/ 1185 w 1259"/>
                <a:gd name="T5" fmla="*/ 74 h 748"/>
                <a:gd name="T6" fmla="*/ 73 w 1259"/>
                <a:gd name="T7" fmla="*/ 74 h 748"/>
                <a:gd name="T8" fmla="*/ 73 w 1259"/>
                <a:gd name="T9" fmla="*/ 711 h 748"/>
                <a:gd name="T10" fmla="*/ 36 w 1259"/>
                <a:gd name="T11" fmla="*/ 748 h 748"/>
                <a:gd name="T12" fmla="*/ 0 w 1259"/>
                <a:gd name="T13" fmla="*/ 711 h 748"/>
                <a:gd name="T14" fmla="*/ 0 w 1259"/>
                <a:gd name="T15" fmla="*/ 37 h 748"/>
                <a:gd name="T16" fmla="*/ 36 w 1259"/>
                <a:gd name="T17" fmla="*/ 0 h 748"/>
                <a:gd name="T18" fmla="*/ 1222 w 1259"/>
                <a:gd name="T19" fmla="*/ 0 h 748"/>
                <a:gd name="T20" fmla="*/ 1259 w 1259"/>
                <a:gd name="T21" fmla="*/ 37 h 748"/>
                <a:gd name="T22" fmla="*/ 1259 w 1259"/>
                <a:gd name="T23" fmla="*/ 711 h 748"/>
                <a:gd name="T24" fmla="*/ 1222 w 1259"/>
                <a:gd name="T25" fmla="*/ 748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9" h="748">
                  <a:moveTo>
                    <a:pt x="1222" y="748"/>
                  </a:moveTo>
                  <a:cubicBezTo>
                    <a:pt x="1202" y="748"/>
                    <a:pt x="1185" y="731"/>
                    <a:pt x="1185" y="711"/>
                  </a:cubicBezTo>
                  <a:lnTo>
                    <a:pt x="1185" y="74"/>
                  </a:lnTo>
                  <a:lnTo>
                    <a:pt x="73" y="74"/>
                  </a:lnTo>
                  <a:lnTo>
                    <a:pt x="73" y="711"/>
                  </a:lnTo>
                  <a:cubicBezTo>
                    <a:pt x="73" y="731"/>
                    <a:pt x="57" y="748"/>
                    <a:pt x="36" y="748"/>
                  </a:cubicBezTo>
                  <a:cubicBezTo>
                    <a:pt x="16" y="748"/>
                    <a:pt x="0" y="731"/>
                    <a:pt x="0" y="711"/>
                  </a:cubicBezTo>
                  <a:lnTo>
                    <a:pt x="0" y="37"/>
                  </a:lnTo>
                  <a:cubicBezTo>
                    <a:pt x="0" y="17"/>
                    <a:pt x="16" y="0"/>
                    <a:pt x="36" y="0"/>
                  </a:cubicBezTo>
                  <a:lnTo>
                    <a:pt x="1222" y="0"/>
                  </a:lnTo>
                  <a:cubicBezTo>
                    <a:pt x="1242" y="0"/>
                    <a:pt x="1259" y="17"/>
                    <a:pt x="1259" y="37"/>
                  </a:cubicBezTo>
                  <a:lnTo>
                    <a:pt x="1259" y="711"/>
                  </a:lnTo>
                  <a:cubicBezTo>
                    <a:pt x="1259" y="731"/>
                    <a:pt x="1242" y="748"/>
                    <a:pt x="1222" y="748"/>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0" name="Rectangle 246">
              <a:extLst>
                <a:ext uri="{FF2B5EF4-FFF2-40B4-BE49-F238E27FC236}">
                  <a16:creationId xmlns:a16="http://schemas.microsoft.com/office/drawing/2014/main" id="{833F64FC-BD58-9E19-3DAA-2336F4F0B621}"/>
                </a:ext>
              </a:extLst>
            </p:cNvPr>
            <p:cNvSpPr>
              <a:spLocks noChangeArrowheads="1"/>
            </p:cNvSpPr>
            <p:nvPr userDrawn="1"/>
          </p:nvSpPr>
          <p:spPr bwMode="auto">
            <a:xfrm>
              <a:off x="8312151" y="5754688"/>
              <a:ext cx="282575" cy="25400"/>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1" name="Rectangle 247">
              <a:extLst>
                <a:ext uri="{FF2B5EF4-FFF2-40B4-BE49-F238E27FC236}">
                  <a16:creationId xmlns:a16="http://schemas.microsoft.com/office/drawing/2014/main" id="{772D6DD5-2EC7-9FFE-6108-7B4F1D8E1064}"/>
                </a:ext>
              </a:extLst>
            </p:cNvPr>
            <p:cNvSpPr>
              <a:spLocks noChangeArrowheads="1"/>
            </p:cNvSpPr>
            <p:nvPr userDrawn="1"/>
          </p:nvSpPr>
          <p:spPr bwMode="auto">
            <a:xfrm>
              <a:off x="8312151" y="5830888"/>
              <a:ext cx="282575" cy="26988"/>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2" name="Rectangle 248">
              <a:extLst>
                <a:ext uri="{FF2B5EF4-FFF2-40B4-BE49-F238E27FC236}">
                  <a16:creationId xmlns:a16="http://schemas.microsoft.com/office/drawing/2014/main" id="{CEE553CE-BD8E-A438-FEC5-19A16971188B}"/>
                </a:ext>
              </a:extLst>
            </p:cNvPr>
            <p:cNvSpPr>
              <a:spLocks noChangeArrowheads="1"/>
            </p:cNvSpPr>
            <p:nvPr userDrawn="1"/>
          </p:nvSpPr>
          <p:spPr bwMode="auto">
            <a:xfrm>
              <a:off x="8312151" y="5907088"/>
              <a:ext cx="282575" cy="26988"/>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3" name="Freeform 249">
              <a:extLst>
                <a:ext uri="{FF2B5EF4-FFF2-40B4-BE49-F238E27FC236}">
                  <a16:creationId xmlns:a16="http://schemas.microsoft.com/office/drawing/2014/main" id="{DBF396DB-7683-CC94-75DF-71C8CF93E0D1}"/>
                </a:ext>
              </a:extLst>
            </p:cNvPr>
            <p:cNvSpPr>
              <a:spLocks/>
            </p:cNvSpPr>
            <p:nvPr userDrawn="1"/>
          </p:nvSpPr>
          <p:spPr bwMode="auto">
            <a:xfrm>
              <a:off x="8531226" y="5864226"/>
              <a:ext cx="219075" cy="198438"/>
            </a:xfrm>
            <a:custGeom>
              <a:avLst/>
              <a:gdLst>
                <a:gd name="T0" fmla="*/ 40 w 608"/>
                <a:gd name="T1" fmla="*/ 548 h 548"/>
                <a:gd name="T2" fmla="*/ 13 w 608"/>
                <a:gd name="T3" fmla="*/ 535 h 548"/>
                <a:gd name="T4" fmla="*/ 16 w 608"/>
                <a:gd name="T5" fmla="*/ 483 h 548"/>
                <a:gd name="T6" fmla="*/ 543 w 608"/>
                <a:gd name="T7" fmla="*/ 14 h 548"/>
                <a:gd name="T8" fmla="*/ 594 w 608"/>
                <a:gd name="T9" fmla="*/ 17 h 548"/>
                <a:gd name="T10" fmla="*/ 592 w 608"/>
                <a:gd name="T11" fmla="*/ 69 h 548"/>
                <a:gd name="T12" fmla="*/ 65 w 608"/>
                <a:gd name="T13" fmla="*/ 538 h 548"/>
                <a:gd name="T14" fmla="*/ 40 w 608"/>
                <a:gd name="T15" fmla="*/ 548 h 5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8" h="548">
                  <a:moveTo>
                    <a:pt x="40" y="548"/>
                  </a:moveTo>
                  <a:cubicBezTo>
                    <a:pt x="30" y="548"/>
                    <a:pt x="20" y="543"/>
                    <a:pt x="13" y="535"/>
                  </a:cubicBezTo>
                  <a:cubicBezTo>
                    <a:pt x="0" y="520"/>
                    <a:pt x="1" y="497"/>
                    <a:pt x="16" y="483"/>
                  </a:cubicBezTo>
                  <a:lnTo>
                    <a:pt x="543" y="14"/>
                  </a:lnTo>
                  <a:cubicBezTo>
                    <a:pt x="558" y="0"/>
                    <a:pt x="581" y="2"/>
                    <a:pt x="594" y="17"/>
                  </a:cubicBezTo>
                  <a:cubicBezTo>
                    <a:pt x="608" y="32"/>
                    <a:pt x="607" y="55"/>
                    <a:pt x="592" y="69"/>
                  </a:cubicBezTo>
                  <a:lnTo>
                    <a:pt x="65" y="538"/>
                  </a:lnTo>
                  <a:cubicBezTo>
                    <a:pt x="58" y="545"/>
                    <a:pt x="49" y="548"/>
                    <a:pt x="40" y="54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4" name="Freeform 250">
              <a:extLst>
                <a:ext uri="{FF2B5EF4-FFF2-40B4-BE49-F238E27FC236}">
                  <a16:creationId xmlns:a16="http://schemas.microsoft.com/office/drawing/2014/main" id="{11F0C268-B372-72C0-8E42-F25385DE60B1}"/>
                </a:ext>
              </a:extLst>
            </p:cNvPr>
            <p:cNvSpPr>
              <a:spLocks/>
            </p:cNvSpPr>
            <p:nvPr userDrawn="1"/>
          </p:nvSpPr>
          <p:spPr bwMode="auto">
            <a:xfrm>
              <a:off x="8170863" y="5864226"/>
              <a:ext cx="220663" cy="198438"/>
            </a:xfrm>
            <a:custGeom>
              <a:avLst/>
              <a:gdLst>
                <a:gd name="T0" fmla="*/ 571 w 612"/>
                <a:gd name="T1" fmla="*/ 551 h 551"/>
                <a:gd name="T2" fmla="*/ 546 w 612"/>
                <a:gd name="T3" fmla="*/ 542 h 551"/>
                <a:gd name="T4" fmla="*/ 16 w 612"/>
                <a:gd name="T5" fmla="*/ 69 h 551"/>
                <a:gd name="T6" fmla="*/ 13 w 612"/>
                <a:gd name="T7" fmla="*/ 17 h 551"/>
                <a:gd name="T8" fmla="*/ 65 w 612"/>
                <a:gd name="T9" fmla="*/ 14 h 551"/>
                <a:gd name="T10" fmla="*/ 595 w 612"/>
                <a:gd name="T11" fmla="*/ 487 h 551"/>
                <a:gd name="T12" fmla="*/ 598 w 612"/>
                <a:gd name="T13" fmla="*/ 539 h 551"/>
                <a:gd name="T14" fmla="*/ 571 w 612"/>
                <a:gd name="T15" fmla="*/ 551 h 5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2" h="551">
                  <a:moveTo>
                    <a:pt x="571" y="551"/>
                  </a:moveTo>
                  <a:cubicBezTo>
                    <a:pt x="562" y="551"/>
                    <a:pt x="553" y="548"/>
                    <a:pt x="546" y="542"/>
                  </a:cubicBezTo>
                  <a:lnTo>
                    <a:pt x="16" y="69"/>
                  </a:lnTo>
                  <a:cubicBezTo>
                    <a:pt x="1" y="55"/>
                    <a:pt x="0" y="32"/>
                    <a:pt x="13" y="17"/>
                  </a:cubicBezTo>
                  <a:cubicBezTo>
                    <a:pt x="26" y="2"/>
                    <a:pt x="50" y="0"/>
                    <a:pt x="65" y="14"/>
                  </a:cubicBezTo>
                  <a:lnTo>
                    <a:pt x="595" y="487"/>
                  </a:lnTo>
                  <a:cubicBezTo>
                    <a:pt x="610" y="501"/>
                    <a:pt x="612" y="524"/>
                    <a:pt x="598" y="539"/>
                  </a:cubicBezTo>
                  <a:cubicBezTo>
                    <a:pt x="591" y="547"/>
                    <a:pt x="581" y="551"/>
                    <a:pt x="571" y="551"/>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15" name="Group 314">
            <a:extLst>
              <a:ext uri="{FF2B5EF4-FFF2-40B4-BE49-F238E27FC236}">
                <a16:creationId xmlns:a16="http://schemas.microsoft.com/office/drawing/2014/main" id="{7F6E06EB-701B-B687-C4DF-1D162A39CE1E}"/>
              </a:ext>
            </a:extLst>
          </p:cNvPr>
          <p:cNvGrpSpPr/>
          <p:nvPr/>
        </p:nvGrpSpPr>
        <p:grpSpPr>
          <a:xfrm>
            <a:off x="7086601" y="1560513"/>
            <a:ext cx="590550" cy="590550"/>
            <a:chOff x="7086601" y="1560513"/>
            <a:chExt cx="590550" cy="590550"/>
          </a:xfrm>
          <a:solidFill>
            <a:srgbClr val="EC0000"/>
          </a:solidFill>
        </p:grpSpPr>
        <p:sp>
          <p:nvSpPr>
            <p:cNvPr id="316" name="Freeform 251">
              <a:extLst>
                <a:ext uri="{FF2B5EF4-FFF2-40B4-BE49-F238E27FC236}">
                  <a16:creationId xmlns:a16="http://schemas.microsoft.com/office/drawing/2014/main" id="{F615BF51-0927-E7B9-049E-8F9A5D7FEDA2}"/>
                </a:ext>
              </a:extLst>
            </p:cNvPr>
            <p:cNvSpPr>
              <a:spLocks noEditPoints="1"/>
            </p:cNvSpPr>
            <p:nvPr userDrawn="1"/>
          </p:nvSpPr>
          <p:spPr bwMode="auto">
            <a:xfrm>
              <a:off x="7086601" y="1560513"/>
              <a:ext cx="498475" cy="590550"/>
            </a:xfrm>
            <a:custGeom>
              <a:avLst/>
              <a:gdLst>
                <a:gd name="T0" fmla="*/ 58 w 1382"/>
                <a:gd name="T1" fmla="*/ 685 h 1636"/>
                <a:gd name="T2" fmla="*/ 56 w 1382"/>
                <a:gd name="T3" fmla="*/ 671 h 1636"/>
                <a:gd name="T4" fmla="*/ 51 w 1382"/>
                <a:gd name="T5" fmla="*/ 607 h 1636"/>
                <a:gd name="T6" fmla="*/ 52 w 1382"/>
                <a:gd name="T7" fmla="*/ 579 h 1636"/>
                <a:gd name="T8" fmla="*/ 52 w 1382"/>
                <a:gd name="T9" fmla="*/ 579 h 1636"/>
                <a:gd name="T10" fmla="*/ 565 w 1382"/>
                <a:gd name="T11" fmla="*/ 54 h 1636"/>
                <a:gd name="T12" fmla="*/ 639 w 1382"/>
                <a:gd name="T13" fmla="*/ 51 h 1636"/>
                <a:gd name="T14" fmla="*/ 1206 w 1382"/>
                <a:gd name="T15" fmla="*/ 580 h 1636"/>
                <a:gd name="T16" fmla="*/ 1328 w 1382"/>
                <a:gd name="T17" fmla="*/ 1053 h 1636"/>
                <a:gd name="T18" fmla="*/ 1180 w 1382"/>
                <a:gd name="T19" fmla="*/ 1053 h 1636"/>
                <a:gd name="T20" fmla="*/ 1180 w 1382"/>
                <a:gd name="T21" fmla="*/ 1297 h 1636"/>
                <a:gd name="T22" fmla="*/ 1097 w 1382"/>
                <a:gd name="T23" fmla="*/ 1380 h 1636"/>
                <a:gd name="T24" fmla="*/ 770 w 1382"/>
                <a:gd name="T25" fmla="*/ 1380 h 1636"/>
                <a:gd name="T26" fmla="*/ 770 w 1382"/>
                <a:gd name="T27" fmla="*/ 1431 h 1636"/>
                <a:gd name="T28" fmla="*/ 887 w 1382"/>
                <a:gd name="T29" fmla="*/ 1431 h 1636"/>
                <a:gd name="T30" fmla="*/ 918 w 1382"/>
                <a:gd name="T31" fmla="*/ 1585 h 1636"/>
                <a:gd name="T32" fmla="*/ 274 w 1382"/>
                <a:gd name="T33" fmla="*/ 1585 h 1636"/>
                <a:gd name="T34" fmla="*/ 233 w 1382"/>
                <a:gd name="T35" fmla="*/ 1144 h 1636"/>
                <a:gd name="T36" fmla="*/ 110 w 1382"/>
                <a:gd name="T37" fmla="*/ 818 h 1636"/>
                <a:gd name="T38" fmla="*/ 58 w 1382"/>
                <a:gd name="T39" fmla="*/ 685 h 1636"/>
                <a:gd name="T40" fmla="*/ 222 w 1382"/>
                <a:gd name="T41" fmla="*/ 1609 h 1636"/>
                <a:gd name="T42" fmla="*/ 220 w 1382"/>
                <a:gd name="T43" fmla="*/ 1636 h 1636"/>
                <a:gd name="T44" fmla="*/ 980 w 1382"/>
                <a:gd name="T45" fmla="*/ 1636 h 1636"/>
                <a:gd name="T46" fmla="*/ 939 w 1382"/>
                <a:gd name="T47" fmla="*/ 1431 h 1636"/>
                <a:gd name="T48" fmla="*/ 1097 w 1382"/>
                <a:gd name="T49" fmla="*/ 1431 h 1636"/>
                <a:gd name="T50" fmla="*/ 1231 w 1382"/>
                <a:gd name="T51" fmla="*/ 1297 h 1636"/>
                <a:gd name="T52" fmla="*/ 1231 w 1382"/>
                <a:gd name="T53" fmla="*/ 1104 h 1636"/>
                <a:gd name="T54" fmla="*/ 1328 w 1382"/>
                <a:gd name="T55" fmla="*/ 1104 h 1636"/>
                <a:gd name="T56" fmla="*/ 1369 w 1382"/>
                <a:gd name="T57" fmla="*/ 1084 h 1636"/>
                <a:gd name="T58" fmla="*/ 1378 w 1382"/>
                <a:gd name="T59" fmla="*/ 1040 h 1636"/>
                <a:gd name="T60" fmla="*/ 1256 w 1382"/>
                <a:gd name="T61" fmla="*/ 567 h 1636"/>
                <a:gd name="T62" fmla="*/ 639 w 1382"/>
                <a:gd name="T63" fmla="*/ 0 h 1636"/>
                <a:gd name="T64" fmla="*/ 562 w 1382"/>
                <a:gd name="T65" fmla="*/ 3 h 1636"/>
                <a:gd name="T66" fmla="*/ 1 w 1382"/>
                <a:gd name="T67" fmla="*/ 575 h 1636"/>
                <a:gd name="T68" fmla="*/ 0 w 1382"/>
                <a:gd name="T69" fmla="*/ 607 h 1636"/>
                <a:gd name="T70" fmla="*/ 5 w 1382"/>
                <a:gd name="T71" fmla="*/ 678 h 1636"/>
                <a:gd name="T72" fmla="*/ 7 w 1382"/>
                <a:gd name="T73" fmla="*/ 692 h 1636"/>
                <a:gd name="T74" fmla="*/ 64 w 1382"/>
                <a:gd name="T75" fmla="*/ 839 h 1636"/>
                <a:gd name="T76" fmla="*/ 183 w 1382"/>
                <a:gd name="T77" fmla="*/ 1156 h 1636"/>
                <a:gd name="T78" fmla="*/ 222 w 1382"/>
                <a:gd name="T79" fmla="*/ 1609 h 1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2" h="1636">
                  <a:moveTo>
                    <a:pt x="58" y="685"/>
                  </a:moveTo>
                  <a:lnTo>
                    <a:pt x="56" y="671"/>
                  </a:lnTo>
                  <a:cubicBezTo>
                    <a:pt x="52" y="647"/>
                    <a:pt x="51" y="636"/>
                    <a:pt x="51" y="607"/>
                  </a:cubicBezTo>
                  <a:cubicBezTo>
                    <a:pt x="51" y="597"/>
                    <a:pt x="52" y="579"/>
                    <a:pt x="52" y="579"/>
                  </a:cubicBezTo>
                  <a:cubicBezTo>
                    <a:pt x="52" y="579"/>
                    <a:pt x="52" y="579"/>
                    <a:pt x="52" y="579"/>
                  </a:cubicBezTo>
                  <a:cubicBezTo>
                    <a:pt x="72" y="301"/>
                    <a:pt x="289" y="80"/>
                    <a:pt x="565" y="54"/>
                  </a:cubicBezTo>
                  <a:lnTo>
                    <a:pt x="639" y="51"/>
                  </a:lnTo>
                  <a:cubicBezTo>
                    <a:pt x="927" y="59"/>
                    <a:pt x="1118" y="237"/>
                    <a:pt x="1206" y="580"/>
                  </a:cubicBezTo>
                  <a:lnTo>
                    <a:pt x="1328" y="1053"/>
                  </a:lnTo>
                  <a:lnTo>
                    <a:pt x="1180" y="1053"/>
                  </a:lnTo>
                  <a:lnTo>
                    <a:pt x="1180" y="1297"/>
                  </a:lnTo>
                  <a:cubicBezTo>
                    <a:pt x="1180" y="1343"/>
                    <a:pt x="1143" y="1380"/>
                    <a:pt x="1097" y="1380"/>
                  </a:cubicBezTo>
                  <a:lnTo>
                    <a:pt x="770" y="1380"/>
                  </a:lnTo>
                  <a:lnTo>
                    <a:pt x="770" y="1431"/>
                  </a:lnTo>
                  <a:lnTo>
                    <a:pt x="887" y="1431"/>
                  </a:lnTo>
                  <a:lnTo>
                    <a:pt x="918" y="1585"/>
                  </a:lnTo>
                  <a:lnTo>
                    <a:pt x="274" y="1585"/>
                  </a:lnTo>
                  <a:cubicBezTo>
                    <a:pt x="277" y="1516"/>
                    <a:pt x="278" y="1327"/>
                    <a:pt x="233" y="1144"/>
                  </a:cubicBezTo>
                  <a:cubicBezTo>
                    <a:pt x="204" y="1028"/>
                    <a:pt x="152" y="911"/>
                    <a:pt x="110" y="818"/>
                  </a:cubicBezTo>
                  <a:cubicBezTo>
                    <a:pt x="84" y="758"/>
                    <a:pt x="61" y="707"/>
                    <a:pt x="58" y="685"/>
                  </a:cubicBezTo>
                  <a:close/>
                  <a:moveTo>
                    <a:pt x="222" y="1609"/>
                  </a:moveTo>
                  <a:lnTo>
                    <a:pt x="220" y="1636"/>
                  </a:lnTo>
                  <a:lnTo>
                    <a:pt x="980" y="1636"/>
                  </a:lnTo>
                  <a:lnTo>
                    <a:pt x="939" y="1431"/>
                  </a:lnTo>
                  <a:lnTo>
                    <a:pt x="1097" y="1431"/>
                  </a:lnTo>
                  <a:cubicBezTo>
                    <a:pt x="1171" y="1431"/>
                    <a:pt x="1231" y="1371"/>
                    <a:pt x="1231" y="1297"/>
                  </a:cubicBezTo>
                  <a:lnTo>
                    <a:pt x="1231" y="1104"/>
                  </a:lnTo>
                  <a:lnTo>
                    <a:pt x="1328" y="1104"/>
                  </a:lnTo>
                  <a:cubicBezTo>
                    <a:pt x="1344" y="1104"/>
                    <a:pt x="1359" y="1097"/>
                    <a:pt x="1369" y="1084"/>
                  </a:cubicBezTo>
                  <a:cubicBezTo>
                    <a:pt x="1378" y="1072"/>
                    <a:pt x="1382" y="1056"/>
                    <a:pt x="1378" y="1040"/>
                  </a:cubicBezTo>
                  <a:lnTo>
                    <a:pt x="1256" y="567"/>
                  </a:lnTo>
                  <a:cubicBezTo>
                    <a:pt x="1162" y="205"/>
                    <a:pt x="949" y="9"/>
                    <a:pt x="639" y="0"/>
                  </a:cubicBezTo>
                  <a:lnTo>
                    <a:pt x="562" y="3"/>
                  </a:lnTo>
                  <a:cubicBezTo>
                    <a:pt x="259" y="32"/>
                    <a:pt x="23" y="272"/>
                    <a:pt x="1" y="575"/>
                  </a:cubicBezTo>
                  <a:cubicBezTo>
                    <a:pt x="1" y="575"/>
                    <a:pt x="0" y="596"/>
                    <a:pt x="0" y="607"/>
                  </a:cubicBezTo>
                  <a:cubicBezTo>
                    <a:pt x="0" y="640"/>
                    <a:pt x="1" y="654"/>
                    <a:pt x="5" y="678"/>
                  </a:cubicBezTo>
                  <a:lnTo>
                    <a:pt x="7" y="692"/>
                  </a:lnTo>
                  <a:cubicBezTo>
                    <a:pt x="11" y="721"/>
                    <a:pt x="33" y="771"/>
                    <a:pt x="64" y="839"/>
                  </a:cubicBezTo>
                  <a:cubicBezTo>
                    <a:pt x="105" y="930"/>
                    <a:pt x="156" y="1045"/>
                    <a:pt x="183" y="1156"/>
                  </a:cubicBezTo>
                  <a:cubicBezTo>
                    <a:pt x="237" y="1373"/>
                    <a:pt x="222" y="1607"/>
                    <a:pt x="222" y="1609"/>
                  </a:cubicBez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7" name="Freeform 252">
              <a:extLst>
                <a:ext uri="{FF2B5EF4-FFF2-40B4-BE49-F238E27FC236}">
                  <a16:creationId xmlns:a16="http://schemas.microsoft.com/office/drawing/2014/main" id="{125A93E4-7956-C9D3-C181-DEDB61436A1D}"/>
                </a:ext>
              </a:extLst>
            </p:cNvPr>
            <p:cNvSpPr>
              <a:spLocks/>
            </p:cNvSpPr>
            <p:nvPr userDrawn="1"/>
          </p:nvSpPr>
          <p:spPr bwMode="auto">
            <a:xfrm>
              <a:off x="7212013" y="1849438"/>
              <a:ext cx="22225" cy="22225"/>
            </a:xfrm>
            <a:custGeom>
              <a:avLst/>
              <a:gdLst>
                <a:gd name="T0" fmla="*/ 62 w 62"/>
                <a:gd name="T1" fmla="*/ 12 h 62"/>
                <a:gd name="T2" fmla="*/ 12 w 62"/>
                <a:gd name="T3" fmla="*/ 0 h 62"/>
                <a:gd name="T4" fmla="*/ 0 w 62"/>
                <a:gd name="T5" fmla="*/ 50 h 62"/>
                <a:gd name="T6" fmla="*/ 50 w 62"/>
                <a:gd name="T7" fmla="*/ 62 h 62"/>
                <a:gd name="T8" fmla="*/ 62 w 62"/>
                <a:gd name="T9" fmla="*/ 12 h 62"/>
              </a:gdLst>
              <a:ahLst/>
              <a:cxnLst>
                <a:cxn ang="0">
                  <a:pos x="T0" y="T1"/>
                </a:cxn>
                <a:cxn ang="0">
                  <a:pos x="T2" y="T3"/>
                </a:cxn>
                <a:cxn ang="0">
                  <a:pos x="T4" y="T5"/>
                </a:cxn>
                <a:cxn ang="0">
                  <a:pos x="T6" y="T7"/>
                </a:cxn>
                <a:cxn ang="0">
                  <a:pos x="T8" y="T9"/>
                </a:cxn>
              </a:cxnLst>
              <a:rect l="0" t="0" r="r" b="b"/>
              <a:pathLst>
                <a:path w="62" h="62">
                  <a:moveTo>
                    <a:pt x="62" y="12"/>
                  </a:moveTo>
                  <a:lnTo>
                    <a:pt x="12" y="0"/>
                  </a:lnTo>
                  <a:lnTo>
                    <a:pt x="0" y="50"/>
                  </a:lnTo>
                  <a:lnTo>
                    <a:pt x="50" y="62"/>
                  </a:lnTo>
                  <a:lnTo>
                    <a:pt x="6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8" name="Freeform 253">
              <a:extLst>
                <a:ext uri="{FF2B5EF4-FFF2-40B4-BE49-F238E27FC236}">
                  <a16:creationId xmlns:a16="http://schemas.microsoft.com/office/drawing/2014/main" id="{70CB607D-31EB-3710-2A1E-D45FD2749307}"/>
                </a:ext>
              </a:extLst>
            </p:cNvPr>
            <p:cNvSpPr>
              <a:spLocks/>
            </p:cNvSpPr>
            <p:nvPr userDrawn="1"/>
          </p:nvSpPr>
          <p:spPr bwMode="auto">
            <a:xfrm>
              <a:off x="7229476" y="1776413"/>
              <a:ext cx="22225" cy="22225"/>
            </a:xfrm>
            <a:custGeom>
              <a:avLst/>
              <a:gdLst>
                <a:gd name="T0" fmla="*/ 61 w 61"/>
                <a:gd name="T1" fmla="*/ 11 h 61"/>
                <a:gd name="T2" fmla="*/ 11 w 61"/>
                <a:gd name="T3" fmla="*/ 0 h 61"/>
                <a:gd name="T4" fmla="*/ 0 w 61"/>
                <a:gd name="T5" fmla="*/ 50 h 61"/>
                <a:gd name="T6" fmla="*/ 49 w 61"/>
                <a:gd name="T7" fmla="*/ 61 h 61"/>
                <a:gd name="T8" fmla="*/ 61 w 61"/>
                <a:gd name="T9" fmla="*/ 11 h 61"/>
              </a:gdLst>
              <a:ahLst/>
              <a:cxnLst>
                <a:cxn ang="0">
                  <a:pos x="T0" y="T1"/>
                </a:cxn>
                <a:cxn ang="0">
                  <a:pos x="T2" y="T3"/>
                </a:cxn>
                <a:cxn ang="0">
                  <a:pos x="T4" y="T5"/>
                </a:cxn>
                <a:cxn ang="0">
                  <a:pos x="T6" y="T7"/>
                </a:cxn>
                <a:cxn ang="0">
                  <a:pos x="T8" y="T9"/>
                </a:cxn>
              </a:cxnLst>
              <a:rect l="0" t="0" r="r" b="b"/>
              <a:pathLst>
                <a:path w="61" h="61">
                  <a:moveTo>
                    <a:pt x="61" y="11"/>
                  </a:moveTo>
                  <a:lnTo>
                    <a:pt x="11" y="0"/>
                  </a:lnTo>
                  <a:lnTo>
                    <a:pt x="0" y="50"/>
                  </a:lnTo>
                  <a:lnTo>
                    <a:pt x="49" y="61"/>
                  </a:lnTo>
                  <a:lnTo>
                    <a:pt x="61"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19" name="Freeform 254">
              <a:extLst>
                <a:ext uri="{FF2B5EF4-FFF2-40B4-BE49-F238E27FC236}">
                  <a16:creationId xmlns:a16="http://schemas.microsoft.com/office/drawing/2014/main" id="{FF3F8F08-5C9B-3FFB-0F59-E0EB5A97E9BB}"/>
                </a:ext>
              </a:extLst>
            </p:cNvPr>
            <p:cNvSpPr>
              <a:spLocks/>
            </p:cNvSpPr>
            <p:nvPr userDrawn="1"/>
          </p:nvSpPr>
          <p:spPr bwMode="auto">
            <a:xfrm>
              <a:off x="7219951" y="1812926"/>
              <a:ext cx="22225" cy="22225"/>
            </a:xfrm>
            <a:custGeom>
              <a:avLst/>
              <a:gdLst>
                <a:gd name="T0" fmla="*/ 62 w 62"/>
                <a:gd name="T1" fmla="*/ 11 h 61"/>
                <a:gd name="T2" fmla="*/ 12 w 62"/>
                <a:gd name="T3" fmla="*/ 0 h 61"/>
                <a:gd name="T4" fmla="*/ 0 w 62"/>
                <a:gd name="T5" fmla="*/ 49 h 61"/>
                <a:gd name="T6" fmla="*/ 50 w 62"/>
                <a:gd name="T7" fmla="*/ 61 h 61"/>
                <a:gd name="T8" fmla="*/ 62 w 62"/>
                <a:gd name="T9" fmla="*/ 11 h 61"/>
              </a:gdLst>
              <a:ahLst/>
              <a:cxnLst>
                <a:cxn ang="0">
                  <a:pos x="T0" y="T1"/>
                </a:cxn>
                <a:cxn ang="0">
                  <a:pos x="T2" y="T3"/>
                </a:cxn>
                <a:cxn ang="0">
                  <a:pos x="T4" y="T5"/>
                </a:cxn>
                <a:cxn ang="0">
                  <a:pos x="T6" y="T7"/>
                </a:cxn>
                <a:cxn ang="0">
                  <a:pos x="T8" y="T9"/>
                </a:cxn>
              </a:cxnLst>
              <a:rect l="0" t="0" r="r" b="b"/>
              <a:pathLst>
                <a:path w="62" h="61">
                  <a:moveTo>
                    <a:pt x="62" y="11"/>
                  </a:moveTo>
                  <a:lnTo>
                    <a:pt x="12" y="0"/>
                  </a:lnTo>
                  <a:lnTo>
                    <a:pt x="0" y="49"/>
                  </a:lnTo>
                  <a:lnTo>
                    <a:pt x="50" y="61"/>
                  </a:lnTo>
                  <a:lnTo>
                    <a:pt x="6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0" name="Freeform 255">
              <a:extLst>
                <a:ext uri="{FF2B5EF4-FFF2-40B4-BE49-F238E27FC236}">
                  <a16:creationId xmlns:a16="http://schemas.microsoft.com/office/drawing/2014/main" id="{069F2DCF-885C-EA26-D002-1B6F81FDE4E8}"/>
                </a:ext>
              </a:extLst>
            </p:cNvPr>
            <p:cNvSpPr>
              <a:spLocks/>
            </p:cNvSpPr>
            <p:nvPr userDrawn="1"/>
          </p:nvSpPr>
          <p:spPr bwMode="auto">
            <a:xfrm>
              <a:off x="7204076" y="1884363"/>
              <a:ext cx="22225" cy="23813"/>
            </a:xfrm>
            <a:custGeom>
              <a:avLst/>
              <a:gdLst>
                <a:gd name="T0" fmla="*/ 61 w 61"/>
                <a:gd name="T1" fmla="*/ 12 h 62"/>
                <a:gd name="T2" fmla="*/ 12 w 61"/>
                <a:gd name="T3" fmla="*/ 0 h 62"/>
                <a:gd name="T4" fmla="*/ 0 w 61"/>
                <a:gd name="T5" fmla="*/ 50 h 62"/>
                <a:gd name="T6" fmla="*/ 50 w 61"/>
                <a:gd name="T7" fmla="*/ 62 h 62"/>
                <a:gd name="T8" fmla="*/ 61 w 61"/>
                <a:gd name="T9" fmla="*/ 12 h 62"/>
              </a:gdLst>
              <a:ahLst/>
              <a:cxnLst>
                <a:cxn ang="0">
                  <a:pos x="T0" y="T1"/>
                </a:cxn>
                <a:cxn ang="0">
                  <a:pos x="T2" y="T3"/>
                </a:cxn>
                <a:cxn ang="0">
                  <a:pos x="T4" y="T5"/>
                </a:cxn>
                <a:cxn ang="0">
                  <a:pos x="T6" y="T7"/>
                </a:cxn>
                <a:cxn ang="0">
                  <a:pos x="T8" y="T9"/>
                </a:cxn>
              </a:cxnLst>
              <a:rect l="0" t="0" r="r" b="b"/>
              <a:pathLst>
                <a:path w="61" h="62">
                  <a:moveTo>
                    <a:pt x="61" y="12"/>
                  </a:moveTo>
                  <a:lnTo>
                    <a:pt x="12" y="0"/>
                  </a:lnTo>
                  <a:lnTo>
                    <a:pt x="0" y="50"/>
                  </a:lnTo>
                  <a:lnTo>
                    <a:pt x="50" y="62"/>
                  </a:lnTo>
                  <a:lnTo>
                    <a:pt x="61"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1" name="Freeform 256">
              <a:extLst>
                <a:ext uri="{FF2B5EF4-FFF2-40B4-BE49-F238E27FC236}">
                  <a16:creationId xmlns:a16="http://schemas.microsoft.com/office/drawing/2014/main" id="{6311EE00-B586-BD0A-6222-7EF2D96383DC}"/>
                </a:ext>
              </a:extLst>
            </p:cNvPr>
            <p:cNvSpPr>
              <a:spLocks/>
            </p:cNvSpPr>
            <p:nvPr userDrawn="1"/>
          </p:nvSpPr>
          <p:spPr bwMode="auto">
            <a:xfrm>
              <a:off x="7232651" y="1939926"/>
              <a:ext cx="20638" cy="19050"/>
            </a:xfrm>
            <a:custGeom>
              <a:avLst/>
              <a:gdLst>
                <a:gd name="T0" fmla="*/ 12 w 57"/>
                <a:gd name="T1" fmla="*/ 0 h 53"/>
                <a:gd name="T2" fmla="*/ 0 w 57"/>
                <a:gd name="T3" fmla="*/ 50 h 53"/>
                <a:gd name="T4" fmla="*/ 28 w 57"/>
                <a:gd name="T5" fmla="*/ 53 h 53"/>
                <a:gd name="T6" fmla="*/ 57 w 57"/>
                <a:gd name="T7" fmla="*/ 53 h 53"/>
                <a:gd name="T8" fmla="*/ 57 w 57"/>
                <a:gd name="T9" fmla="*/ 2 h 53"/>
                <a:gd name="T10" fmla="*/ 28 w 57"/>
                <a:gd name="T11" fmla="*/ 2 h 53"/>
                <a:gd name="T12" fmla="*/ 12 w 57"/>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57" h="53">
                  <a:moveTo>
                    <a:pt x="12" y="0"/>
                  </a:moveTo>
                  <a:lnTo>
                    <a:pt x="0" y="50"/>
                  </a:lnTo>
                  <a:cubicBezTo>
                    <a:pt x="9" y="52"/>
                    <a:pt x="18" y="53"/>
                    <a:pt x="28" y="53"/>
                  </a:cubicBezTo>
                  <a:lnTo>
                    <a:pt x="57" y="53"/>
                  </a:lnTo>
                  <a:lnTo>
                    <a:pt x="57" y="2"/>
                  </a:lnTo>
                  <a:lnTo>
                    <a:pt x="28" y="2"/>
                  </a:lnTo>
                  <a:cubicBezTo>
                    <a:pt x="23" y="2"/>
                    <a:pt x="17"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2" name="Freeform 257">
              <a:extLst>
                <a:ext uri="{FF2B5EF4-FFF2-40B4-BE49-F238E27FC236}">
                  <a16:creationId xmlns:a16="http://schemas.microsoft.com/office/drawing/2014/main" id="{09333C81-EE09-FAB8-8B10-FA522D24DB77}"/>
                </a:ext>
              </a:extLst>
            </p:cNvPr>
            <p:cNvSpPr>
              <a:spLocks/>
            </p:cNvSpPr>
            <p:nvPr userDrawn="1"/>
          </p:nvSpPr>
          <p:spPr bwMode="auto">
            <a:xfrm>
              <a:off x="7202488" y="1922463"/>
              <a:ext cx="23813" cy="23813"/>
            </a:xfrm>
            <a:custGeom>
              <a:avLst/>
              <a:gdLst>
                <a:gd name="T0" fmla="*/ 67 w 67"/>
                <a:gd name="T1" fmla="*/ 32 h 67"/>
                <a:gd name="T2" fmla="*/ 50 w 67"/>
                <a:gd name="T3" fmla="*/ 0 h 67"/>
                <a:gd name="T4" fmla="*/ 0 w 67"/>
                <a:gd name="T5" fmla="*/ 9 h 67"/>
                <a:gd name="T6" fmla="*/ 30 w 67"/>
                <a:gd name="T7" fmla="*/ 67 h 67"/>
                <a:gd name="T8" fmla="*/ 67 w 67"/>
                <a:gd name="T9" fmla="*/ 32 h 67"/>
              </a:gdLst>
              <a:ahLst/>
              <a:cxnLst>
                <a:cxn ang="0">
                  <a:pos x="T0" y="T1"/>
                </a:cxn>
                <a:cxn ang="0">
                  <a:pos x="T2" y="T3"/>
                </a:cxn>
                <a:cxn ang="0">
                  <a:pos x="T4" y="T5"/>
                </a:cxn>
                <a:cxn ang="0">
                  <a:pos x="T6" y="T7"/>
                </a:cxn>
                <a:cxn ang="0">
                  <a:pos x="T8" y="T9"/>
                </a:cxn>
              </a:cxnLst>
              <a:rect l="0" t="0" r="r" b="b"/>
              <a:pathLst>
                <a:path w="67" h="67">
                  <a:moveTo>
                    <a:pt x="67" y="32"/>
                  </a:moveTo>
                  <a:cubicBezTo>
                    <a:pt x="58" y="23"/>
                    <a:pt x="53" y="12"/>
                    <a:pt x="50" y="0"/>
                  </a:cubicBezTo>
                  <a:lnTo>
                    <a:pt x="0" y="9"/>
                  </a:lnTo>
                  <a:cubicBezTo>
                    <a:pt x="4" y="31"/>
                    <a:pt x="15" y="51"/>
                    <a:pt x="30" y="67"/>
                  </a:cubicBezTo>
                  <a:lnTo>
                    <a:pt x="6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3" name="Freeform 258">
              <a:extLst>
                <a:ext uri="{FF2B5EF4-FFF2-40B4-BE49-F238E27FC236}">
                  <a16:creationId xmlns:a16="http://schemas.microsoft.com/office/drawing/2014/main" id="{908BD175-0AB4-8C15-B2A4-6D70ABD777F8}"/>
                </a:ext>
              </a:extLst>
            </p:cNvPr>
            <p:cNvSpPr>
              <a:spLocks/>
            </p:cNvSpPr>
            <p:nvPr userDrawn="1"/>
          </p:nvSpPr>
          <p:spPr bwMode="auto">
            <a:xfrm>
              <a:off x="7237413" y="1741488"/>
              <a:ext cx="23813" cy="22225"/>
            </a:xfrm>
            <a:custGeom>
              <a:avLst/>
              <a:gdLst>
                <a:gd name="T0" fmla="*/ 63 w 63"/>
                <a:gd name="T1" fmla="*/ 15 h 64"/>
                <a:gd name="T2" fmla="*/ 14 w 63"/>
                <a:gd name="T3" fmla="*/ 0 h 64"/>
                <a:gd name="T4" fmla="*/ 0 w 63"/>
                <a:gd name="T5" fmla="*/ 50 h 64"/>
                <a:gd name="T6" fmla="*/ 49 w 63"/>
                <a:gd name="T7" fmla="*/ 64 h 64"/>
                <a:gd name="T8" fmla="*/ 63 w 63"/>
                <a:gd name="T9" fmla="*/ 15 h 64"/>
              </a:gdLst>
              <a:ahLst/>
              <a:cxnLst>
                <a:cxn ang="0">
                  <a:pos x="T0" y="T1"/>
                </a:cxn>
                <a:cxn ang="0">
                  <a:pos x="T2" y="T3"/>
                </a:cxn>
                <a:cxn ang="0">
                  <a:pos x="T4" y="T5"/>
                </a:cxn>
                <a:cxn ang="0">
                  <a:pos x="T6" y="T7"/>
                </a:cxn>
                <a:cxn ang="0">
                  <a:pos x="T8" y="T9"/>
                </a:cxn>
              </a:cxnLst>
              <a:rect l="0" t="0" r="r" b="b"/>
              <a:pathLst>
                <a:path w="63" h="64">
                  <a:moveTo>
                    <a:pt x="63" y="15"/>
                  </a:moveTo>
                  <a:lnTo>
                    <a:pt x="14" y="0"/>
                  </a:lnTo>
                  <a:cubicBezTo>
                    <a:pt x="9" y="16"/>
                    <a:pt x="4" y="33"/>
                    <a:pt x="0" y="50"/>
                  </a:cubicBezTo>
                  <a:lnTo>
                    <a:pt x="49" y="64"/>
                  </a:lnTo>
                  <a:cubicBezTo>
                    <a:pt x="53" y="47"/>
                    <a:pt x="58" y="31"/>
                    <a:pt x="6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4" name="Freeform 259">
              <a:extLst>
                <a:ext uri="{FF2B5EF4-FFF2-40B4-BE49-F238E27FC236}">
                  <a16:creationId xmlns:a16="http://schemas.microsoft.com/office/drawing/2014/main" id="{D7B9EABC-3F53-6D36-CED4-DFE7E9D1D9A2}"/>
                </a:ext>
              </a:extLst>
            </p:cNvPr>
            <p:cNvSpPr>
              <a:spLocks/>
            </p:cNvSpPr>
            <p:nvPr userDrawn="1"/>
          </p:nvSpPr>
          <p:spPr bwMode="auto">
            <a:xfrm>
              <a:off x="7283451" y="1639888"/>
              <a:ext cx="25400" cy="25400"/>
            </a:xfrm>
            <a:custGeom>
              <a:avLst/>
              <a:gdLst>
                <a:gd name="T0" fmla="*/ 71 w 71"/>
                <a:gd name="T1" fmla="*/ 32 h 71"/>
                <a:gd name="T2" fmla="*/ 31 w 71"/>
                <a:gd name="T3" fmla="*/ 0 h 71"/>
                <a:gd name="T4" fmla="*/ 0 w 71"/>
                <a:gd name="T5" fmla="*/ 43 h 71"/>
                <a:gd name="T6" fmla="*/ 42 w 71"/>
                <a:gd name="T7" fmla="*/ 71 h 71"/>
                <a:gd name="T8" fmla="*/ 71 w 71"/>
                <a:gd name="T9" fmla="*/ 32 h 71"/>
              </a:gdLst>
              <a:ahLst/>
              <a:cxnLst>
                <a:cxn ang="0">
                  <a:pos x="T0" y="T1"/>
                </a:cxn>
                <a:cxn ang="0">
                  <a:pos x="T2" y="T3"/>
                </a:cxn>
                <a:cxn ang="0">
                  <a:pos x="T4" y="T5"/>
                </a:cxn>
                <a:cxn ang="0">
                  <a:pos x="T6" y="T7"/>
                </a:cxn>
                <a:cxn ang="0">
                  <a:pos x="T8" y="T9"/>
                </a:cxn>
              </a:cxnLst>
              <a:rect l="0" t="0" r="r" b="b"/>
              <a:pathLst>
                <a:path w="71" h="71">
                  <a:moveTo>
                    <a:pt x="71" y="32"/>
                  </a:moveTo>
                  <a:lnTo>
                    <a:pt x="31" y="0"/>
                  </a:lnTo>
                  <a:cubicBezTo>
                    <a:pt x="20" y="13"/>
                    <a:pt x="10" y="28"/>
                    <a:pt x="0" y="43"/>
                  </a:cubicBezTo>
                  <a:lnTo>
                    <a:pt x="42" y="71"/>
                  </a:lnTo>
                  <a:cubicBezTo>
                    <a:pt x="51" y="58"/>
                    <a:pt x="61" y="44"/>
                    <a:pt x="7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5" name="Freeform 260">
              <a:extLst>
                <a:ext uri="{FF2B5EF4-FFF2-40B4-BE49-F238E27FC236}">
                  <a16:creationId xmlns:a16="http://schemas.microsoft.com/office/drawing/2014/main" id="{DB4AC5FD-248D-6452-74E8-2F7DBF409B4A}"/>
                </a:ext>
              </a:extLst>
            </p:cNvPr>
            <p:cNvSpPr>
              <a:spLocks/>
            </p:cNvSpPr>
            <p:nvPr userDrawn="1"/>
          </p:nvSpPr>
          <p:spPr bwMode="auto">
            <a:xfrm>
              <a:off x="7307263" y="1611313"/>
              <a:ext cx="26988" cy="26988"/>
            </a:xfrm>
            <a:custGeom>
              <a:avLst/>
              <a:gdLst>
                <a:gd name="T0" fmla="*/ 73 w 73"/>
                <a:gd name="T1" fmla="*/ 38 h 72"/>
                <a:gd name="T2" fmla="*/ 39 w 73"/>
                <a:gd name="T3" fmla="*/ 0 h 72"/>
                <a:gd name="T4" fmla="*/ 0 w 73"/>
                <a:gd name="T5" fmla="*/ 37 h 72"/>
                <a:gd name="T6" fmla="*/ 37 w 73"/>
                <a:gd name="T7" fmla="*/ 72 h 72"/>
                <a:gd name="T8" fmla="*/ 73 w 73"/>
                <a:gd name="T9" fmla="*/ 38 h 72"/>
              </a:gdLst>
              <a:ahLst/>
              <a:cxnLst>
                <a:cxn ang="0">
                  <a:pos x="T0" y="T1"/>
                </a:cxn>
                <a:cxn ang="0">
                  <a:pos x="T2" y="T3"/>
                </a:cxn>
                <a:cxn ang="0">
                  <a:pos x="T4" y="T5"/>
                </a:cxn>
                <a:cxn ang="0">
                  <a:pos x="T6" y="T7"/>
                </a:cxn>
                <a:cxn ang="0">
                  <a:pos x="T8" y="T9"/>
                </a:cxn>
              </a:cxnLst>
              <a:rect l="0" t="0" r="r" b="b"/>
              <a:pathLst>
                <a:path w="73" h="72">
                  <a:moveTo>
                    <a:pt x="73" y="38"/>
                  </a:moveTo>
                  <a:lnTo>
                    <a:pt x="39" y="0"/>
                  </a:lnTo>
                  <a:cubicBezTo>
                    <a:pt x="26" y="11"/>
                    <a:pt x="13" y="24"/>
                    <a:pt x="0" y="37"/>
                  </a:cubicBezTo>
                  <a:lnTo>
                    <a:pt x="37" y="72"/>
                  </a:lnTo>
                  <a:cubicBezTo>
                    <a:pt x="49" y="60"/>
                    <a:pt x="61" y="49"/>
                    <a:pt x="7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6" name="Freeform 261">
              <a:extLst>
                <a:ext uri="{FF2B5EF4-FFF2-40B4-BE49-F238E27FC236}">
                  <a16:creationId xmlns:a16="http://schemas.microsoft.com/office/drawing/2014/main" id="{4C68AAEA-829A-A3B2-5C69-A33AA7ECAFE8}"/>
                </a:ext>
              </a:extLst>
            </p:cNvPr>
            <p:cNvSpPr>
              <a:spLocks/>
            </p:cNvSpPr>
            <p:nvPr userDrawn="1"/>
          </p:nvSpPr>
          <p:spPr bwMode="auto">
            <a:xfrm>
              <a:off x="7264401" y="1671638"/>
              <a:ext cx="25400" cy="25400"/>
            </a:xfrm>
            <a:custGeom>
              <a:avLst/>
              <a:gdLst>
                <a:gd name="T0" fmla="*/ 70 w 70"/>
                <a:gd name="T1" fmla="*/ 26 h 70"/>
                <a:gd name="T2" fmla="*/ 25 w 70"/>
                <a:gd name="T3" fmla="*/ 0 h 70"/>
                <a:gd name="T4" fmla="*/ 0 w 70"/>
                <a:gd name="T5" fmla="*/ 47 h 70"/>
                <a:gd name="T6" fmla="*/ 46 w 70"/>
                <a:gd name="T7" fmla="*/ 70 h 70"/>
                <a:gd name="T8" fmla="*/ 70 w 70"/>
                <a:gd name="T9" fmla="*/ 26 h 70"/>
              </a:gdLst>
              <a:ahLst/>
              <a:cxnLst>
                <a:cxn ang="0">
                  <a:pos x="T0" y="T1"/>
                </a:cxn>
                <a:cxn ang="0">
                  <a:pos x="T2" y="T3"/>
                </a:cxn>
                <a:cxn ang="0">
                  <a:pos x="T4" y="T5"/>
                </a:cxn>
                <a:cxn ang="0">
                  <a:pos x="T6" y="T7"/>
                </a:cxn>
                <a:cxn ang="0">
                  <a:pos x="T8" y="T9"/>
                </a:cxn>
              </a:cxnLst>
              <a:rect l="0" t="0" r="r" b="b"/>
              <a:pathLst>
                <a:path w="70" h="70">
                  <a:moveTo>
                    <a:pt x="70" y="26"/>
                  </a:moveTo>
                  <a:lnTo>
                    <a:pt x="25" y="0"/>
                  </a:lnTo>
                  <a:cubicBezTo>
                    <a:pt x="17" y="15"/>
                    <a:pt x="8" y="31"/>
                    <a:pt x="0" y="47"/>
                  </a:cubicBezTo>
                  <a:lnTo>
                    <a:pt x="46" y="70"/>
                  </a:lnTo>
                  <a:cubicBezTo>
                    <a:pt x="53" y="55"/>
                    <a:pt x="61" y="40"/>
                    <a:pt x="7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7" name="Freeform 262">
              <a:extLst>
                <a:ext uri="{FF2B5EF4-FFF2-40B4-BE49-F238E27FC236}">
                  <a16:creationId xmlns:a16="http://schemas.microsoft.com/office/drawing/2014/main" id="{5AC5BA80-C340-5DF2-5BA1-07B9E161F865}"/>
                </a:ext>
              </a:extLst>
            </p:cNvPr>
            <p:cNvSpPr>
              <a:spLocks/>
            </p:cNvSpPr>
            <p:nvPr userDrawn="1"/>
          </p:nvSpPr>
          <p:spPr bwMode="auto">
            <a:xfrm>
              <a:off x="7248526" y="1704976"/>
              <a:ext cx="25400" cy="23813"/>
            </a:xfrm>
            <a:custGeom>
              <a:avLst/>
              <a:gdLst>
                <a:gd name="T0" fmla="*/ 67 w 67"/>
                <a:gd name="T1" fmla="*/ 20 h 66"/>
                <a:gd name="T2" fmla="*/ 20 w 67"/>
                <a:gd name="T3" fmla="*/ 0 h 66"/>
                <a:gd name="T4" fmla="*/ 0 w 67"/>
                <a:gd name="T5" fmla="*/ 48 h 66"/>
                <a:gd name="T6" fmla="*/ 48 w 67"/>
                <a:gd name="T7" fmla="*/ 66 h 66"/>
                <a:gd name="T8" fmla="*/ 67 w 67"/>
                <a:gd name="T9" fmla="*/ 20 h 66"/>
              </a:gdLst>
              <a:ahLst/>
              <a:cxnLst>
                <a:cxn ang="0">
                  <a:pos x="T0" y="T1"/>
                </a:cxn>
                <a:cxn ang="0">
                  <a:pos x="T2" y="T3"/>
                </a:cxn>
                <a:cxn ang="0">
                  <a:pos x="T4" y="T5"/>
                </a:cxn>
                <a:cxn ang="0">
                  <a:pos x="T6" y="T7"/>
                </a:cxn>
                <a:cxn ang="0">
                  <a:pos x="T8" y="T9"/>
                </a:cxn>
              </a:cxnLst>
              <a:rect l="0" t="0" r="r" b="b"/>
              <a:pathLst>
                <a:path w="67" h="66">
                  <a:moveTo>
                    <a:pt x="67" y="20"/>
                  </a:moveTo>
                  <a:lnTo>
                    <a:pt x="20" y="0"/>
                  </a:lnTo>
                  <a:cubicBezTo>
                    <a:pt x="13" y="15"/>
                    <a:pt x="7" y="32"/>
                    <a:pt x="0" y="48"/>
                  </a:cubicBezTo>
                  <a:lnTo>
                    <a:pt x="48" y="66"/>
                  </a:lnTo>
                  <a:cubicBezTo>
                    <a:pt x="54" y="50"/>
                    <a:pt x="60" y="35"/>
                    <a:pt x="6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8" name="Rectangle 263">
              <a:extLst>
                <a:ext uri="{FF2B5EF4-FFF2-40B4-BE49-F238E27FC236}">
                  <a16:creationId xmlns:a16="http://schemas.microsoft.com/office/drawing/2014/main" id="{7D33D8A2-7A6A-A150-234E-FE6113996A40}"/>
                </a:ext>
              </a:extLst>
            </p:cNvPr>
            <p:cNvSpPr>
              <a:spLocks noChangeArrowheads="1"/>
            </p:cNvSpPr>
            <p:nvPr userDrawn="1"/>
          </p:nvSpPr>
          <p:spPr bwMode="auto">
            <a:xfrm>
              <a:off x="7262813" y="1941513"/>
              <a:ext cx="19050" cy="17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29" name="Freeform 264">
              <a:extLst>
                <a:ext uri="{FF2B5EF4-FFF2-40B4-BE49-F238E27FC236}">
                  <a16:creationId xmlns:a16="http://schemas.microsoft.com/office/drawing/2014/main" id="{29852FC0-1C8E-C202-06D8-D23E6F025B19}"/>
                </a:ext>
              </a:extLst>
            </p:cNvPr>
            <p:cNvSpPr>
              <a:spLocks/>
            </p:cNvSpPr>
            <p:nvPr userDrawn="1"/>
          </p:nvSpPr>
          <p:spPr bwMode="auto">
            <a:xfrm>
              <a:off x="7294563" y="2057401"/>
              <a:ext cx="20638" cy="19050"/>
            </a:xfrm>
            <a:custGeom>
              <a:avLst/>
              <a:gdLst>
                <a:gd name="T0" fmla="*/ 18 w 55"/>
                <a:gd name="T1" fmla="*/ 0 h 56"/>
                <a:gd name="T2" fmla="*/ 0 w 55"/>
                <a:gd name="T3" fmla="*/ 48 h 56"/>
                <a:gd name="T4" fmla="*/ 47 w 55"/>
                <a:gd name="T5" fmla="*/ 56 h 56"/>
                <a:gd name="T6" fmla="*/ 55 w 55"/>
                <a:gd name="T7" fmla="*/ 56 h 56"/>
                <a:gd name="T8" fmla="*/ 55 w 55"/>
                <a:gd name="T9" fmla="*/ 5 h 56"/>
                <a:gd name="T10" fmla="*/ 47 w 55"/>
                <a:gd name="T11" fmla="*/ 5 h 56"/>
                <a:gd name="T12" fmla="*/ 18 w 55"/>
                <a:gd name="T13" fmla="*/ 0 h 56"/>
              </a:gdLst>
              <a:ahLst/>
              <a:cxnLst>
                <a:cxn ang="0">
                  <a:pos x="T0" y="T1"/>
                </a:cxn>
                <a:cxn ang="0">
                  <a:pos x="T2" y="T3"/>
                </a:cxn>
                <a:cxn ang="0">
                  <a:pos x="T4" y="T5"/>
                </a:cxn>
                <a:cxn ang="0">
                  <a:pos x="T6" y="T7"/>
                </a:cxn>
                <a:cxn ang="0">
                  <a:pos x="T8" y="T9"/>
                </a:cxn>
                <a:cxn ang="0">
                  <a:pos x="T10" y="T11"/>
                </a:cxn>
                <a:cxn ang="0">
                  <a:pos x="T12" y="T13"/>
                </a:cxn>
              </a:cxnLst>
              <a:rect l="0" t="0" r="r" b="b"/>
              <a:pathLst>
                <a:path w="55" h="56">
                  <a:moveTo>
                    <a:pt x="18" y="0"/>
                  </a:moveTo>
                  <a:lnTo>
                    <a:pt x="0" y="48"/>
                  </a:lnTo>
                  <a:cubicBezTo>
                    <a:pt x="15" y="54"/>
                    <a:pt x="31" y="56"/>
                    <a:pt x="47" y="56"/>
                  </a:cubicBezTo>
                  <a:lnTo>
                    <a:pt x="55" y="56"/>
                  </a:lnTo>
                  <a:lnTo>
                    <a:pt x="55" y="5"/>
                  </a:lnTo>
                  <a:lnTo>
                    <a:pt x="47" y="5"/>
                  </a:lnTo>
                  <a:cubicBezTo>
                    <a:pt x="37" y="5"/>
                    <a:pt x="27" y="4"/>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0" name="Freeform 265">
              <a:extLst>
                <a:ext uri="{FF2B5EF4-FFF2-40B4-BE49-F238E27FC236}">
                  <a16:creationId xmlns:a16="http://schemas.microsoft.com/office/drawing/2014/main" id="{64C6406C-366B-46C4-1DE3-7CB9685CC89C}"/>
                </a:ext>
              </a:extLst>
            </p:cNvPr>
            <p:cNvSpPr>
              <a:spLocks/>
            </p:cNvSpPr>
            <p:nvPr userDrawn="1"/>
          </p:nvSpPr>
          <p:spPr bwMode="auto">
            <a:xfrm>
              <a:off x="7265988" y="2039938"/>
              <a:ext cx="23813" cy="23813"/>
            </a:xfrm>
            <a:custGeom>
              <a:avLst/>
              <a:gdLst>
                <a:gd name="T0" fmla="*/ 0 w 67"/>
                <a:gd name="T1" fmla="*/ 18 h 66"/>
                <a:gd name="T2" fmla="*/ 31 w 67"/>
                <a:gd name="T3" fmla="*/ 66 h 66"/>
                <a:gd name="T4" fmla="*/ 67 w 67"/>
                <a:gd name="T5" fmla="*/ 29 h 66"/>
                <a:gd name="T6" fmla="*/ 48 w 67"/>
                <a:gd name="T7" fmla="*/ 0 h 66"/>
                <a:gd name="T8" fmla="*/ 0 w 67"/>
                <a:gd name="T9" fmla="*/ 18 h 66"/>
              </a:gdLst>
              <a:ahLst/>
              <a:cxnLst>
                <a:cxn ang="0">
                  <a:pos x="T0" y="T1"/>
                </a:cxn>
                <a:cxn ang="0">
                  <a:pos x="T2" y="T3"/>
                </a:cxn>
                <a:cxn ang="0">
                  <a:pos x="T4" y="T5"/>
                </a:cxn>
                <a:cxn ang="0">
                  <a:pos x="T6" y="T7"/>
                </a:cxn>
                <a:cxn ang="0">
                  <a:pos x="T8" y="T9"/>
                </a:cxn>
              </a:cxnLst>
              <a:rect l="0" t="0" r="r" b="b"/>
              <a:pathLst>
                <a:path w="67" h="66">
                  <a:moveTo>
                    <a:pt x="0" y="18"/>
                  </a:moveTo>
                  <a:cubicBezTo>
                    <a:pt x="7" y="36"/>
                    <a:pt x="18" y="52"/>
                    <a:pt x="31" y="66"/>
                  </a:cubicBezTo>
                  <a:lnTo>
                    <a:pt x="67" y="29"/>
                  </a:lnTo>
                  <a:cubicBezTo>
                    <a:pt x="59" y="21"/>
                    <a:pt x="52" y="11"/>
                    <a:pt x="48" y="0"/>
                  </a:cubicBez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1" name="Rectangle 266">
              <a:extLst>
                <a:ext uri="{FF2B5EF4-FFF2-40B4-BE49-F238E27FC236}">
                  <a16:creationId xmlns:a16="http://schemas.microsoft.com/office/drawing/2014/main" id="{04C97DC7-530A-BB69-421A-9FBE21680E6C}"/>
                </a:ext>
              </a:extLst>
            </p:cNvPr>
            <p:cNvSpPr>
              <a:spLocks noChangeArrowheads="1"/>
            </p:cNvSpPr>
            <p:nvPr userDrawn="1"/>
          </p:nvSpPr>
          <p:spPr bwMode="auto">
            <a:xfrm>
              <a:off x="7262813" y="2009776"/>
              <a:ext cx="1905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2" name="Rectangle 267">
              <a:extLst>
                <a:ext uri="{FF2B5EF4-FFF2-40B4-BE49-F238E27FC236}">
                  <a16:creationId xmlns:a16="http://schemas.microsoft.com/office/drawing/2014/main" id="{7E9F9C1E-338B-676B-FD36-5B2212939D81}"/>
                </a:ext>
              </a:extLst>
            </p:cNvPr>
            <p:cNvSpPr>
              <a:spLocks noChangeArrowheads="1"/>
            </p:cNvSpPr>
            <p:nvPr userDrawn="1"/>
          </p:nvSpPr>
          <p:spPr bwMode="auto">
            <a:xfrm>
              <a:off x="7262813" y="1976438"/>
              <a:ext cx="1905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3" name="Rectangle 268">
              <a:extLst>
                <a:ext uri="{FF2B5EF4-FFF2-40B4-BE49-F238E27FC236}">
                  <a16:creationId xmlns:a16="http://schemas.microsoft.com/office/drawing/2014/main" id="{B54F8475-99DA-E2B8-D55F-2E06F8A09C87}"/>
                </a:ext>
              </a:extLst>
            </p:cNvPr>
            <p:cNvSpPr>
              <a:spLocks noChangeArrowheads="1"/>
            </p:cNvSpPr>
            <p:nvPr userDrawn="1"/>
          </p:nvSpPr>
          <p:spPr bwMode="auto">
            <a:xfrm>
              <a:off x="7331076" y="2058988"/>
              <a:ext cx="17463" cy="17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4" name="Freeform 269">
              <a:extLst>
                <a:ext uri="{FF2B5EF4-FFF2-40B4-BE49-F238E27FC236}">
                  <a16:creationId xmlns:a16="http://schemas.microsoft.com/office/drawing/2014/main" id="{E9E05942-63F2-05E6-334A-D36681150890}"/>
                </a:ext>
              </a:extLst>
            </p:cNvPr>
            <p:cNvSpPr>
              <a:spLocks/>
            </p:cNvSpPr>
            <p:nvPr userDrawn="1"/>
          </p:nvSpPr>
          <p:spPr bwMode="auto">
            <a:xfrm>
              <a:off x="7437438" y="1560513"/>
              <a:ext cx="239713" cy="590550"/>
            </a:xfrm>
            <a:custGeom>
              <a:avLst/>
              <a:gdLst>
                <a:gd name="T0" fmla="*/ 101 w 665"/>
                <a:gd name="T1" fmla="*/ 3 h 1636"/>
                <a:gd name="T2" fmla="*/ 25 w 665"/>
                <a:gd name="T3" fmla="*/ 0 h 1636"/>
                <a:gd name="T4" fmla="*/ 0 w 665"/>
                <a:gd name="T5" fmla="*/ 0 h 1636"/>
                <a:gd name="T6" fmla="*/ 0 w 665"/>
                <a:gd name="T7" fmla="*/ 51 h 1636"/>
                <a:gd name="T8" fmla="*/ 24 w 665"/>
                <a:gd name="T9" fmla="*/ 51 h 1636"/>
                <a:gd name="T10" fmla="*/ 97 w 665"/>
                <a:gd name="T11" fmla="*/ 54 h 1636"/>
                <a:gd name="T12" fmla="*/ 613 w 665"/>
                <a:gd name="T13" fmla="*/ 578 h 1636"/>
                <a:gd name="T14" fmla="*/ 614 w 665"/>
                <a:gd name="T15" fmla="*/ 607 h 1636"/>
                <a:gd name="T16" fmla="*/ 609 w 665"/>
                <a:gd name="T17" fmla="*/ 671 h 1636"/>
                <a:gd name="T18" fmla="*/ 607 w 665"/>
                <a:gd name="T19" fmla="*/ 685 h 1636"/>
                <a:gd name="T20" fmla="*/ 554 w 665"/>
                <a:gd name="T21" fmla="*/ 818 h 1636"/>
                <a:gd name="T22" fmla="*/ 431 w 665"/>
                <a:gd name="T23" fmla="*/ 1144 h 1636"/>
                <a:gd name="T24" fmla="*/ 390 w 665"/>
                <a:gd name="T25" fmla="*/ 1585 h 1636"/>
                <a:gd name="T26" fmla="*/ 70 w 665"/>
                <a:gd name="T27" fmla="*/ 1585 h 1636"/>
                <a:gd name="T28" fmla="*/ 70 w 665"/>
                <a:gd name="T29" fmla="*/ 1636 h 1636"/>
                <a:gd name="T30" fmla="*/ 444 w 665"/>
                <a:gd name="T31" fmla="*/ 1636 h 1636"/>
                <a:gd name="T32" fmla="*/ 442 w 665"/>
                <a:gd name="T33" fmla="*/ 1609 h 1636"/>
                <a:gd name="T34" fmla="*/ 481 w 665"/>
                <a:gd name="T35" fmla="*/ 1156 h 1636"/>
                <a:gd name="T36" fmla="*/ 601 w 665"/>
                <a:gd name="T37" fmla="*/ 839 h 1636"/>
                <a:gd name="T38" fmla="*/ 657 w 665"/>
                <a:gd name="T39" fmla="*/ 692 h 1636"/>
                <a:gd name="T40" fmla="*/ 659 w 665"/>
                <a:gd name="T41" fmla="*/ 678 h 1636"/>
                <a:gd name="T42" fmla="*/ 665 w 665"/>
                <a:gd name="T43" fmla="*/ 607 h 1636"/>
                <a:gd name="T44" fmla="*/ 664 w 665"/>
                <a:gd name="T45" fmla="*/ 575 h 1636"/>
                <a:gd name="T46" fmla="*/ 101 w 665"/>
                <a:gd name="T47" fmla="*/ 3 h 1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65" h="1636">
                  <a:moveTo>
                    <a:pt x="101" y="3"/>
                  </a:moveTo>
                  <a:lnTo>
                    <a:pt x="25" y="0"/>
                  </a:lnTo>
                  <a:lnTo>
                    <a:pt x="0" y="0"/>
                  </a:lnTo>
                  <a:lnTo>
                    <a:pt x="0" y="51"/>
                  </a:lnTo>
                  <a:lnTo>
                    <a:pt x="24" y="51"/>
                  </a:lnTo>
                  <a:lnTo>
                    <a:pt x="97" y="54"/>
                  </a:lnTo>
                  <a:cubicBezTo>
                    <a:pt x="375" y="80"/>
                    <a:pt x="592" y="301"/>
                    <a:pt x="613" y="578"/>
                  </a:cubicBezTo>
                  <a:cubicBezTo>
                    <a:pt x="613" y="578"/>
                    <a:pt x="614" y="597"/>
                    <a:pt x="614" y="607"/>
                  </a:cubicBezTo>
                  <a:cubicBezTo>
                    <a:pt x="614" y="636"/>
                    <a:pt x="612" y="647"/>
                    <a:pt x="609" y="671"/>
                  </a:cubicBezTo>
                  <a:lnTo>
                    <a:pt x="607" y="685"/>
                  </a:lnTo>
                  <a:cubicBezTo>
                    <a:pt x="604" y="707"/>
                    <a:pt x="581" y="758"/>
                    <a:pt x="554" y="818"/>
                  </a:cubicBezTo>
                  <a:cubicBezTo>
                    <a:pt x="512" y="911"/>
                    <a:pt x="460" y="1028"/>
                    <a:pt x="431" y="1144"/>
                  </a:cubicBezTo>
                  <a:cubicBezTo>
                    <a:pt x="386" y="1327"/>
                    <a:pt x="388" y="1516"/>
                    <a:pt x="390" y="1585"/>
                  </a:cubicBezTo>
                  <a:lnTo>
                    <a:pt x="70" y="1585"/>
                  </a:lnTo>
                  <a:lnTo>
                    <a:pt x="70" y="1636"/>
                  </a:lnTo>
                  <a:lnTo>
                    <a:pt x="444" y="1636"/>
                  </a:lnTo>
                  <a:lnTo>
                    <a:pt x="442" y="1609"/>
                  </a:lnTo>
                  <a:cubicBezTo>
                    <a:pt x="442" y="1607"/>
                    <a:pt x="427" y="1373"/>
                    <a:pt x="481" y="1156"/>
                  </a:cubicBezTo>
                  <a:cubicBezTo>
                    <a:pt x="509" y="1045"/>
                    <a:pt x="560" y="930"/>
                    <a:pt x="601" y="839"/>
                  </a:cubicBezTo>
                  <a:cubicBezTo>
                    <a:pt x="631" y="771"/>
                    <a:pt x="653" y="721"/>
                    <a:pt x="657" y="692"/>
                  </a:cubicBezTo>
                  <a:lnTo>
                    <a:pt x="659" y="678"/>
                  </a:lnTo>
                  <a:cubicBezTo>
                    <a:pt x="663" y="654"/>
                    <a:pt x="665" y="640"/>
                    <a:pt x="665" y="607"/>
                  </a:cubicBezTo>
                  <a:cubicBezTo>
                    <a:pt x="665" y="596"/>
                    <a:pt x="664" y="575"/>
                    <a:pt x="664" y="575"/>
                  </a:cubicBezTo>
                  <a:cubicBezTo>
                    <a:pt x="641" y="272"/>
                    <a:pt x="405" y="32"/>
                    <a:pt x="10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5" name="Freeform 270">
              <a:extLst>
                <a:ext uri="{FF2B5EF4-FFF2-40B4-BE49-F238E27FC236}">
                  <a16:creationId xmlns:a16="http://schemas.microsoft.com/office/drawing/2014/main" id="{DBCB98A7-50B0-DCDE-CA69-3EFA91E8D006}"/>
                </a:ext>
              </a:extLst>
            </p:cNvPr>
            <p:cNvSpPr>
              <a:spLocks/>
            </p:cNvSpPr>
            <p:nvPr userDrawn="1"/>
          </p:nvSpPr>
          <p:spPr bwMode="auto">
            <a:xfrm>
              <a:off x="7305676" y="1724026"/>
              <a:ext cx="187325" cy="212725"/>
            </a:xfrm>
            <a:custGeom>
              <a:avLst/>
              <a:gdLst>
                <a:gd name="T0" fmla="*/ 0 w 522"/>
                <a:gd name="T1" fmla="*/ 260 h 592"/>
                <a:gd name="T2" fmla="*/ 261 w 522"/>
                <a:gd name="T3" fmla="*/ 521 h 592"/>
                <a:gd name="T4" fmla="*/ 283 w 522"/>
                <a:gd name="T5" fmla="*/ 521 h 592"/>
                <a:gd name="T6" fmla="*/ 248 w 522"/>
                <a:gd name="T7" fmla="*/ 556 h 592"/>
                <a:gd name="T8" fmla="*/ 284 w 522"/>
                <a:gd name="T9" fmla="*/ 592 h 592"/>
                <a:gd name="T10" fmla="*/ 380 w 522"/>
                <a:gd name="T11" fmla="*/ 497 h 592"/>
                <a:gd name="T12" fmla="*/ 279 w 522"/>
                <a:gd name="T13" fmla="*/ 396 h 592"/>
                <a:gd name="T14" fmla="*/ 243 w 522"/>
                <a:gd name="T15" fmla="*/ 433 h 592"/>
                <a:gd name="T16" fmla="*/ 281 w 522"/>
                <a:gd name="T17" fmla="*/ 470 h 592"/>
                <a:gd name="T18" fmla="*/ 261 w 522"/>
                <a:gd name="T19" fmla="*/ 470 h 592"/>
                <a:gd name="T20" fmla="*/ 51 w 522"/>
                <a:gd name="T21" fmla="*/ 260 h 592"/>
                <a:gd name="T22" fmla="*/ 261 w 522"/>
                <a:gd name="T23" fmla="*/ 51 h 592"/>
                <a:gd name="T24" fmla="*/ 471 w 522"/>
                <a:gd name="T25" fmla="*/ 260 h 592"/>
                <a:gd name="T26" fmla="*/ 522 w 522"/>
                <a:gd name="T27" fmla="*/ 260 h 592"/>
                <a:gd name="T28" fmla="*/ 261 w 522"/>
                <a:gd name="T29" fmla="*/ 0 h 592"/>
                <a:gd name="T30" fmla="*/ 0 w 522"/>
                <a:gd name="T31" fmla="*/ 26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2" h="592">
                  <a:moveTo>
                    <a:pt x="0" y="260"/>
                  </a:moveTo>
                  <a:cubicBezTo>
                    <a:pt x="0" y="404"/>
                    <a:pt x="117" y="521"/>
                    <a:pt x="261" y="521"/>
                  </a:cubicBezTo>
                  <a:lnTo>
                    <a:pt x="283" y="521"/>
                  </a:lnTo>
                  <a:lnTo>
                    <a:pt x="248" y="556"/>
                  </a:lnTo>
                  <a:lnTo>
                    <a:pt x="284" y="592"/>
                  </a:lnTo>
                  <a:lnTo>
                    <a:pt x="380" y="497"/>
                  </a:lnTo>
                  <a:lnTo>
                    <a:pt x="279" y="396"/>
                  </a:lnTo>
                  <a:lnTo>
                    <a:pt x="243" y="433"/>
                  </a:lnTo>
                  <a:lnTo>
                    <a:pt x="281" y="470"/>
                  </a:lnTo>
                  <a:lnTo>
                    <a:pt x="261" y="470"/>
                  </a:lnTo>
                  <a:cubicBezTo>
                    <a:pt x="145" y="470"/>
                    <a:pt x="51" y="376"/>
                    <a:pt x="51" y="260"/>
                  </a:cubicBezTo>
                  <a:cubicBezTo>
                    <a:pt x="51" y="145"/>
                    <a:pt x="145" y="51"/>
                    <a:pt x="261" y="51"/>
                  </a:cubicBezTo>
                  <a:cubicBezTo>
                    <a:pt x="377" y="51"/>
                    <a:pt x="471" y="145"/>
                    <a:pt x="471" y="260"/>
                  </a:cubicBezTo>
                  <a:lnTo>
                    <a:pt x="522" y="260"/>
                  </a:lnTo>
                  <a:cubicBezTo>
                    <a:pt x="522" y="117"/>
                    <a:pt x="405" y="0"/>
                    <a:pt x="261" y="0"/>
                  </a:cubicBezTo>
                  <a:cubicBezTo>
                    <a:pt x="117" y="0"/>
                    <a:pt x="0" y="117"/>
                    <a:pt x="0" y="2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36" name="Group 335">
            <a:extLst>
              <a:ext uri="{FF2B5EF4-FFF2-40B4-BE49-F238E27FC236}">
                <a16:creationId xmlns:a16="http://schemas.microsoft.com/office/drawing/2014/main" id="{D36CBDC7-2AAB-3C34-06A1-1C373322EFDE}"/>
              </a:ext>
            </a:extLst>
          </p:cNvPr>
          <p:cNvGrpSpPr/>
          <p:nvPr/>
        </p:nvGrpSpPr>
        <p:grpSpPr>
          <a:xfrm>
            <a:off x="9204326" y="3175001"/>
            <a:ext cx="531812" cy="531813"/>
            <a:chOff x="9204326" y="3175001"/>
            <a:chExt cx="531812" cy="531813"/>
          </a:xfrm>
        </p:grpSpPr>
        <p:sp>
          <p:nvSpPr>
            <p:cNvPr id="337" name="Freeform 271">
              <a:extLst>
                <a:ext uri="{FF2B5EF4-FFF2-40B4-BE49-F238E27FC236}">
                  <a16:creationId xmlns:a16="http://schemas.microsoft.com/office/drawing/2014/main" id="{7FDC5F52-F431-36B3-9B9B-101E73843A2E}"/>
                </a:ext>
              </a:extLst>
            </p:cNvPr>
            <p:cNvSpPr>
              <a:spLocks noEditPoints="1"/>
            </p:cNvSpPr>
            <p:nvPr userDrawn="1"/>
          </p:nvSpPr>
          <p:spPr bwMode="auto">
            <a:xfrm>
              <a:off x="9204326" y="3327401"/>
              <a:ext cx="247650" cy="379413"/>
            </a:xfrm>
            <a:custGeom>
              <a:avLst/>
              <a:gdLst>
                <a:gd name="T0" fmla="*/ 501 w 685"/>
                <a:gd name="T1" fmla="*/ 157 h 1048"/>
                <a:gd name="T2" fmla="*/ 344 w 685"/>
                <a:gd name="T3" fmla="*/ 157 h 1048"/>
                <a:gd name="T4" fmla="*/ 318 w 685"/>
                <a:gd name="T5" fmla="*/ 131 h 1048"/>
                <a:gd name="T6" fmla="*/ 318 w 685"/>
                <a:gd name="T7" fmla="*/ 71 h 1048"/>
                <a:gd name="T8" fmla="*/ 82 w 685"/>
                <a:gd name="T9" fmla="*/ 209 h 1048"/>
                <a:gd name="T10" fmla="*/ 318 w 685"/>
                <a:gd name="T11" fmla="*/ 347 h 1048"/>
                <a:gd name="T12" fmla="*/ 318 w 685"/>
                <a:gd name="T13" fmla="*/ 288 h 1048"/>
                <a:gd name="T14" fmla="*/ 344 w 685"/>
                <a:gd name="T15" fmla="*/ 262 h 1048"/>
                <a:gd name="T16" fmla="*/ 501 w 685"/>
                <a:gd name="T17" fmla="*/ 262 h 1048"/>
                <a:gd name="T18" fmla="*/ 527 w 685"/>
                <a:gd name="T19" fmla="*/ 288 h 1048"/>
                <a:gd name="T20" fmla="*/ 527 w 685"/>
                <a:gd name="T21" fmla="*/ 995 h 1048"/>
                <a:gd name="T22" fmla="*/ 632 w 685"/>
                <a:gd name="T23" fmla="*/ 995 h 1048"/>
                <a:gd name="T24" fmla="*/ 632 w 685"/>
                <a:gd name="T25" fmla="*/ 288 h 1048"/>
                <a:gd name="T26" fmla="*/ 594 w 685"/>
                <a:gd name="T27" fmla="*/ 195 h 1048"/>
                <a:gd name="T28" fmla="*/ 501 w 685"/>
                <a:gd name="T29" fmla="*/ 157 h 1048"/>
                <a:gd name="T30" fmla="*/ 370 w 685"/>
                <a:gd name="T31" fmla="*/ 104 h 1048"/>
                <a:gd name="T32" fmla="*/ 501 w 685"/>
                <a:gd name="T33" fmla="*/ 104 h 1048"/>
                <a:gd name="T34" fmla="*/ 631 w 685"/>
                <a:gd name="T35" fmla="*/ 158 h 1048"/>
                <a:gd name="T36" fmla="*/ 631 w 685"/>
                <a:gd name="T37" fmla="*/ 158 h 1048"/>
                <a:gd name="T38" fmla="*/ 685 w 685"/>
                <a:gd name="T39" fmla="*/ 288 h 1048"/>
                <a:gd name="T40" fmla="*/ 685 w 685"/>
                <a:gd name="T41" fmla="*/ 1022 h 1048"/>
                <a:gd name="T42" fmla="*/ 658 w 685"/>
                <a:gd name="T43" fmla="*/ 1048 h 1048"/>
                <a:gd name="T44" fmla="*/ 501 w 685"/>
                <a:gd name="T45" fmla="*/ 1048 h 1048"/>
                <a:gd name="T46" fmla="*/ 475 w 685"/>
                <a:gd name="T47" fmla="*/ 1022 h 1048"/>
                <a:gd name="T48" fmla="*/ 475 w 685"/>
                <a:gd name="T49" fmla="*/ 314 h 1048"/>
                <a:gd name="T50" fmla="*/ 370 w 685"/>
                <a:gd name="T51" fmla="*/ 314 h 1048"/>
                <a:gd name="T52" fmla="*/ 370 w 685"/>
                <a:gd name="T53" fmla="*/ 393 h 1048"/>
                <a:gd name="T54" fmla="*/ 367 w 685"/>
                <a:gd name="T55" fmla="*/ 406 h 1048"/>
                <a:gd name="T56" fmla="*/ 331 w 685"/>
                <a:gd name="T57" fmla="*/ 415 h 1048"/>
                <a:gd name="T58" fmla="*/ 18 w 685"/>
                <a:gd name="T59" fmla="*/ 233 h 1048"/>
                <a:gd name="T60" fmla="*/ 7 w 685"/>
                <a:gd name="T61" fmla="*/ 222 h 1048"/>
                <a:gd name="T62" fmla="*/ 16 w 685"/>
                <a:gd name="T63" fmla="*/ 187 h 1048"/>
                <a:gd name="T64" fmla="*/ 330 w 685"/>
                <a:gd name="T65" fmla="*/ 4 h 1048"/>
                <a:gd name="T66" fmla="*/ 344 w 685"/>
                <a:gd name="T67" fmla="*/ 0 h 1048"/>
                <a:gd name="T68" fmla="*/ 370 w 685"/>
                <a:gd name="T69" fmla="*/ 26 h 1048"/>
                <a:gd name="T70" fmla="*/ 370 w 685"/>
                <a:gd name="T71" fmla="*/ 104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5" h="1048">
                  <a:moveTo>
                    <a:pt x="501" y="157"/>
                  </a:moveTo>
                  <a:lnTo>
                    <a:pt x="344" y="157"/>
                  </a:lnTo>
                  <a:cubicBezTo>
                    <a:pt x="330" y="157"/>
                    <a:pt x="318" y="145"/>
                    <a:pt x="318" y="131"/>
                  </a:cubicBezTo>
                  <a:lnTo>
                    <a:pt x="318" y="71"/>
                  </a:lnTo>
                  <a:lnTo>
                    <a:pt x="82" y="209"/>
                  </a:lnTo>
                  <a:lnTo>
                    <a:pt x="318" y="347"/>
                  </a:lnTo>
                  <a:lnTo>
                    <a:pt x="318" y="288"/>
                  </a:lnTo>
                  <a:cubicBezTo>
                    <a:pt x="318" y="273"/>
                    <a:pt x="330" y="262"/>
                    <a:pt x="344" y="262"/>
                  </a:cubicBezTo>
                  <a:lnTo>
                    <a:pt x="501" y="262"/>
                  </a:lnTo>
                  <a:cubicBezTo>
                    <a:pt x="516" y="262"/>
                    <a:pt x="527" y="273"/>
                    <a:pt x="527" y="288"/>
                  </a:cubicBezTo>
                  <a:lnTo>
                    <a:pt x="527" y="995"/>
                  </a:lnTo>
                  <a:lnTo>
                    <a:pt x="632" y="995"/>
                  </a:lnTo>
                  <a:lnTo>
                    <a:pt x="632" y="288"/>
                  </a:lnTo>
                  <a:cubicBezTo>
                    <a:pt x="632" y="252"/>
                    <a:pt x="618" y="219"/>
                    <a:pt x="594" y="195"/>
                  </a:cubicBezTo>
                  <a:cubicBezTo>
                    <a:pt x="570" y="172"/>
                    <a:pt x="537" y="157"/>
                    <a:pt x="501" y="157"/>
                  </a:cubicBezTo>
                  <a:close/>
                  <a:moveTo>
                    <a:pt x="370" y="104"/>
                  </a:moveTo>
                  <a:lnTo>
                    <a:pt x="501" y="104"/>
                  </a:lnTo>
                  <a:cubicBezTo>
                    <a:pt x="552" y="104"/>
                    <a:pt x="598" y="125"/>
                    <a:pt x="631" y="158"/>
                  </a:cubicBezTo>
                  <a:lnTo>
                    <a:pt x="631" y="158"/>
                  </a:lnTo>
                  <a:cubicBezTo>
                    <a:pt x="664" y="191"/>
                    <a:pt x="685" y="237"/>
                    <a:pt x="685" y="288"/>
                  </a:cubicBezTo>
                  <a:lnTo>
                    <a:pt x="685" y="1022"/>
                  </a:lnTo>
                  <a:cubicBezTo>
                    <a:pt x="685" y="1036"/>
                    <a:pt x="673" y="1048"/>
                    <a:pt x="658" y="1048"/>
                  </a:cubicBezTo>
                  <a:lnTo>
                    <a:pt x="501" y="1048"/>
                  </a:lnTo>
                  <a:cubicBezTo>
                    <a:pt x="487" y="1048"/>
                    <a:pt x="475" y="1036"/>
                    <a:pt x="475" y="1022"/>
                  </a:cubicBezTo>
                  <a:lnTo>
                    <a:pt x="475" y="314"/>
                  </a:lnTo>
                  <a:lnTo>
                    <a:pt x="370" y="314"/>
                  </a:lnTo>
                  <a:lnTo>
                    <a:pt x="370" y="393"/>
                  </a:lnTo>
                  <a:cubicBezTo>
                    <a:pt x="370" y="397"/>
                    <a:pt x="369" y="402"/>
                    <a:pt x="367" y="406"/>
                  </a:cubicBezTo>
                  <a:cubicBezTo>
                    <a:pt x="359" y="418"/>
                    <a:pt x="343" y="423"/>
                    <a:pt x="331" y="415"/>
                  </a:cubicBezTo>
                  <a:lnTo>
                    <a:pt x="18" y="233"/>
                  </a:lnTo>
                  <a:cubicBezTo>
                    <a:pt x="13" y="230"/>
                    <a:pt x="10" y="227"/>
                    <a:pt x="7" y="222"/>
                  </a:cubicBezTo>
                  <a:cubicBezTo>
                    <a:pt x="0" y="210"/>
                    <a:pt x="4" y="194"/>
                    <a:pt x="16" y="187"/>
                  </a:cubicBezTo>
                  <a:lnTo>
                    <a:pt x="330" y="4"/>
                  </a:lnTo>
                  <a:cubicBezTo>
                    <a:pt x="334" y="1"/>
                    <a:pt x="339" y="0"/>
                    <a:pt x="344" y="0"/>
                  </a:cubicBezTo>
                  <a:cubicBezTo>
                    <a:pt x="359" y="0"/>
                    <a:pt x="370" y="11"/>
                    <a:pt x="370" y="26"/>
                  </a:cubicBezTo>
                  <a:lnTo>
                    <a:pt x="370" y="104"/>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8" name="Freeform 272">
              <a:extLst>
                <a:ext uri="{FF2B5EF4-FFF2-40B4-BE49-F238E27FC236}">
                  <a16:creationId xmlns:a16="http://schemas.microsoft.com/office/drawing/2014/main" id="{B2C54054-B1D6-D86E-5703-109A3FDF545E}"/>
                </a:ext>
              </a:extLst>
            </p:cNvPr>
            <p:cNvSpPr>
              <a:spLocks noEditPoints="1"/>
            </p:cNvSpPr>
            <p:nvPr userDrawn="1"/>
          </p:nvSpPr>
          <p:spPr bwMode="auto">
            <a:xfrm>
              <a:off x="9488488" y="3327401"/>
              <a:ext cx="247650" cy="379413"/>
            </a:xfrm>
            <a:custGeom>
              <a:avLst/>
              <a:gdLst>
                <a:gd name="T0" fmla="*/ 184 w 685"/>
                <a:gd name="T1" fmla="*/ 104 h 1048"/>
                <a:gd name="T2" fmla="*/ 315 w 685"/>
                <a:gd name="T3" fmla="*/ 104 h 1048"/>
                <a:gd name="T4" fmla="*/ 315 w 685"/>
                <a:gd name="T5" fmla="*/ 26 h 1048"/>
                <a:gd name="T6" fmla="*/ 341 w 685"/>
                <a:gd name="T7" fmla="*/ 0 h 1048"/>
                <a:gd name="T8" fmla="*/ 355 w 685"/>
                <a:gd name="T9" fmla="*/ 4 h 1048"/>
                <a:gd name="T10" fmla="*/ 669 w 685"/>
                <a:gd name="T11" fmla="*/ 187 h 1048"/>
                <a:gd name="T12" fmla="*/ 678 w 685"/>
                <a:gd name="T13" fmla="*/ 222 h 1048"/>
                <a:gd name="T14" fmla="*/ 667 w 685"/>
                <a:gd name="T15" fmla="*/ 233 h 1048"/>
                <a:gd name="T16" fmla="*/ 354 w 685"/>
                <a:gd name="T17" fmla="*/ 415 h 1048"/>
                <a:gd name="T18" fmla="*/ 318 w 685"/>
                <a:gd name="T19" fmla="*/ 406 h 1048"/>
                <a:gd name="T20" fmla="*/ 315 w 685"/>
                <a:gd name="T21" fmla="*/ 393 h 1048"/>
                <a:gd name="T22" fmla="*/ 315 w 685"/>
                <a:gd name="T23" fmla="*/ 314 h 1048"/>
                <a:gd name="T24" fmla="*/ 210 w 685"/>
                <a:gd name="T25" fmla="*/ 314 h 1048"/>
                <a:gd name="T26" fmla="*/ 210 w 685"/>
                <a:gd name="T27" fmla="*/ 1022 h 1048"/>
                <a:gd name="T28" fmla="*/ 184 w 685"/>
                <a:gd name="T29" fmla="*/ 1048 h 1048"/>
                <a:gd name="T30" fmla="*/ 27 w 685"/>
                <a:gd name="T31" fmla="*/ 1048 h 1048"/>
                <a:gd name="T32" fmla="*/ 0 w 685"/>
                <a:gd name="T33" fmla="*/ 1022 h 1048"/>
                <a:gd name="T34" fmla="*/ 0 w 685"/>
                <a:gd name="T35" fmla="*/ 288 h 1048"/>
                <a:gd name="T36" fmla="*/ 54 w 685"/>
                <a:gd name="T37" fmla="*/ 158 h 1048"/>
                <a:gd name="T38" fmla="*/ 56 w 685"/>
                <a:gd name="T39" fmla="*/ 157 h 1048"/>
                <a:gd name="T40" fmla="*/ 184 w 685"/>
                <a:gd name="T41" fmla="*/ 104 h 1048"/>
                <a:gd name="T42" fmla="*/ 341 w 685"/>
                <a:gd name="T43" fmla="*/ 157 h 1048"/>
                <a:gd name="T44" fmla="*/ 184 w 685"/>
                <a:gd name="T45" fmla="*/ 157 h 1048"/>
                <a:gd name="T46" fmla="*/ 92 w 685"/>
                <a:gd name="T47" fmla="*/ 194 h 1048"/>
                <a:gd name="T48" fmla="*/ 91 w 685"/>
                <a:gd name="T49" fmla="*/ 195 h 1048"/>
                <a:gd name="T50" fmla="*/ 53 w 685"/>
                <a:gd name="T51" fmla="*/ 288 h 1048"/>
                <a:gd name="T52" fmla="*/ 53 w 685"/>
                <a:gd name="T53" fmla="*/ 995 h 1048"/>
                <a:gd name="T54" fmla="*/ 158 w 685"/>
                <a:gd name="T55" fmla="*/ 995 h 1048"/>
                <a:gd name="T56" fmla="*/ 158 w 685"/>
                <a:gd name="T57" fmla="*/ 288 h 1048"/>
                <a:gd name="T58" fmla="*/ 184 w 685"/>
                <a:gd name="T59" fmla="*/ 262 h 1048"/>
                <a:gd name="T60" fmla="*/ 341 w 685"/>
                <a:gd name="T61" fmla="*/ 262 h 1048"/>
                <a:gd name="T62" fmla="*/ 367 w 685"/>
                <a:gd name="T63" fmla="*/ 288 h 1048"/>
                <a:gd name="T64" fmla="*/ 367 w 685"/>
                <a:gd name="T65" fmla="*/ 347 h 1048"/>
                <a:gd name="T66" fmla="*/ 604 w 685"/>
                <a:gd name="T67" fmla="*/ 209 h 1048"/>
                <a:gd name="T68" fmla="*/ 367 w 685"/>
                <a:gd name="T69" fmla="*/ 71 h 1048"/>
                <a:gd name="T70" fmla="*/ 367 w 685"/>
                <a:gd name="T71" fmla="*/ 131 h 1048"/>
                <a:gd name="T72" fmla="*/ 341 w 685"/>
                <a:gd name="T73" fmla="*/ 157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85" h="1048">
                  <a:moveTo>
                    <a:pt x="184" y="104"/>
                  </a:moveTo>
                  <a:lnTo>
                    <a:pt x="315" y="104"/>
                  </a:lnTo>
                  <a:lnTo>
                    <a:pt x="315" y="26"/>
                  </a:lnTo>
                  <a:cubicBezTo>
                    <a:pt x="315" y="11"/>
                    <a:pt x="327" y="0"/>
                    <a:pt x="341" y="0"/>
                  </a:cubicBezTo>
                  <a:cubicBezTo>
                    <a:pt x="346" y="0"/>
                    <a:pt x="351" y="1"/>
                    <a:pt x="355" y="4"/>
                  </a:cubicBezTo>
                  <a:lnTo>
                    <a:pt x="669" y="187"/>
                  </a:lnTo>
                  <a:cubicBezTo>
                    <a:pt x="681" y="194"/>
                    <a:pt x="685" y="210"/>
                    <a:pt x="678" y="222"/>
                  </a:cubicBezTo>
                  <a:cubicBezTo>
                    <a:pt x="675" y="227"/>
                    <a:pt x="672" y="230"/>
                    <a:pt x="667" y="233"/>
                  </a:cubicBezTo>
                  <a:lnTo>
                    <a:pt x="354" y="415"/>
                  </a:lnTo>
                  <a:cubicBezTo>
                    <a:pt x="342" y="423"/>
                    <a:pt x="326" y="418"/>
                    <a:pt x="318" y="406"/>
                  </a:cubicBezTo>
                  <a:cubicBezTo>
                    <a:pt x="316" y="402"/>
                    <a:pt x="315" y="397"/>
                    <a:pt x="315" y="393"/>
                  </a:cubicBezTo>
                  <a:lnTo>
                    <a:pt x="315" y="314"/>
                  </a:lnTo>
                  <a:lnTo>
                    <a:pt x="210" y="314"/>
                  </a:lnTo>
                  <a:lnTo>
                    <a:pt x="210" y="1022"/>
                  </a:lnTo>
                  <a:cubicBezTo>
                    <a:pt x="210" y="1036"/>
                    <a:pt x="198" y="1048"/>
                    <a:pt x="184" y="1048"/>
                  </a:cubicBezTo>
                  <a:lnTo>
                    <a:pt x="27" y="1048"/>
                  </a:lnTo>
                  <a:cubicBezTo>
                    <a:pt x="12" y="1048"/>
                    <a:pt x="0" y="1036"/>
                    <a:pt x="0" y="1022"/>
                  </a:cubicBezTo>
                  <a:lnTo>
                    <a:pt x="0" y="288"/>
                  </a:lnTo>
                  <a:cubicBezTo>
                    <a:pt x="0" y="237"/>
                    <a:pt x="21" y="191"/>
                    <a:pt x="54" y="158"/>
                  </a:cubicBezTo>
                  <a:lnTo>
                    <a:pt x="56" y="157"/>
                  </a:lnTo>
                  <a:cubicBezTo>
                    <a:pt x="89" y="124"/>
                    <a:pt x="134" y="104"/>
                    <a:pt x="184" y="104"/>
                  </a:cubicBezTo>
                  <a:close/>
                  <a:moveTo>
                    <a:pt x="341" y="157"/>
                  </a:moveTo>
                  <a:lnTo>
                    <a:pt x="184" y="157"/>
                  </a:lnTo>
                  <a:cubicBezTo>
                    <a:pt x="148" y="157"/>
                    <a:pt x="116" y="171"/>
                    <a:pt x="92" y="194"/>
                  </a:cubicBezTo>
                  <a:lnTo>
                    <a:pt x="91" y="195"/>
                  </a:lnTo>
                  <a:cubicBezTo>
                    <a:pt x="68" y="219"/>
                    <a:pt x="53" y="252"/>
                    <a:pt x="53" y="288"/>
                  </a:cubicBezTo>
                  <a:lnTo>
                    <a:pt x="53" y="995"/>
                  </a:lnTo>
                  <a:lnTo>
                    <a:pt x="158" y="995"/>
                  </a:lnTo>
                  <a:lnTo>
                    <a:pt x="158" y="288"/>
                  </a:lnTo>
                  <a:cubicBezTo>
                    <a:pt x="158" y="273"/>
                    <a:pt x="169" y="262"/>
                    <a:pt x="184" y="262"/>
                  </a:cubicBezTo>
                  <a:lnTo>
                    <a:pt x="341" y="262"/>
                  </a:lnTo>
                  <a:cubicBezTo>
                    <a:pt x="356" y="262"/>
                    <a:pt x="367" y="273"/>
                    <a:pt x="367" y="288"/>
                  </a:cubicBezTo>
                  <a:lnTo>
                    <a:pt x="367" y="347"/>
                  </a:lnTo>
                  <a:lnTo>
                    <a:pt x="604" y="209"/>
                  </a:lnTo>
                  <a:lnTo>
                    <a:pt x="367" y="71"/>
                  </a:lnTo>
                  <a:lnTo>
                    <a:pt x="367" y="131"/>
                  </a:lnTo>
                  <a:cubicBezTo>
                    <a:pt x="367" y="145"/>
                    <a:pt x="356" y="157"/>
                    <a:pt x="341" y="15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39" name="Freeform 273">
              <a:extLst>
                <a:ext uri="{FF2B5EF4-FFF2-40B4-BE49-F238E27FC236}">
                  <a16:creationId xmlns:a16="http://schemas.microsoft.com/office/drawing/2014/main" id="{6ABF5E1C-D66A-413C-BE6A-AA39414FD456}"/>
                </a:ext>
              </a:extLst>
            </p:cNvPr>
            <p:cNvSpPr>
              <a:spLocks noEditPoints="1"/>
            </p:cNvSpPr>
            <p:nvPr userDrawn="1"/>
          </p:nvSpPr>
          <p:spPr bwMode="auto">
            <a:xfrm>
              <a:off x="9393238" y="3175001"/>
              <a:ext cx="152400" cy="531813"/>
            </a:xfrm>
            <a:custGeom>
              <a:avLst/>
              <a:gdLst>
                <a:gd name="T0" fmla="*/ 213 w 423"/>
                <a:gd name="T1" fmla="*/ 1418 h 1471"/>
                <a:gd name="T2" fmla="*/ 265 w 423"/>
                <a:gd name="T3" fmla="*/ 1418 h 1471"/>
                <a:gd name="T4" fmla="*/ 265 w 423"/>
                <a:gd name="T5" fmla="*/ 344 h 1471"/>
                <a:gd name="T6" fmla="*/ 292 w 423"/>
                <a:gd name="T7" fmla="*/ 318 h 1471"/>
                <a:gd name="T8" fmla="*/ 351 w 423"/>
                <a:gd name="T9" fmla="*/ 318 h 1471"/>
                <a:gd name="T10" fmla="*/ 213 w 423"/>
                <a:gd name="T11" fmla="*/ 82 h 1471"/>
                <a:gd name="T12" fmla="*/ 75 w 423"/>
                <a:gd name="T13" fmla="*/ 318 h 1471"/>
                <a:gd name="T14" fmla="*/ 134 w 423"/>
                <a:gd name="T15" fmla="*/ 318 h 1471"/>
                <a:gd name="T16" fmla="*/ 161 w 423"/>
                <a:gd name="T17" fmla="*/ 344 h 1471"/>
                <a:gd name="T18" fmla="*/ 161 w 423"/>
                <a:gd name="T19" fmla="*/ 1418 h 1471"/>
                <a:gd name="T20" fmla="*/ 213 w 423"/>
                <a:gd name="T21" fmla="*/ 1418 h 1471"/>
                <a:gd name="T22" fmla="*/ 292 w 423"/>
                <a:gd name="T23" fmla="*/ 1471 h 1471"/>
                <a:gd name="T24" fmla="*/ 134 w 423"/>
                <a:gd name="T25" fmla="*/ 1471 h 1471"/>
                <a:gd name="T26" fmla="*/ 108 w 423"/>
                <a:gd name="T27" fmla="*/ 1445 h 1471"/>
                <a:gd name="T28" fmla="*/ 108 w 423"/>
                <a:gd name="T29" fmla="*/ 370 h 1471"/>
                <a:gd name="T30" fmla="*/ 30 w 423"/>
                <a:gd name="T31" fmla="*/ 370 h 1471"/>
                <a:gd name="T32" fmla="*/ 17 w 423"/>
                <a:gd name="T33" fmla="*/ 367 h 1471"/>
                <a:gd name="T34" fmla="*/ 7 w 423"/>
                <a:gd name="T35" fmla="*/ 331 h 1471"/>
                <a:gd name="T36" fmla="*/ 190 w 423"/>
                <a:gd name="T37" fmla="*/ 17 h 1471"/>
                <a:gd name="T38" fmla="*/ 200 w 423"/>
                <a:gd name="T39" fmla="*/ 7 h 1471"/>
                <a:gd name="T40" fmla="*/ 236 w 423"/>
                <a:gd name="T41" fmla="*/ 17 h 1471"/>
                <a:gd name="T42" fmla="*/ 418 w 423"/>
                <a:gd name="T43" fmla="*/ 329 h 1471"/>
                <a:gd name="T44" fmla="*/ 423 w 423"/>
                <a:gd name="T45" fmla="*/ 344 h 1471"/>
                <a:gd name="T46" fmla="*/ 396 w 423"/>
                <a:gd name="T47" fmla="*/ 370 h 1471"/>
                <a:gd name="T48" fmla="*/ 318 w 423"/>
                <a:gd name="T49" fmla="*/ 370 h 1471"/>
                <a:gd name="T50" fmla="*/ 318 w 423"/>
                <a:gd name="T51" fmla="*/ 1445 h 1471"/>
                <a:gd name="T52" fmla="*/ 292 w 423"/>
                <a:gd name="T53" fmla="*/ 1471 h 1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3" h="1471">
                  <a:moveTo>
                    <a:pt x="213" y="1418"/>
                  </a:moveTo>
                  <a:lnTo>
                    <a:pt x="265" y="1418"/>
                  </a:lnTo>
                  <a:lnTo>
                    <a:pt x="265" y="344"/>
                  </a:lnTo>
                  <a:cubicBezTo>
                    <a:pt x="265" y="330"/>
                    <a:pt x="277" y="318"/>
                    <a:pt x="292" y="318"/>
                  </a:cubicBezTo>
                  <a:lnTo>
                    <a:pt x="351" y="318"/>
                  </a:lnTo>
                  <a:lnTo>
                    <a:pt x="213" y="82"/>
                  </a:lnTo>
                  <a:lnTo>
                    <a:pt x="75" y="318"/>
                  </a:lnTo>
                  <a:lnTo>
                    <a:pt x="134" y="318"/>
                  </a:lnTo>
                  <a:cubicBezTo>
                    <a:pt x="149" y="318"/>
                    <a:pt x="161" y="330"/>
                    <a:pt x="161" y="344"/>
                  </a:cubicBezTo>
                  <a:lnTo>
                    <a:pt x="161" y="1418"/>
                  </a:lnTo>
                  <a:lnTo>
                    <a:pt x="213" y="1418"/>
                  </a:lnTo>
                  <a:close/>
                  <a:moveTo>
                    <a:pt x="292" y="1471"/>
                  </a:moveTo>
                  <a:lnTo>
                    <a:pt x="134" y="1471"/>
                  </a:lnTo>
                  <a:cubicBezTo>
                    <a:pt x="120" y="1471"/>
                    <a:pt x="108" y="1459"/>
                    <a:pt x="108" y="1445"/>
                  </a:cubicBezTo>
                  <a:lnTo>
                    <a:pt x="108" y="370"/>
                  </a:lnTo>
                  <a:lnTo>
                    <a:pt x="30" y="370"/>
                  </a:lnTo>
                  <a:cubicBezTo>
                    <a:pt x="25" y="370"/>
                    <a:pt x="21" y="369"/>
                    <a:pt x="17" y="367"/>
                  </a:cubicBezTo>
                  <a:cubicBezTo>
                    <a:pt x="4" y="359"/>
                    <a:pt x="0" y="343"/>
                    <a:pt x="7" y="331"/>
                  </a:cubicBezTo>
                  <a:lnTo>
                    <a:pt x="190" y="17"/>
                  </a:lnTo>
                  <a:cubicBezTo>
                    <a:pt x="193" y="13"/>
                    <a:pt x="196" y="9"/>
                    <a:pt x="200" y="7"/>
                  </a:cubicBezTo>
                  <a:cubicBezTo>
                    <a:pt x="212" y="0"/>
                    <a:pt x="228" y="4"/>
                    <a:pt x="236" y="17"/>
                  </a:cubicBezTo>
                  <a:lnTo>
                    <a:pt x="418" y="329"/>
                  </a:lnTo>
                  <a:cubicBezTo>
                    <a:pt x="421" y="333"/>
                    <a:pt x="423" y="339"/>
                    <a:pt x="423" y="344"/>
                  </a:cubicBezTo>
                  <a:cubicBezTo>
                    <a:pt x="423" y="359"/>
                    <a:pt x="411" y="370"/>
                    <a:pt x="396" y="370"/>
                  </a:cubicBezTo>
                  <a:lnTo>
                    <a:pt x="318" y="370"/>
                  </a:lnTo>
                  <a:lnTo>
                    <a:pt x="318" y="1445"/>
                  </a:lnTo>
                  <a:cubicBezTo>
                    <a:pt x="318" y="1459"/>
                    <a:pt x="306" y="1471"/>
                    <a:pt x="292" y="1471"/>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40" name="Group 339">
            <a:extLst>
              <a:ext uri="{FF2B5EF4-FFF2-40B4-BE49-F238E27FC236}">
                <a16:creationId xmlns:a16="http://schemas.microsoft.com/office/drawing/2014/main" id="{E2860A4D-224C-9A10-569E-B7AA490BB659}"/>
              </a:ext>
            </a:extLst>
          </p:cNvPr>
          <p:cNvGrpSpPr/>
          <p:nvPr/>
        </p:nvGrpSpPr>
        <p:grpSpPr>
          <a:xfrm>
            <a:off x="1557338" y="1631951"/>
            <a:ext cx="347663" cy="447675"/>
            <a:chOff x="1557338" y="1631951"/>
            <a:chExt cx="347663" cy="447675"/>
          </a:xfrm>
        </p:grpSpPr>
        <p:sp>
          <p:nvSpPr>
            <p:cNvPr id="341" name="Freeform 274">
              <a:extLst>
                <a:ext uri="{FF2B5EF4-FFF2-40B4-BE49-F238E27FC236}">
                  <a16:creationId xmlns:a16="http://schemas.microsoft.com/office/drawing/2014/main" id="{22AEB0D5-1B1A-7863-5EE3-F6F9F88E44E1}"/>
                </a:ext>
              </a:extLst>
            </p:cNvPr>
            <p:cNvSpPr>
              <a:spLocks noEditPoints="1"/>
            </p:cNvSpPr>
            <p:nvPr userDrawn="1"/>
          </p:nvSpPr>
          <p:spPr bwMode="auto">
            <a:xfrm>
              <a:off x="1557338" y="1631951"/>
              <a:ext cx="347663" cy="447675"/>
            </a:xfrm>
            <a:custGeom>
              <a:avLst/>
              <a:gdLst>
                <a:gd name="T0" fmla="*/ 476 w 967"/>
                <a:gd name="T1" fmla="*/ 9 h 1242"/>
                <a:gd name="T2" fmla="*/ 491 w 967"/>
                <a:gd name="T3" fmla="*/ 9 h 1242"/>
                <a:gd name="T4" fmla="*/ 765 w 967"/>
                <a:gd name="T5" fmla="*/ 140 h 1242"/>
                <a:gd name="T6" fmla="*/ 953 w 967"/>
                <a:gd name="T7" fmla="*/ 116 h 1242"/>
                <a:gd name="T8" fmla="*/ 965 w 967"/>
                <a:gd name="T9" fmla="*/ 125 h 1242"/>
                <a:gd name="T10" fmla="*/ 883 w 967"/>
                <a:gd name="T11" fmla="*/ 909 h 1242"/>
                <a:gd name="T12" fmla="*/ 702 w 967"/>
                <a:gd name="T13" fmla="*/ 1096 h 1242"/>
                <a:gd name="T14" fmla="*/ 484 w 967"/>
                <a:gd name="T15" fmla="*/ 1242 h 1242"/>
                <a:gd name="T16" fmla="*/ 266 w 967"/>
                <a:gd name="T17" fmla="*/ 1096 h 1242"/>
                <a:gd name="T18" fmla="*/ 84 w 967"/>
                <a:gd name="T19" fmla="*/ 909 h 1242"/>
                <a:gd name="T20" fmla="*/ 3 w 967"/>
                <a:gd name="T21" fmla="*/ 125 h 1242"/>
                <a:gd name="T22" fmla="*/ 15 w 967"/>
                <a:gd name="T23" fmla="*/ 116 h 1242"/>
                <a:gd name="T24" fmla="*/ 202 w 967"/>
                <a:gd name="T25" fmla="*/ 140 h 1242"/>
                <a:gd name="T26" fmla="*/ 539 w 967"/>
                <a:gd name="T27" fmla="*/ 129 h 1242"/>
                <a:gd name="T28" fmla="*/ 429 w 967"/>
                <a:gd name="T29" fmla="*/ 129 h 1242"/>
                <a:gd name="T30" fmla="*/ 287 w 967"/>
                <a:gd name="T31" fmla="*/ 191 h 1242"/>
                <a:gd name="T32" fmla="*/ 127 w 967"/>
                <a:gd name="T33" fmla="*/ 194 h 1242"/>
                <a:gd name="T34" fmla="*/ 62 w 967"/>
                <a:gd name="T35" fmla="*/ 335 h 1242"/>
                <a:gd name="T36" fmla="*/ 61 w 967"/>
                <a:gd name="T37" fmla="*/ 645 h 1242"/>
                <a:gd name="T38" fmla="*/ 89 w 967"/>
                <a:gd name="T39" fmla="*/ 806 h 1242"/>
                <a:gd name="T40" fmla="*/ 223 w 967"/>
                <a:gd name="T41" fmla="*/ 977 h 1242"/>
                <a:gd name="T42" fmla="*/ 403 w 967"/>
                <a:gd name="T43" fmla="*/ 1127 h 1242"/>
                <a:gd name="T44" fmla="*/ 469 w 967"/>
                <a:gd name="T45" fmla="*/ 1171 h 1242"/>
                <a:gd name="T46" fmla="*/ 498 w 967"/>
                <a:gd name="T47" fmla="*/ 1171 h 1242"/>
                <a:gd name="T48" fmla="*/ 572 w 967"/>
                <a:gd name="T49" fmla="*/ 1122 h 1242"/>
                <a:gd name="T50" fmla="*/ 745 w 967"/>
                <a:gd name="T51" fmla="*/ 977 h 1242"/>
                <a:gd name="T52" fmla="*/ 879 w 967"/>
                <a:gd name="T53" fmla="*/ 806 h 1242"/>
                <a:gd name="T54" fmla="*/ 906 w 967"/>
                <a:gd name="T55" fmla="*/ 645 h 1242"/>
                <a:gd name="T56" fmla="*/ 906 w 967"/>
                <a:gd name="T57" fmla="*/ 335 h 1242"/>
                <a:gd name="T58" fmla="*/ 841 w 967"/>
                <a:gd name="T59" fmla="*/ 194 h 1242"/>
                <a:gd name="T60" fmla="*/ 680 w 967"/>
                <a:gd name="T61" fmla="*/ 191 h 1242"/>
                <a:gd name="T62" fmla="*/ 539 w 967"/>
                <a:gd name="T63" fmla="*/ 129 h 1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7" h="1242">
                  <a:moveTo>
                    <a:pt x="341" y="113"/>
                  </a:moveTo>
                  <a:cubicBezTo>
                    <a:pt x="386" y="92"/>
                    <a:pt x="430" y="59"/>
                    <a:pt x="476" y="9"/>
                  </a:cubicBezTo>
                  <a:lnTo>
                    <a:pt x="484" y="0"/>
                  </a:lnTo>
                  <a:lnTo>
                    <a:pt x="491" y="9"/>
                  </a:lnTo>
                  <a:cubicBezTo>
                    <a:pt x="537" y="59"/>
                    <a:pt x="582" y="92"/>
                    <a:pt x="627" y="113"/>
                  </a:cubicBezTo>
                  <a:cubicBezTo>
                    <a:pt x="672" y="133"/>
                    <a:pt x="718" y="140"/>
                    <a:pt x="765" y="140"/>
                  </a:cubicBezTo>
                  <a:cubicBezTo>
                    <a:pt x="794" y="140"/>
                    <a:pt x="824" y="138"/>
                    <a:pt x="855" y="133"/>
                  </a:cubicBezTo>
                  <a:cubicBezTo>
                    <a:pt x="886" y="129"/>
                    <a:pt x="919" y="122"/>
                    <a:pt x="953" y="116"/>
                  </a:cubicBezTo>
                  <a:lnTo>
                    <a:pt x="965" y="113"/>
                  </a:lnTo>
                  <a:lnTo>
                    <a:pt x="965" y="125"/>
                  </a:lnTo>
                  <a:cubicBezTo>
                    <a:pt x="964" y="269"/>
                    <a:pt x="965" y="379"/>
                    <a:pt x="965" y="466"/>
                  </a:cubicBezTo>
                  <a:cubicBezTo>
                    <a:pt x="967" y="778"/>
                    <a:pt x="967" y="784"/>
                    <a:pt x="883" y="909"/>
                  </a:cubicBezTo>
                  <a:lnTo>
                    <a:pt x="883" y="909"/>
                  </a:lnTo>
                  <a:cubicBezTo>
                    <a:pt x="834" y="975"/>
                    <a:pt x="767" y="1041"/>
                    <a:pt x="702" y="1096"/>
                  </a:cubicBezTo>
                  <a:cubicBezTo>
                    <a:pt x="603" y="1178"/>
                    <a:pt x="508" y="1238"/>
                    <a:pt x="486" y="1241"/>
                  </a:cubicBezTo>
                  <a:lnTo>
                    <a:pt x="484" y="1242"/>
                  </a:lnTo>
                  <a:lnTo>
                    <a:pt x="482" y="1241"/>
                  </a:lnTo>
                  <a:cubicBezTo>
                    <a:pt x="460" y="1238"/>
                    <a:pt x="364" y="1178"/>
                    <a:pt x="266" y="1096"/>
                  </a:cubicBezTo>
                  <a:cubicBezTo>
                    <a:pt x="201" y="1041"/>
                    <a:pt x="133" y="975"/>
                    <a:pt x="84" y="909"/>
                  </a:cubicBezTo>
                  <a:lnTo>
                    <a:pt x="84" y="909"/>
                  </a:lnTo>
                  <a:cubicBezTo>
                    <a:pt x="0" y="784"/>
                    <a:pt x="0" y="778"/>
                    <a:pt x="3" y="466"/>
                  </a:cubicBezTo>
                  <a:cubicBezTo>
                    <a:pt x="3" y="379"/>
                    <a:pt x="4" y="269"/>
                    <a:pt x="3" y="125"/>
                  </a:cubicBezTo>
                  <a:lnTo>
                    <a:pt x="3" y="113"/>
                  </a:lnTo>
                  <a:lnTo>
                    <a:pt x="15" y="116"/>
                  </a:lnTo>
                  <a:cubicBezTo>
                    <a:pt x="49" y="122"/>
                    <a:pt x="82" y="129"/>
                    <a:pt x="113" y="133"/>
                  </a:cubicBezTo>
                  <a:cubicBezTo>
                    <a:pt x="144" y="138"/>
                    <a:pt x="173" y="140"/>
                    <a:pt x="202" y="140"/>
                  </a:cubicBezTo>
                  <a:cubicBezTo>
                    <a:pt x="250" y="140"/>
                    <a:pt x="296" y="133"/>
                    <a:pt x="341" y="113"/>
                  </a:cubicBezTo>
                  <a:close/>
                  <a:moveTo>
                    <a:pt x="539" y="129"/>
                  </a:moveTo>
                  <a:cubicBezTo>
                    <a:pt x="520" y="116"/>
                    <a:pt x="502" y="102"/>
                    <a:pt x="484" y="85"/>
                  </a:cubicBezTo>
                  <a:cubicBezTo>
                    <a:pt x="466" y="102"/>
                    <a:pt x="448" y="116"/>
                    <a:pt x="429" y="129"/>
                  </a:cubicBezTo>
                  <a:cubicBezTo>
                    <a:pt x="408" y="144"/>
                    <a:pt x="387" y="156"/>
                    <a:pt x="365" y="166"/>
                  </a:cubicBezTo>
                  <a:cubicBezTo>
                    <a:pt x="340" y="177"/>
                    <a:pt x="314" y="185"/>
                    <a:pt x="287" y="191"/>
                  </a:cubicBezTo>
                  <a:cubicBezTo>
                    <a:pt x="260" y="196"/>
                    <a:pt x="232" y="199"/>
                    <a:pt x="202" y="199"/>
                  </a:cubicBezTo>
                  <a:cubicBezTo>
                    <a:pt x="178" y="199"/>
                    <a:pt x="153" y="197"/>
                    <a:pt x="127" y="194"/>
                  </a:cubicBezTo>
                  <a:cubicBezTo>
                    <a:pt x="106" y="192"/>
                    <a:pt x="84" y="188"/>
                    <a:pt x="62" y="184"/>
                  </a:cubicBezTo>
                  <a:cubicBezTo>
                    <a:pt x="62" y="240"/>
                    <a:pt x="62" y="290"/>
                    <a:pt x="62" y="335"/>
                  </a:cubicBezTo>
                  <a:cubicBezTo>
                    <a:pt x="62" y="384"/>
                    <a:pt x="62" y="427"/>
                    <a:pt x="61" y="466"/>
                  </a:cubicBezTo>
                  <a:cubicBezTo>
                    <a:pt x="61" y="543"/>
                    <a:pt x="60" y="600"/>
                    <a:pt x="61" y="645"/>
                  </a:cubicBezTo>
                  <a:cubicBezTo>
                    <a:pt x="62" y="689"/>
                    <a:pt x="64" y="721"/>
                    <a:pt x="69" y="746"/>
                  </a:cubicBezTo>
                  <a:cubicBezTo>
                    <a:pt x="73" y="769"/>
                    <a:pt x="79" y="787"/>
                    <a:pt x="89" y="806"/>
                  </a:cubicBezTo>
                  <a:cubicBezTo>
                    <a:pt x="99" y="825"/>
                    <a:pt x="113" y="846"/>
                    <a:pt x="133" y="875"/>
                  </a:cubicBezTo>
                  <a:cubicBezTo>
                    <a:pt x="156" y="907"/>
                    <a:pt x="187" y="942"/>
                    <a:pt x="223" y="977"/>
                  </a:cubicBezTo>
                  <a:cubicBezTo>
                    <a:pt x="259" y="1013"/>
                    <a:pt x="300" y="1049"/>
                    <a:pt x="344" y="1084"/>
                  </a:cubicBezTo>
                  <a:cubicBezTo>
                    <a:pt x="366" y="1101"/>
                    <a:pt x="386" y="1115"/>
                    <a:pt x="403" y="1127"/>
                  </a:cubicBezTo>
                  <a:cubicBezTo>
                    <a:pt x="420" y="1139"/>
                    <a:pt x="434" y="1149"/>
                    <a:pt x="444" y="1155"/>
                  </a:cubicBezTo>
                  <a:cubicBezTo>
                    <a:pt x="455" y="1162"/>
                    <a:pt x="463" y="1167"/>
                    <a:pt x="469" y="1171"/>
                  </a:cubicBezTo>
                  <a:cubicBezTo>
                    <a:pt x="475" y="1174"/>
                    <a:pt x="480" y="1177"/>
                    <a:pt x="484" y="1179"/>
                  </a:cubicBezTo>
                  <a:cubicBezTo>
                    <a:pt x="488" y="1177"/>
                    <a:pt x="493" y="1174"/>
                    <a:pt x="498" y="1171"/>
                  </a:cubicBezTo>
                  <a:cubicBezTo>
                    <a:pt x="505" y="1167"/>
                    <a:pt x="513" y="1162"/>
                    <a:pt x="523" y="1155"/>
                  </a:cubicBezTo>
                  <a:cubicBezTo>
                    <a:pt x="536" y="1148"/>
                    <a:pt x="552" y="1136"/>
                    <a:pt x="572" y="1122"/>
                  </a:cubicBezTo>
                  <a:cubicBezTo>
                    <a:pt x="587" y="1111"/>
                    <a:pt x="604" y="1099"/>
                    <a:pt x="623" y="1084"/>
                  </a:cubicBezTo>
                  <a:cubicBezTo>
                    <a:pt x="668" y="1049"/>
                    <a:pt x="709" y="1013"/>
                    <a:pt x="745" y="977"/>
                  </a:cubicBezTo>
                  <a:cubicBezTo>
                    <a:pt x="781" y="942"/>
                    <a:pt x="811" y="907"/>
                    <a:pt x="835" y="875"/>
                  </a:cubicBezTo>
                  <a:cubicBezTo>
                    <a:pt x="855" y="846"/>
                    <a:pt x="869" y="825"/>
                    <a:pt x="879" y="806"/>
                  </a:cubicBezTo>
                  <a:cubicBezTo>
                    <a:pt x="888" y="787"/>
                    <a:pt x="895" y="769"/>
                    <a:pt x="899" y="746"/>
                  </a:cubicBezTo>
                  <a:cubicBezTo>
                    <a:pt x="903" y="721"/>
                    <a:pt x="906" y="689"/>
                    <a:pt x="906" y="645"/>
                  </a:cubicBezTo>
                  <a:cubicBezTo>
                    <a:pt x="907" y="600"/>
                    <a:pt x="907" y="543"/>
                    <a:pt x="906" y="466"/>
                  </a:cubicBezTo>
                  <a:cubicBezTo>
                    <a:pt x="906" y="427"/>
                    <a:pt x="906" y="384"/>
                    <a:pt x="906" y="335"/>
                  </a:cubicBezTo>
                  <a:cubicBezTo>
                    <a:pt x="906" y="290"/>
                    <a:pt x="905" y="240"/>
                    <a:pt x="906" y="184"/>
                  </a:cubicBezTo>
                  <a:cubicBezTo>
                    <a:pt x="884" y="188"/>
                    <a:pt x="862" y="192"/>
                    <a:pt x="841" y="194"/>
                  </a:cubicBezTo>
                  <a:cubicBezTo>
                    <a:pt x="815" y="197"/>
                    <a:pt x="790" y="199"/>
                    <a:pt x="765" y="199"/>
                  </a:cubicBezTo>
                  <a:cubicBezTo>
                    <a:pt x="736" y="199"/>
                    <a:pt x="707" y="196"/>
                    <a:pt x="680" y="191"/>
                  </a:cubicBezTo>
                  <a:cubicBezTo>
                    <a:pt x="653" y="185"/>
                    <a:pt x="628" y="177"/>
                    <a:pt x="603" y="166"/>
                  </a:cubicBezTo>
                  <a:cubicBezTo>
                    <a:pt x="581" y="156"/>
                    <a:pt x="560" y="144"/>
                    <a:pt x="539" y="129"/>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42" name="Freeform 275">
              <a:extLst>
                <a:ext uri="{FF2B5EF4-FFF2-40B4-BE49-F238E27FC236}">
                  <a16:creationId xmlns:a16="http://schemas.microsoft.com/office/drawing/2014/main" id="{8B7B7BF5-42EA-DD9F-64FB-E1809D8E94B0}"/>
                </a:ext>
              </a:extLst>
            </p:cNvPr>
            <p:cNvSpPr>
              <a:spLocks noEditPoints="1"/>
            </p:cNvSpPr>
            <p:nvPr userDrawn="1"/>
          </p:nvSpPr>
          <p:spPr bwMode="auto">
            <a:xfrm>
              <a:off x="1736726" y="1679576"/>
              <a:ext cx="138113" cy="201613"/>
            </a:xfrm>
            <a:custGeom>
              <a:avLst/>
              <a:gdLst>
                <a:gd name="T0" fmla="*/ 340 w 384"/>
                <a:gd name="T1" fmla="*/ 337 h 558"/>
                <a:gd name="T2" fmla="*/ 339 w 384"/>
                <a:gd name="T3" fmla="*/ 132 h 558"/>
                <a:gd name="T4" fmla="*/ 76 w 384"/>
                <a:gd name="T5" fmla="*/ 98 h 558"/>
                <a:gd name="T6" fmla="*/ 5 w 384"/>
                <a:gd name="T7" fmla="*/ 10 h 558"/>
                <a:gd name="T8" fmla="*/ 266 w 384"/>
                <a:gd name="T9" fmla="*/ 98 h 558"/>
                <a:gd name="T10" fmla="*/ 379 w 384"/>
                <a:gd name="T11" fmla="*/ 336 h 558"/>
                <a:gd name="T12" fmla="*/ 338 w 384"/>
                <a:gd name="T13" fmla="*/ 553 h 558"/>
                <a:gd name="T14" fmla="*/ 335 w 384"/>
                <a:gd name="T15" fmla="*/ 465 h 558"/>
                <a:gd name="T16" fmla="*/ 334 w 384"/>
                <a:gd name="T17" fmla="*/ 243 h 558"/>
                <a:gd name="T18" fmla="*/ 302 w 384"/>
                <a:gd name="T19" fmla="*/ 141 h 558"/>
                <a:gd name="T20" fmla="*/ 166 w 384"/>
                <a:gd name="T21" fmla="*/ 132 h 558"/>
                <a:gd name="T22" fmla="*/ 38 w 384"/>
                <a:gd name="T23" fmla="*/ 84 h 558"/>
                <a:gd name="T24" fmla="*/ 0 w 384"/>
                <a:gd name="T25" fmla="*/ 60 h 558"/>
                <a:gd name="T26" fmla="*/ 8 w 384"/>
                <a:gd name="T27" fmla="*/ 6 h 558"/>
                <a:gd name="T28" fmla="*/ 94 w 384"/>
                <a:gd name="T29" fmla="*/ 58 h 558"/>
                <a:gd name="T30" fmla="*/ 266 w 384"/>
                <a:gd name="T31" fmla="*/ 93 h 558"/>
                <a:gd name="T32" fmla="*/ 377 w 384"/>
                <a:gd name="T33" fmla="*/ 83 h 558"/>
                <a:gd name="T34" fmla="*/ 383 w 384"/>
                <a:gd name="T35" fmla="*/ 88 h 558"/>
                <a:gd name="T36" fmla="*/ 384 w 384"/>
                <a:gd name="T37" fmla="*/ 336 h 558"/>
                <a:gd name="T38" fmla="*/ 382 w 384"/>
                <a:gd name="T39" fmla="*/ 553 h 558"/>
                <a:gd name="T40" fmla="*/ 333 w 384"/>
                <a:gd name="T41" fmla="*/ 558 h 558"/>
                <a:gd name="T42" fmla="*/ 345 w 384"/>
                <a:gd name="T43" fmla="*/ 465 h 558"/>
                <a:gd name="T44" fmla="*/ 373 w 384"/>
                <a:gd name="T45" fmla="*/ 548 h 558"/>
                <a:gd name="T46" fmla="*/ 374 w 384"/>
                <a:gd name="T47" fmla="*/ 336 h 558"/>
                <a:gd name="T48" fmla="*/ 373 w 384"/>
                <a:gd name="T49" fmla="*/ 94 h 558"/>
                <a:gd name="T50" fmla="*/ 266 w 384"/>
                <a:gd name="T51" fmla="*/ 103 h 558"/>
                <a:gd name="T52" fmla="*/ 90 w 384"/>
                <a:gd name="T53" fmla="*/ 67 h 558"/>
                <a:gd name="T54" fmla="*/ 10 w 384"/>
                <a:gd name="T55" fmla="*/ 20 h 558"/>
                <a:gd name="T56" fmla="*/ 43 w 384"/>
                <a:gd name="T57" fmla="*/ 75 h 558"/>
                <a:gd name="T58" fmla="*/ 168 w 384"/>
                <a:gd name="T59" fmla="*/ 122 h 558"/>
                <a:gd name="T60" fmla="*/ 301 w 384"/>
                <a:gd name="T61" fmla="*/ 131 h 558"/>
                <a:gd name="T62" fmla="*/ 344 w 384"/>
                <a:gd name="T63" fmla="*/ 127 h 558"/>
                <a:gd name="T64" fmla="*/ 344 w 384"/>
                <a:gd name="T65" fmla="*/ 243 h 558"/>
                <a:gd name="T66" fmla="*/ 345 w 384"/>
                <a:gd name="T67" fmla="*/ 465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4" h="558">
                  <a:moveTo>
                    <a:pt x="338" y="553"/>
                  </a:moveTo>
                  <a:cubicBezTo>
                    <a:pt x="341" y="506"/>
                    <a:pt x="340" y="437"/>
                    <a:pt x="340" y="337"/>
                  </a:cubicBezTo>
                  <a:lnTo>
                    <a:pt x="340" y="337"/>
                  </a:lnTo>
                  <a:cubicBezTo>
                    <a:pt x="339" y="280"/>
                    <a:pt x="339" y="212"/>
                    <a:pt x="339" y="132"/>
                  </a:cubicBezTo>
                  <a:cubicBezTo>
                    <a:pt x="313" y="135"/>
                    <a:pt x="289" y="137"/>
                    <a:pt x="266" y="137"/>
                  </a:cubicBezTo>
                  <a:cubicBezTo>
                    <a:pt x="197" y="137"/>
                    <a:pt x="135" y="124"/>
                    <a:pt x="76" y="98"/>
                  </a:cubicBezTo>
                  <a:cubicBezTo>
                    <a:pt x="52" y="87"/>
                    <a:pt x="28" y="73"/>
                    <a:pt x="5" y="58"/>
                  </a:cubicBezTo>
                  <a:lnTo>
                    <a:pt x="5" y="10"/>
                  </a:lnTo>
                  <a:cubicBezTo>
                    <a:pt x="34" y="31"/>
                    <a:pt x="62" y="49"/>
                    <a:pt x="92" y="62"/>
                  </a:cubicBezTo>
                  <a:cubicBezTo>
                    <a:pt x="145" y="86"/>
                    <a:pt x="202" y="98"/>
                    <a:pt x="266" y="98"/>
                  </a:cubicBezTo>
                  <a:cubicBezTo>
                    <a:pt x="303" y="98"/>
                    <a:pt x="340" y="94"/>
                    <a:pt x="378" y="88"/>
                  </a:cubicBezTo>
                  <a:cubicBezTo>
                    <a:pt x="378" y="188"/>
                    <a:pt x="378" y="268"/>
                    <a:pt x="379" y="336"/>
                  </a:cubicBezTo>
                  <a:cubicBezTo>
                    <a:pt x="379" y="435"/>
                    <a:pt x="380" y="504"/>
                    <a:pt x="377" y="553"/>
                  </a:cubicBezTo>
                  <a:lnTo>
                    <a:pt x="338" y="553"/>
                  </a:lnTo>
                  <a:close/>
                  <a:moveTo>
                    <a:pt x="333" y="553"/>
                  </a:moveTo>
                  <a:cubicBezTo>
                    <a:pt x="335" y="529"/>
                    <a:pt x="335" y="500"/>
                    <a:pt x="335" y="465"/>
                  </a:cubicBezTo>
                  <a:cubicBezTo>
                    <a:pt x="335" y="429"/>
                    <a:pt x="335" y="387"/>
                    <a:pt x="335" y="337"/>
                  </a:cubicBezTo>
                  <a:lnTo>
                    <a:pt x="334" y="243"/>
                  </a:lnTo>
                  <a:lnTo>
                    <a:pt x="334" y="138"/>
                  </a:lnTo>
                  <a:cubicBezTo>
                    <a:pt x="323" y="139"/>
                    <a:pt x="312" y="140"/>
                    <a:pt x="302" y="141"/>
                  </a:cubicBezTo>
                  <a:cubicBezTo>
                    <a:pt x="289" y="141"/>
                    <a:pt x="278" y="142"/>
                    <a:pt x="266" y="142"/>
                  </a:cubicBezTo>
                  <a:cubicBezTo>
                    <a:pt x="231" y="142"/>
                    <a:pt x="198" y="138"/>
                    <a:pt x="166" y="132"/>
                  </a:cubicBezTo>
                  <a:cubicBezTo>
                    <a:pt x="134" y="125"/>
                    <a:pt x="104" y="115"/>
                    <a:pt x="74" y="102"/>
                  </a:cubicBezTo>
                  <a:cubicBezTo>
                    <a:pt x="62" y="97"/>
                    <a:pt x="50" y="91"/>
                    <a:pt x="38" y="84"/>
                  </a:cubicBezTo>
                  <a:cubicBezTo>
                    <a:pt x="26" y="77"/>
                    <a:pt x="14" y="70"/>
                    <a:pt x="3" y="62"/>
                  </a:cubicBezTo>
                  <a:lnTo>
                    <a:pt x="0" y="60"/>
                  </a:lnTo>
                  <a:lnTo>
                    <a:pt x="0" y="0"/>
                  </a:lnTo>
                  <a:lnTo>
                    <a:pt x="8" y="6"/>
                  </a:lnTo>
                  <a:cubicBezTo>
                    <a:pt x="22" y="17"/>
                    <a:pt x="36" y="26"/>
                    <a:pt x="51" y="35"/>
                  </a:cubicBezTo>
                  <a:cubicBezTo>
                    <a:pt x="65" y="44"/>
                    <a:pt x="80" y="51"/>
                    <a:pt x="94" y="58"/>
                  </a:cubicBezTo>
                  <a:cubicBezTo>
                    <a:pt x="121" y="70"/>
                    <a:pt x="148" y="78"/>
                    <a:pt x="176" y="84"/>
                  </a:cubicBezTo>
                  <a:cubicBezTo>
                    <a:pt x="205" y="90"/>
                    <a:pt x="235" y="93"/>
                    <a:pt x="266" y="93"/>
                  </a:cubicBezTo>
                  <a:cubicBezTo>
                    <a:pt x="285" y="93"/>
                    <a:pt x="303" y="92"/>
                    <a:pt x="321" y="90"/>
                  </a:cubicBezTo>
                  <a:cubicBezTo>
                    <a:pt x="340" y="89"/>
                    <a:pt x="358" y="86"/>
                    <a:pt x="377" y="83"/>
                  </a:cubicBezTo>
                  <a:lnTo>
                    <a:pt x="383" y="82"/>
                  </a:lnTo>
                  <a:lnTo>
                    <a:pt x="383" y="88"/>
                  </a:lnTo>
                  <a:cubicBezTo>
                    <a:pt x="383" y="138"/>
                    <a:pt x="383" y="183"/>
                    <a:pt x="383" y="224"/>
                  </a:cubicBezTo>
                  <a:lnTo>
                    <a:pt x="384" y="336"/>
                  </a:lnTo>
                  <a:cubicBezTo>
                    <a:pt x="384" y="386"/>
                    <a:pt x="384" y="428"/>
                    <a:pt x="384" y="464"/>
                  </a:cubicBezTo>
                  <a:cubicBezTo>
                    <a:pt x="384" y="499"/>
                    <a:pt x="383" y="529"/>
                    <a:pt x="382" y="553"/>
                  </a:cubicBezTo>
                  <a:lnTo>
                    <a:pt x="382" y="558"/>
                  </a:lnTo>
                  <a:lnTo>
                    <a:pt x="333" y="558"/>
                  </a:lnTo>
                  <a:lnTo>
                    <a:pt x="333" y="553"/>
                  </a:lnTo>
                  <a:close/>
                  <a:moveTo>
                    <a:pt x="345" y="465"/>
                  </a:moveTo>
                  <a:cubicBezTo>
                    <a:pt x="345" y="498"/>
                    <a:pt x="345" y="525"/>
                    <a:pt x="344" y="548"/>
                  </a:cubicBezTo>
                  <a:lnTo>
                    <a:pt x="373" y="548"/>
                  </a:lnTo>
                  <a:cubicBezTo>
                    <a:pt x="374" y="525"/>
                    <a:pt x="374" y="497"/>
                    <a:pt x="374" y="464"/>
                  </a:cubicBezTo>
                  <a:cubicBezTo>
                    <a:pt x="374" y="428"/>
                    <a:pt x="374" y="386"/>
                    <a:pt x="374" y="336"/>
                  </a:cubicBezTo>
                  <a:lnTo>
                    <a:pt x="373" y="224"/>
                  </a:lnTo>
                  <a:cubicBezTo>
                    <a:pt x="373" y="185"/>
                    <a:pt x="373" y="142"/>
                    <a:pt x="373" y="94"/>
                  </a:cubicBezTo>
                  <a:cubicBezTo>
                    <a:pt x="356" y="97"/>
                    <a:pt x="339" y="99"/>
                    <a:pt x="322" y="100"/>
                  </a:cubicBezTo>
                  <a:cubicBezTo>
                    <a:pt x="303" y="102"/>
                    <a:pt x="285" y="103"/>
                    <a:pt x="266" y="103"/>
                  </a:cubicBezTo>
                  <a:cubicBezTo>
                    <a:pt x="234" y="103"/>
                    <a:pt x="203" y="100"/>
                    <a:pt x="174" y="94"/>
                  </a:cubicBezTo>
                  <a:cubicBezTo>
                    <a:pt x="145" y="88"/>
                    <a:pt x="117" y="79"/>
                    <a:pt x="90" y="67"/>
                  </a:cubicBezTo>
                  <a:cubicBezTo>
                    <a:pt x="75" y="60"/>
                    <a:pt x="60" y="52"/>
                    <a:pt x="46" y="43"/>
                  </a:cubicBezTo>
                  <a:cubicBezTo>
                    <a:pt x="34" y="36"/>
                    <a:pt x="22" y="28"/>
                    <a:pt x="10" y="20"/>
                  </a:cubicBezTo>
                  <a:lnTo>
                    <a:pt x="10" y="55"/>
                  </a:lnTo>
                  <a:cubicBezTo>
                    <a:pt x="21" y="62"/>
                    <a:pt x="32" y="69"/>
                    <a:pt x="43" y="75"/>
                  </a:cubicBezTo>
                  <a:cubicBezTo>
                    <a:pt x="54" y="82"/>
                    <a:pt x="66" y="88"/>
                    <a:pt x="78" y="93"/>
                  </a:cubicBezTo>
                  <a:cubicBezTo>
                    <a:pt x="107" y="106"/>
                    <a:pt x="137" y="116"/>
                    <a:pt x="168" y="122"/>
                  </a:cubicBezTo>
                  <a:cubicBezTo>
                    <a:pt x="199" y="128"/>
                    <a:pt x="232" y="132"/>
                    <a:pt x="266" y="132"/>
                  </a:cubicBezTo>
                  <a:cubicBezTo>
                    <a:pt x="278" y="132"/>
                    <a:pt x="289" y="131"/>
                    <a:pt x="301" y="131"/>
                  </a:cubicBezTo>
                  <a:cubicBezTo>
                    <a:pt x="313" y="130"/>
                    <a:pt x="325" y="129"/>
                    <a:pt x="338" y="127"/>
                  </a:cubicBezTo>
                  <a:lnTo>
                    <a:pt x="344" y="127"/>
                  </a:lnTo>
                  <a:lnTo>
                    <a:pt x="344" y="132"/>
                  </a:lnTo>
                  <a:cubicBezTo>
                    <a:pt x="344" y="172"/>
                    <a:pt x="344" y="209"/>
                    <a:pt x="344" y="243"/>
                  </a:cubicBezTo>
                  <a:lnTo>
                    <a:pt x="345" y="337"/>
                  </a:lnTo>
                  <a:cubicBezTo>
                    <a:pt x="345" y="387"/>
                    <a:pt x="345" y="429"/>
                    <a:pt x="345" y="465"/>
                  </a:cubicBezTo>
                  <a:close/>
                </a:path>
              </a:pathLst>
            </a:custGeom>
            <a:solidFill>
              <a:srgbClr val="EC0000"/>
            </a:solidFill>
            <a:ln w="9525">
              <a:noFill/>
              <a:round/>
              <a:headEnd/>
              <a:tailEnd/>
            </a:ln>
          </p:spPr>
          <p:txBody>
            <a:bodyPr vert="horz" wrap="square" lIns="91440" tIns="45720" rIns="91440" bIns="45720" numCol="1" anchor="t" anchorCtr="0" compatLnSpc="1">
              <a:prstTxWarp prst="textNoShape">
                <a:avLst/>
              </a:prstTxWarp>
            </a:bodyPr>
            <a:lstStyle/>
            <a:p>
              <a:endParaRPr lang="el-GR"/>
            </a:p>
          </p:txBody>
        </p:sp>
        <p:sp>
          <p:nvSpPr>
            <p:cNvPr id="343" name="Freeform 276">
              <a:extLst>
                <a:ext uri="{FF2B5EF4-FFF2-40B4-BE49-F238E27FC236}">
                  <a16:creationId xmlns:a16="http://schemas.microsoft.com/office/drawing/2014/main" id="{DB799DC5-6486-F6B0-C044-6687A13218FC}"/>
                </a:ext>
              </a:extLst>
            </p:cNvPr>
            <p:cNvSpPr>
              <a:spLocks noEditPoints="1"/>
            </p:cNvSpPr>
            <p:nvPr userDrawn="1"/>
          </p:nvSpPr>
          <p:spPr bwMode="auto">
            <a:xfrm>
              <a:off x="1587501" y="1709738"/>
              <a:ext cx="146050" cy="339725"/>
            </a:xfrm>
            <a:custGeom>
              <a:avLst/>
              <a:gdLst>
                <a:gd name="T0" fmla="*/ 7 w 405"/>
                <a:gd name="T1" fmla="*/ 6 h 942"/>
                <a:gd name="T2" fmla="*/ 120 w 405"/>
                <a:gd name="T3" fmla="*/ 16 h 942"/>
                <a:gd name="T4" fmla="*/ 118 w 405"/>
                <a:gd name="T5" fmla="*/ 55 h 942"/>
                <a:gd name="T6" fmla="*/ 45 w 405"/>
                <a:gd name="T7" fmla="*/ 255 h 942"/>
                <a:gd name="T8" fmla="*/ 104 w 405"/>
                <a:gd name="T9" fmla="*/ 624 h 942"/>
                <a:gd name="T10" fmla="*/ 391 w 405"/>
                <a:gd name="T11" fmla="*/ 882 h 942"/>
                <a:gd name="T12" fmla="*/ 400 w 405"/>
                <a:gd name="T13" fmla="*/ 934 h 942"/>
                <a:gd name="T14" fmla="*/ 272 w 405"/>
                <a:gd name="T15" fmla="*/ 844 h 942"/>
                <a:gd name="T16" fmla="*/ 13 w 405"/>
                <a:gd name="T17" fmla="*/ 529 h 942"/>
                <a:gd name="T18" fmla="*/ 1 w 405"/>
                <a:gd name="T19" fmla="*/ 254 h 942"/>
                <a:gd name="T20" fmla="*/ 2 w 405"/>
                <a:gd name="T21" fmla="*/ 6 h 942"/>
                <a:gd name="T22" fmla="*/ 8 w 405"/>
                <a:gd name="T23" fmla="*/ 1 h 942"/>
                <a:gd name="T24" fmla="*/ 118 w 405"/>
                <a:gd name="T25" fmla="*/ 11 h 942"/>
                <a:gd name="T26" fmla="*/ 125 w 405"/>
                <a:gd name="T27" fmla="*/ 59 h 942"/>
                <a:gd name="T28" fmla="*/ 83 w 405"/>
                <a:gd name="T29" fmla="*/ 59 h 942"/>
                <a:gd name="T30" fmla="*/ 50 w 405"/>
                <a:gd name="T31" fmla="*/ 162 h 942"/>
                <a:gd name="T32" fmla="*/ 56 w 405"/>
                <a:gd name="T33" fmla="*/ 521 h 942"/>
                <a:gd name="T34" fmla="*/ 108 w 405"/>
                <a:gd name="T35" fmla="*/ 621 h 942"/>
                <a:gd name="T36" fmla="*/ 299 w 405"/>
                <a:gd name="T37" fmla="*/ 810 h 942"/>
                <a:gd name="T38" fmla="*/ 393 w 405"/>
                <a:gd name="T39" fmla="*/ 878 h 942"/>
                <a:gd name="T40" fmla="*/ 405 w 405"/>
                <a:gd name="T41" fmla="*/ 942 h 942"/>
                <a:gd name="T42" fmla="*/ 367 w 405"/>
                <a:gd name="T43" fmla="*/ 919 h 942"/>
                <a:gd name="T44" fmla="*/ 269 w 405"/>
                <a:gd name="T45" fmla="*/ 848 h 942"/>
                <a:gd name="T46" fmla="*/ 68 w 405"/>
                <a:gd name="T47" fmla="*/ 649 h 942"/>
                <a:gd name="T48" fmla="*/ 27 w 405"/>
                <a:gd name="T49" fmla="*/ 583 h 942"/>
                <a:gd name="T50" fmla="*/ 1 w 405"/>
                <a:gd name="T51" fmla="*/ 428 h 942"/>
                <a:gd name="T52" fmla="*/ 11 w 405"/>
                <a:gd name="T53" fmla="*/ 254 h 942"/>
                <a:gd name="T54" fmla="*/ 11 w 405"/>
                <a:gd name="T55" fmla="*/ 428 h 942"/>
                <a:gd name="T56" fmla="*/ 35 w 405"/>
                <a:gd name="T57" fmla="*/ 579 h 942"/>
                <a:gd name="T58" fmla="*/ 161 w 405"/>
                <a:gd name="T59" fmla="*/ 740 h 942"/>
                <a:gd name="T60" fmla="*/ 325 w 405"/>
                <a:gd name="T61" fmla="*/ 878 h 942"/>
                <a:gd name="T62" fmla="*/ 395 w 405"/>
                <a:gd name="T63" fmla="*/ 925 h 942"/>
                <a:gd name="T64" fmla="*/ 388 w 405"/>
                <a:gd name="T65" fmla="*/ 886 h 942"/>
                <a:gd name="T66" fmla="*/ 293 w 405"/>
                <a:gd name="T67" fmla="*/ 817 h 942"/>
                <a:gd name="T68" fmla="*/ 100 w 405"/>
                <a:gd name="T69" fmla="*/ 627 h 942"/>
                <a:gd name="T70" fmla="*/ 61 w 405"/>
                <a:gd name="T71" fmla="*/ 566 h 942"/>
                <a:gd name="T72" fmla="*/ 40 w 405"/>
                <a:gd name="T73" fmla="*/ 255 h 942"/>
                <a:gd name="T74" fmla="*/ 41 w 405"/>
                <a:gd name="T75" fmla="*/ 50 h 942"/>
                <a:gd name="T76" fmla="*/ 46 w 405"/>
                <a:gd name="T77" fmla="*/ 45 h 942"/>
                <a:gd name="T78" fmla="*/ 115 w 405"/>
                <a:gd name="T79" fmla="*/ 50 h 942"/>
                <a:gd name="T80" fmla="*/ 63 w 405"/>
                <a:gd name="T81" fmla="*/ 18 h 942"/>
                <a:gd name="T82" fmla="*/ 11 w 405"/>
                <a:gd name="T83" fmla="*/ 254 h 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05" h="942">
                  <a:moveTo>
                    <a:pt x="6" y="254"/>
                  </a:moveTo>
                  <a:cubicBezTo>
                    <a:pt x="7" y="186"/>
                    <a:pt x="7" y="106"/>
                    <a:pt x="7" y="6"/>
                  </a:cubicBezTo>
                  <a:cubicBezTo>
                    <a:pt x="45" y="12"/>
                    <a:pt x="82" y="16"/>
                    <a:pt x="118" y="16"/>
                  </a:cubicBezTo>
                  <a:cubicBezTo>
                    <a:pt x="119" y="16"/>
                    <a:pt x="120" y="16"/>
                    <a:pt x="120" y="16"/>
                  </a:cubicBezTo>
                  <a:lnTo>
                    <a:pt x="120" y="55"/>
                  </a:lnTo>
                  <a:cubicBezTo>
                    <a:pt x="120" y="55"/>
                    <a:pt x="119" y="55"/>
                    <a:pt x="118" y="55"/>
                  </a:cubicBezTo>
                  <a:cubicBezTo>
                    <a:pt x="96" y="55"/>
                    <a:pt x="72" y="53"/>
                    <a:pt x="46" y="50"/>
                  </a:cubicBezTo>
                  <a:cubicBezTo>
                    <a:pt x="46" y="131"/>
                    <a:pt x="45" y="198"/>
                    <a:pt x="45" y="255"/>
                  </a:cubicBezTo>
                  <a:cubicBezTo>
                    <a:pt x="44" y="398"/>
                    <a:pt x="43" y="477"/>
                    <a:pt x="51" y="522"/>
                  </a:cubicBezTo>
                  <a:cubicBezTo>
                    <a:pt x="57" y="552"/>
                    <a:pt x="66" y="568"/>
                    <a:pt x="104" y="624"/>
                  </a:cubicBezTo>
                  <a:cubicBezTo>
                    <a:pt x="147" y="682"/>
                    <a:pt x="215" y="749"/>
                    <a:pt x="296" y="814"/>
                  </a:cubicBezTo>
                  <a:cubicBezTo>
                    <a:pt x="337" y="846"/>
                    <a:pt x="370" y="869"/>
                    <a:pt x="391" y="882"/>
                  </a:cubicBezTo>
                  <a:cubicBezTo>
                    <a:pt x="394" y="884"/>
                    <a:pt x="397" y="886"/>
                    <a:pt x="400" y="888"/>
                  </a:cubicBezTo>
                  <a:lnTo>
                    <a:pt x="400" y="934"/>
                  </a:lnTo>
                  <a:cubicBezTo>
                    <a:pt x="392" y="929"/>
                    <a:pt x="382" y="923"/>
                    <a:pt x="369" y="915"/>
                  </a:cubicBezTo>
                  <a:cubicBezTo>
                    <a:pt x="348" y="901"/>
                    <a:pt x="314" y="877"/>
                    <a:pt x="272" y="844"/>
                  </a:cubicBezTo>
                  <a:cubicBezTo>
                    <a:pt x="188" y="777"/>
                    <a:pt x="117" y="707"/>
                    <a:pt x="72" y="646"/>
                  </a:cubicBezTo>
                  <a:cubicBezTo>
                    <a:pt x="34" y="590"/>
                    <a:pt x="20" y="568"/>
                    <a:pt x="13" y="529"/>
                  </a:cubicBezTo>
                  <a:cubicBezTo>
                    <a:pt x="5" y="480"/>
                    <a:pt x="5" y="400"/>
                    <a:pt x="6" y="254"/>
                  </a:cubicBezTo>
                  <a:close/>
                  <a:moveTo>
                    <a:pt x="1" y="254"/>
                  </a:moveTo>
                  <a:lnTo>
                    <a:pt x="1" y="254"/>
                  </a:lnTo>
                  <a:cubicBezTo>
                    <a:pt x="2" y="186"/>
                    <a:pt x="2" y="106"/>
                    <a:pt x="2" y="6"/>
                  </a:cubicBezTo>
                  <a:lnTo>
                    <a:pt x="2" y="0"/>
                  </a:lnTo>
                  <a:lnTo>
                    <a:pt x="8" y="1"/>
                  </a:lnTo>
                  <a:cubicBezTo>
                    <a:pt x="27" y="4"/>
                    <a:pt x="45" y="7"/>
                    <a:pt x="63" y="8"/>
                  </a:cubicBezTo>
                  <a:cubicBezTo>
                    <a:pt x="82" y="10"/>
                    <a:pt x="100" y="11"/>
                    <a:pt x="118" y="11"/>
                  </a:cubicBezTo>
                  <a:lnTo>
                    <a:pt x="125" y="11"/>
                  </a:lnTo>
                  <a:lnTo>
                    <a:pt x="125" y="59"/>
                  </a:lnTo>
                  <a:lnTo>
                    <a:pt x="118" y="60"/>
                  </a:lnTo>
                  <a:cubicBezTo>
                    <a:pt x="107" y="60"/>
                    <a:pt x="95" y="59"/>
                    <a:pt x="83" y="59"/>
                  </a:cubicBezTo>
                  <a:cubicBezTo>
                    <a:pt x="73" y="58"/>
                    <a:pt x="62" y="57"/>
                    <a:pt x="51" y="56"/>
                  </a:cubicBezTo>
                  <a:lnTo>
                    <a:pt x="50" y="162"/>
                  </a:lnTo>
                  <a:lnTo>
                    <a:pt x="50" y="255"/>
                  </a:lnTo>
                  <a:cubicBezTo>
                    <a:pt x="49" y="398"/>
                    <a:pt x="48" y="477"/>
                    <a:pt x="56" y="521"/>
                  </a:cubicBezTo>
                  <a:cubicBezTo>
                    <a:pt x="59" y="535"/>
                    <a:pt x="63" y="547"/>
                    <a:pt x="70" y="561"/>
                  </a:cubicBezTo>
                  <a:cubicBezTo>
                    <a:pt x="78" y="576"/>
                    <a:pt x="89" y="593"/>
                    <a:pt x="108" y="621"/>
                  </a:cubicBezTo>
                  <a:cubicBezTo>
                    <a:pt x="129" y="650"/>
                    <a:pt x="157" y="681"/>
                    <a:pt x="189" y="713"/>
                  </a:cubicBezTo>
                  <a:cubicBezTo>
                    <a:pt x="222" y="745"/>
                    <a:pt x="259" y="778"/>
                    <a:pt x="299" y="810"/>
                  </a:cubicBezTo>
                  <a:cubicBezTo>
                    <a:pt x="320" y="826"/>
                    <a:pt x="338" y="840"/>
                    <a:pt x="354" y="851"/>
                  </a:cubicBezTo>
                  <a:cubicBezTo>
                    <a:pt x="370" y="862"/>
                    <a:pt x="383" y="871"/>
                    <a:pt x="393" y="878"/>
                  </a:cubicBezTo>
                  <a:lnTo>
                    <a:pt x="405" y="886"/>
                  </a:lnTo>
                  <a:lnTo>
                    <a:pt x="405" y="942"/>
                  </a:lnTo>
                  <a:lnTo>
                    <a:pt x="383" y="929"/>
                  </a:lnTo>
                  <a:lnTo>
                    <a:pt x="367" y="919"/>
                  </a:lnTo>
                  <a:cubicBezTo>
                    <a:pt x="354" y="911"/>
                    <a:pt x="338" y="900"/>
                    <a:pt x="319" y="886"/>
                  </a:cubicBezTo>
                  <a:cubicBezTo>
                    <a:pt x="304" y="875"/>
                    <a:pt x="287" y="862"/>
                    <a:pt x="269" y="848"/>
                  </a:cubicBezTo>
                  <a:cubicBezTo>
                    <a:pt x="227" y="815"/>
                    <a:pt x="188" y="780"/>
                    <a:pt x="154" y="747"/>
                  </a:cubicBezTo>
                  <a:cubicBezTo>
                    <a:pt x="120" y="713"/>
                    <a:pt x="91" y="680"/>
                    <a:pt x="68" y="649"/>
                  </a:cubicBezTo>
                  <a:lnTo>
                    <a:pt x="68" y="649"/>
                  </a:lnTo>
                  <a:cubicBezTo>
                    <a:pt x="49" y="621"/>
                    <a:pt x="36" y="601"/>
                    <a:pt x="27" y="583"/>
                  </a:cubicBezTo>
                  <a:cubicBezTo>
                    <a:pt x="17" y="565"/>
                    <a:pt x="12" y="550"/>
                    <a:pt x="8" y="530"/>
                  </a:cubicBezTo>
                  <a:cubicBezTo>
                    <a:pt x="4" y="505"/>
                    <a:pt x="2" y="473"/>
                    <a:pt x="1" y="428"/>
                  </a:cubicBezTo>
                  <a:cubicBezTo>
                    <a:pt x="0" y="384"/>
                    <a:pt x="1" y="327"/>
                    <a:pt x="1" y="254"/>
                  </a:cubicBezTo>
                  <a:close/>
                  <a:moveTo>
                    <a:pt x="11" y="254"/>
                  </a:moveTo>
                  <a:lnTo>
                    <a:pt x="11" y="254"/>
                  </a:lnTo>
                  <a:cubicBezTo>
                    <a:pt x="11" y="327"/>
                    <a:pt x="10" y="384"/>
                    <a:pt x="11" y="428"/>
                  </a:cubicBezTo>
                  <a:cubicBezTo>
                    <a:pt x="12" y="472"/>
                    <a:pt x="14" y="504"/>
                    <a:pt x="18" y="528"/>
                  </a:cubicBezTo>
                  <a:cubicBezTo>
                    <a:pt x="22" y="547"/>
                    <a:pt x="27" y="562"/>
                    <a:pt x="35" y="579"/>
                  </a:cubicBezTo>
                  <a:cubicBezTo>
                    <a:pt x="44" y="596"/>
                    <a:pt x="57" y="615"/>
                    <a:pt x="76" y="643"/>
                  </a:cubicBezTo>
                  <a:cubicBezTo>
                    <a:pt x="99" y="674"/>
                    <a:pt x="127" y="706"/>
                    <a:pt x="161" y="740"/>
                  </a:cubicBezTo>
                  <a:cubicBezTo>
                    <a:pt x="195" y="773"/>
                    <a:pt x="233" y="807"/>
                    <a:pt x="275" y="840"/>
                  </a:cubicBezTo>
                  <a:cubicBezTo>
                    <a:pt x="293" y="854"/>
                    <a:pt x="310" y="867"/>
                    <a:pt x="325" y="878"/>
                  </a:cubicBezTo>
                  <a:cubicBezTo>
                    <a:pt x="344" y="892"/>
                    <a:pt x="360" y="903"/>
                    <a:pt x="372" y="911"/>
                  </a:cubicBezTo>
                  <a:lnTo>
                    <a:pt x="395" y="925"/>
                  </a:lnTo>
                  <a:lnTo>
                    <a:pt x="395" y="891"/>
                  </a:lnTo>
                  <a:lnTo>
                    <a:pt x="388" y="886"/>
                  </a:lnTo>
                  <a:cubicBezTo>
                    <a:pt x="378" y="880"/>
                    <a:pt x="364" y="870"/>
                    <a:pt x="348" y="859"/>
                  </a:cubicBezTo>
                  <a:cubicBezTo>
                    <a:pt x="332" y="847"/>
                    <a:pt x="313" y="834"/>
                    <a:pt x="293" y="817"/>
                  </a:cubicBezTo>
                  <a:cubicBezTo>
                    <a:pt x="253" y="785"/>
                    <a:pt x="215" y="752"/>
                    <a:pt x="182" y="720"/>
                  </a:cubicBezTo>
                  <a:cubicBezTo>
                    <a:pt x="150" y="688"/>
                    <a:pt x="121" y="656"/>
                    <a:pt x="100" y="627"/>
                  </a:cubicBezTo>
                  <a:lnTo>
                    <a:pt x="100" y="627"/>
                  </a:lnTo>
                  <a:cubicBezTo>
                    <a:pt x="81" y="599"/>
                    <a:pt x="69" y="581"/>
                    <a:pt x="61" y="566"/>
                  </a:cubicBezTo>
                  <a:cubicBezTo>
                    <a:pt x="53" y="550"/>
                    <a:pt x="49" y="538"/>
                    <a:pt x="47" y="523"/>
                  </a:cubicBezTo>
                  <a:cubicBezTo>
                    <a:pt x="38" y="477"/>
                    <a:pt x="39" y="398"/>
                    <a:pt x="40" y="255"/>
                  </a:cubicBezTo>
                  <a:lnTo>
                    <a:pt x="41" y="162"/>
                  </a:lnTo>
                  <a:cubicBezTo>
                    <a:pt x="41" y="128"/>
                    <a:pt x="41" y="90"/>
                    <a:pt x="41" y="50"/>
                  </a:cubicBezTo>
                  <a:lnTo>
                    <a:pt x="41" y="45"/>
                  </a:lnTo>
                  <a:lnTo>
                    <a:pt x="46" y="45"/>
                  </a:lnTo>
                  <a:cubicBezTo>
                    <a:pt x="59" y="47"/>
                    <a:pt x="72" y="48"/>
                    <a:pt x="84" y="49"/>
                  </a:cubicBezTo>
                  <a:cubicBezTo>
                    <a:pt x="94" y="49"/>
                    <a:pt x="105" y="49"/>
                    <a:pt x="115" y="50"/>
                  </a:cubicBezTo>
                  <a:lnTo>
                    <a:pt x="115" y="21"/>
                  </a:lnTo>
                  <a:cubicBezTo>
                    <a:pt x="98" y="21"/>
                    <a:pt x="80" y="20"/>
                    <a:pt x="63" y="18"/>
                  </a:cubicBezTo>
                  <a:cubicBezTo>
                    <a:pt x="46" y="17"/>
                    <a:pt x="29" y="15"/>
                    <a:pt x="12" y="12"/>
                  </a:cubicBezTo>
                  <a:cubicBezTo>
                    <a:pt x="12" y="109"/>
                    <a:pt x="12" y="188"/>
                    <a:pt x="11" y="254"/>
                  </a:cubicBezTo>
                  <a:close/>
                </a:path>
              </a:pathLst>
            </a:custGeom>
            <a:solidFill>
              <a:srgbClr val="EC0000"/>
            </a:solidFill>
            <a:ln w="9525">
              <a:noFill/>
              <a:round/>
              <a:headEnd/>
              <a:tailEnd/>
            </a:ln>
          </p:spPr>
          <p:txBody>
            <a:bodyPr vert="horz" wrap="square" lIns="91440" tIns="45720" rIns="91440" bIns="45720" numCol="1" anchor="t" anchorCtr="0" compatLnSpc="1">
              <a:prstTxWarp prst="textNoShape">
                <a:avLst/>
              </a:prstTxWarp>
            </a:bodyPr>
            <a:lstStyle/>
            <a:p>
              <a:endParaRPr lang="el-GR"/>
            </a:p>
          </p:txBody>
        </p:sp>
        <p:sp>
          <p:nvSpPr>
            <p:cNvPr id="344" name="Freeform 277">
              <a:extLst>
                <a:ext uri="{FF2B5EF4-FFF2-40B4-BE49-F238E27FC236}">
                  <a16:creationId xmlns:a16="http://schemas.microsoft.com/office/drawing/2014/main" id="{7B6FC1F8-7EBA-9642-C7D8-BDD803BE4E24}"/>
                </a:ext>
              </a:extLst>
            </p:cNvPr>
            <p:cNvSpPr>
              <a:spLocks noEditPoints="1"/>
            </p:cNvSpPr>
            <p:nvPr userDrawn="1"/>
          </p:nvSpPr>
          <p:spPr bwMode="auto">
            <a:xfrm>
              <a:off x="1668463" y="1828801"/>
              <a:ext cx="125413" cy="104775"/>
            </a:xfrm>
            <a:custGeom>
              <a:avLst/>
              <a:gdLst>
                <a:gd name="T0" fmla="*/ 154 w 348"/>
                <a:gd name="T1" fmla="*/ 126 h 289"/>
                <a:gd name="T2" fmla="*/ 137 w 348"/>
                <a:gd name="T3" fmla="*/ 95 h 289"/>
                <a:gd name="T4" fmla="*/ 174 w 348"/>
                <a:gd name="T5" fmla="*/ 59 h 289"/>
                <a:gd name="T6" fmla="*/ 210 w 348"/>
                <a:gd name="T7" fmla="*/ 95 h 289"/>
                <a:gd name="T8" fmla="*/ 194 w 348"/>
                <a:gd name="T9" fmla="*/ 126 h 289"/>
                <a:gd name="T10" fmla="*/ 191 w 348"/>
                <a:gd name="T11" fmla="*/ 134 h 289"/>
                <a:gd name="T12" fmla="*/ 200 w 348"/>
                <a:gd name="T13" fmla="*/ 197 h 289"/>
                <a:gd name="T14" fmla="*/ 189 w 348"/>
                <a:gd name="T15" fmla="*/ 212 h 289"/>
                <a:gd name="T16" fmla="*/ 159 w 348"/>
                <a:gd name="T17" fmla="*/ 212 h 289"/>
                <a:gd name="T18" fmla="*/ 148 w 348"/>
                <a:gd name="T19" fmla="*/ 197 h 289"/>
                <a:gd name="T20" fmla="*/ 157 w 348"/>
                <a:gd name="T21" fmla="*/ 134 h 289"/>
                <a:gd name="T22" fmla="*/ 154 w 348"/>
                <a:gd name="T23" fmla="*/ 126 h 289"/>
                <a:gd name="T24" fmla="*/ 0 w 348"/>
                <a:gd name="T25" fmla="*/ 23 h 289"/>
                <a:gd name="T26" fmla="*/ 0 w 348"/>
                <a:gd name="T27" fmla="*/ 266 h 289"/>
                <a:gd name="T28" fmla="*/ 22 w 348"/>
                <a:gd name="T29" fmla="*/ 289 h 289"/>
                <a:gd name="T30" fmla="*/ 325 w 348"/>
                <a:gd name="T31" fmla="*/ 289 h 289"/>
                <a:gd name="T32" fmla="*/ 348 w 348"/>
                <a:gd name="T33" fmla="*/ 266 h 289"/>
                <a:gd name="T34" fmla="*/ 348 w 348"/>
                <a:gd name="T35" fmla="*/ 23 h 289"/>
                <a:gd name="T36" fmla="*/ 325 w 348"/>
                <a:gd name="T37" fmla="*/ 0 h 289"/>
                <a:gd name="T38" fmla="*/ 22 w 348"/>
                <a:gd name="T39" fmla="*/ 0 h 289"/>
                <a:gd name="T40" fmla="*/ 0 w 348"/>
                <a:gd name="T41" fmla="*/ 2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8" h="289">
                  <a:moveTo>
                    <a:pt x="154" y="126"/>
                  </a:moveTo>
                  <a:cubicBezTo>
                    <a:pt x="144" y="119"/>
                    <a:pt x="137" y="108"/>
                    <a:pt x="137" y="95"/>
                  </a:cubicBezTo>
                  <a:cubicBezTo>
                    <a:pt x="137" y="75"/>
                    <a:pt x="153" y="59"/>
                    <a:pt x="174" y="59"/>
                  </a:cubicBezTo>
                  <a:cubicBezTo>
                    <a:pt x="194" y="59"/>
                    <a:pt x="210" y="75"/>
                    <a:pt x="210" y="95"/>
                  </a:cubicBezTo>
                  <a:cubicBezTo>
                    <a:pt x="210" y="108"/>
                    <a:pt x="204" y="119"/>
                    <a:pt x="194" y="126"/>
                  </a:cubicBezTo>
                  <a:cubicBezTo>
                    <a:pt x="192" y="127"/>
                    <a:pt x="190" y="131"/>
                    <a:pt x="191" y="134"/>
                  </a:cubicBezTo>
                  <a:lnTo>
                    <a:pt x="200" y="197"/>
                  </a:lnTo>
                  <a:cubicBezTo>
                    <a:pt x="202" y="205"/>
                    <a:pt x="196" y="212"/>
                    <a:pt x="189" y="212"/>
                  </a:cubicBezTo>
                  <a:lnTo>
                    <a:pt x="159" y="212"/>
                  </a:lnTo>
                  <a:cubicBezTo>
                    <a:pt x="151" y="212"/>
                    <a:pt x="146" y="205"/>
                    <a:pt x="148" y="197"/>
                  </a:cubicBezTo>
                  <a:lnTo>
                    <a:pt x="157" y="134"/>
                  </a:lnTo>
                  <a:cubicBezTo>
                    <a:pt x="157" y="131"/>
                    <a:pt x="156" y="127"/>
                    <a:pt x="154" y="126"/>
                  </a:cubicBezTo>
                  <a:close/>
                  <a:moveTo>
                    <a:pt x="0" y="23"/>
                  </a:moveTo>
                  <a:lnTo>
                    <a:pt x="0" y="266"/>
                  </a:lnTo>
                  <a:cubicBezTo>
                    <a:pt x="0" y="279"/>
                    <a:pt x="10" y="289"/>
                    <a:pt x="22" y="289"/>
                  </a:cubicBezTo>
                  <a:lnTo>
                    <a:pt x="325" y="289"/>
                  </a:lnTo>
                  <a:cubicBezTo>
                    <a:pt x="338" y="289"/>
                    <a:pt x="348" y="279"/>
                    <a:pt x="348" y="266"/>
                  </a:cubicBezTo>
                  <a:lnTo>
                    <a:pt x="348" y="23"/>
                  </a:lnTo>
                  <a:cubicBezTo>
                    <a:pt x="348" y="11"/>
                    <a:pt x="338" y="0"/>
                    <a:pt x="325" y="0"/>
                  </a:cubicBezTo>
                  <a:lnTo>
                    <a:pt x="22" y="0"/>
                  </a:lnTo>
                  <a:cubicBezTo>
                    <a:pt x="10" y="0"/>
                    <a:pt x="0" y="11"/>
                    <a:pt x="0" y="23"/>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45" name="Freeform 278">
              <a:extLst>
                <a:ext uri="{FF2B5EF4-FFF2-40B4-BE49-F238E27FC236}">
                  <a16:creationId xmlns:a16="http://schemas.microsoft.com/office/drawing/2014/main" id="{81C89FF1-862E-5914-E2BB-E6850C8E2873}"/>
                </a:ext>
              </a:extLst>
            </p:cNvPr>
            <p:cNvSpPr>
              <a:spLocks/>
            </p:cNvSpPr>
            <p:nvPr userDrawn="1"/>
          </p:nvSpPr>
          <p:spPr bwMode="auto">
            <a:xfrm>
              <a:off x="1687513" y="1731963"/>
              <a:ext cx="87313" cy="90488"/>
            </a:xfrm>
            <a:custGeom>
              <a:avLst/>
              <a:gdLst>
                <a:gd name="T0" fmla="*/ 182 w 244"/>
                <a:gd name="T1" fmla="*/ 250 h 250"/>
                <a:gd name="T2" fmla="*/ 182 w 244"/>
                <a:gd name="T3" fmla="*/ 122 h 250"/>
                <a:gd name="T4" fmla="*/ 165 w 244"/>
                <a:gd name="T5" fmla="*/ 79 h 250"/>
                <a:gd name="T6" fmla="*/ 122 w 244"/>
                <a:gd name="T7" fmla="*/ 62 h 250"/>
                <a:gd name="T8" fmla="*/ 79 w 244"/>
                <a:gd name="T9" fmla="*/ 79 h 250"/>
                <a:gd name="T10" fmla="*/ 61 w 244"/>
                <a:gd name="T11" fmla="*/ 122 h 250"/>
                <a:gd name="T12" fmla="*/ 61 w 244"/>
                <a:gd name="T13" fmla="*/ 250 h 250"/>
                <a:gd name="T14" fmla="*/ 0 w 244"/>
                <a:gd name="T15" fmla="*/ 250 h 250"/>
                <a:gd name="T16" fmla="*/ 0 w 244"/>
                <a:gd name="T17" fmla="*/ 122 h 250"/>
                <a:gd name="T18" fmla="*/ 122 w 244"/>
                <a:gd name="T19" fmla="*/ 0 h 250"/>
                <a:gd name="T20" fmla="*/ 122 w 244"/>
                <a:gd name="T21" fmla="*/ 0 h 250"/>
                <a:gd name="T22" fmla="*/ 244 w 244"/>
                <a:gd name="T23" fmla="*/ 122 h 250"/>
                <a:gd name="T24" fmla="*/ 244 w 244"/>
                <a:gd name="T25" fmla="*/ 250 h 250"/>
                <a:gd name="T26" fmla="*/ 182 w 244"/>
                <a:gd name="T27"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250">
                  <a:moveTo>
                    <a:pt x="182" y="250"/>
                  </a:moveTo>
                  <a:lnTo>
                    <a:pt x="182" y="122"/>
                  </a:lnTo>
                  <a:cubicBezTo>
                    <a:pt x="182" y="106"/>
                    <a:pt x="176" y="91"/>
                    <a:pt x="165" y="79"/>
                  </a:cubicBezTo>
                  <a:cubicBezTo>
                    <a:pt x="153" y="68"/>
                    <a:pt x="138" y="62"/>
                    <a:pt x="122" y="62"/>
                  </a:cubicBezTo>
                  <a:cubicBezTo>
                    <a:pt x="106" y="62"/>
                    <a:pt x="90" y="68"/>
                    <a:pt x="79" y="79"/>
                  </a:cubicBezTo>
                  <a:cubicBezTo>
                    <a:pt x="68" y="91"/>
                    <a:pt x="61" y="106"/>
                    <a:pt x="61" y="122"/>
                  </a:cubicBezTo>
                  <a:lnTo>
                    <a:pt x="61" y="250"/>
                  </a:lnTo>
                  <a:lnTo>
                    <a:pt x="0" y="250"/>
                  </a:lnTo>
                  <a:lnTo>
                    <a:pt x="0" y="122"/>
                  </a:lnTo>
                  <a:cubicBezTo>
                    <a:pt x="0" y="55"/>
                    <a:pt x="55" y="0"/>
                    <a:pt x="122" y="0"/>
                  </a:cubicBezTo>
                  <a:lnTo>
                    <a:pt x="122" y="0"/>
                  </a:lnTo>
                  <a:cubicBezTo>
                    <a:pt x="189" y="0"/>
                    <a:pt x="244" y="55"/>
                    <a:pt x="244" y="122"/>
                  </a:cubicBezTo>
                  <a:lnTo>
                    <a:pt x="244" y="250"/>
                  </a:lnTo>
                  <a:lnTo>
                    <a:pt x="182" y="250"/>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46" name="Group 345">
            <a:extLst>
              <a:ext uri="{FF2B5EF4-FFF2-40B4-BE49-F238E27FC236}">
                <a16:creationId xmlns:a16="http://schemas.microsoft.com/office/drawing/2014/main" id="{32C8F553-EE0E-C57F-B237-F694B6DC23BE}"/>
              </a:ext>
            </a:extLst>
          </p:cNvPr>
          <p:cNvGrpSpPr/>
          <p:nvPr/>
        </p:nvGrpSpPr>
        <p:grpSpPr>
          <a:xfrm>
            <a:off x="9301163" y="2439988"/>
            <a:ext cx="338138" cy="338138"/>
            <a:chOff x="9301163" y="2439988"/>
            <a:chExt cx="338138" cy="338138"/>
          </a:xfrm>
        </p:grpSpPr>
        <p:sp>
          <p:nvSpPr>
            <p:cNvPr id="347" name="Freeform 279">
              <a:extLst>
                <a:ext uri="{FF2B5EF4-FFF2-40B4-BE49-F238E27FC236}">
                  <a16:creationId xmlns:a16="http://schemas.microsoft.com/office/drawing/2014/main" id="{857E9740-8051-3B89-414F-02FC35F41FF4}"/>
                </a:ext>
              </a:extLst>
            </p:cNvPr>
            <p:cNvSpPr>
              <a:spLocks noEditPoints="1"/>
            </p:cNvSpPr>
            <p:nvPr userDrawn="1"/>
          </p:nvSpPr>
          <p:spPr bwMode="auto">
            <a:xfrm>
              <a:off x="9382126" y="2520951"/>
              <a:ext cx="176213" cy="176213"/>
            </a:xfrm>
            <a:custGeom>
              <a:avLst/>
              <a:gdLst>
                <a:gd name="T0" fmla="*/ 290 w 485"/>
                <a:gd name="T1" fmla="*/ 291 h 486"/>
                <a:gd name="T2" fmla="*/ 258 w 485"/>
                <a:gd name="T3" fmla="*/ 194 h 486"/>
                <a:gd name="T4" fmla="*/ 258 w 485"/>
                <a:gd name="T5" fmla="*/ 162 h 486"/>
                <a:gd name="T6" fmla="*/ 420 w 485"/>
                <a:gd name="T7" fmla="*/ 162 h 486"/>
                <a:gd name="T8" fmla="*/ 420 w 485"/>
                <a:gd name="T9" fmla="*/ 65 h 486"/>
                <a:gd name="T10" fmla="*/ 323 w 485"/>
                <a:gd name="T11" fmla="*/ 65 h 486"/>
                <a:gd name="T12" fmla="*/ 323 w 485"/>
                <a:gd name="T13" fmla="*/ 162 h 486"/>
                <a:gd name="T14" fmla="*/ 387 w 485"/>
                <a:gd name="T15" fmla="*/ 129 h 486"/>
                <a:gd name="T16" fmla="*/ 387 w 485"/>
                <a:gd name="T17" fmla="*/ 97 h 486"/>
                <a:gd name="T18" fmla="*/ 225 w 485"/>
                <a:gd name="T19" fmla="*/ 162 h 486"/>
                <a:gd name="T20" fmla="*/ 193 w 485"/>
                <a:gd name="T21" fmla="*/ 162 h 486"/>
                <a:gd name="T22" fmla="*/ 161 w 485"/>
                <a:gd name="T23" fmla="*/ 129 h 486"/>
                <a:gd name="T24" fmla="*/ 128 w 485"/>
                <a:gd name="T25" fmla="*/ 65 h 486"/>
                <a:gd name="T26" fmla="*/ 63 w 485"/>
                <a:gd name="T27" fmla="*/ 97 h 486"/>
                <a:gd name="T28" fmla="*/ 96 w 485"/>
                <a:gd name="T29" fmla="*/ 162 h 486"/>
                <a:gd name="T30" fmla="*/ 96 w 485"/>
                <a:gd name="T31" fmla="*/ 129 h 486"/>
                <a:gd name="T32" fmla="*/ 128 w 485"/>
                <a:gd name="T33" fmla="*/ 129 h 486"/>
                <a:gd name="T34" fmla="*/ 290 w 485"/>
                <a:gd name="T35" fmla="*/ 97 h 486"/>
                <a:gd name="T36" fmla="*/ 225 w 485"/>
                <a:gd name="T37" fmla="*/ 65 h 486"/>
                <a:gd name="T38" fmla="*/ 225 w 485"/>
                <a:gd name="T39" fmla="*/ 97 h 486"/>
                <a:gd name="T40" fmla="*/ 387 w 485"/>
                <a:gd name="T41" fmla="*/ 32 h 486"/>
                <a:gd name="T42" fmla="*/ 452 w 485"/>
                <a:gd name="T43" fmla="*/ 65 h 486"/>
                <a:gd name="T44" fmla="*/ 485 w 485"/>
                <a:gd name="T45" fmla="*/ 65 h 486"/>
                <a:gd name="T46" fmla="*/ 452 w 485"/>
                <a:gd name="T47" fmla="*/ 0 h 486"/>
                <a:gd name="T48" fmla="*/ 387 w 485"/>
                <a:gd name="T49" fmla="*/ 32 h 486"/>
                <a:gd name="T50" fmla="*/ 96 w 485"/>
                <a:gd name="T51" fmla="*/ 1 h 486"/>
                <a:gd name="T52" fmla="*/ 31 w 485"/>
                <a:gd name="T53" fmla="*/ 1 h 486"/>
                <a:gd name="T54" fmla="*/ 0 w 485"/>
                <a:gd name="T55" fmla="*/ 33 h 486"/>
                <a:gd name="T56" fmla="*/ 0 w 485"/>
                <a:gd name="T57" fmla="*/ 97 h 486"/>
                <a:gd name="T58" fmla="*/ 32 w 485"/>
                <a:gd name="T59" fmla="*/ 65 h 486"/>
                <a:gd name="T60" fmla="*/ 452 w 485"/>
                <a:gd name="T61" fmla="*/ 486 h 486"/>
                <a:gd name="T62" fmla="*/ 485 w 485"/>
                <a:gd name="T63" fmla="*/ 421 h 486"/>
                <a:gd name="T64" fmla="*/ 452 w 485"/>
                <a:gd name="T65" fmla="*/ 421 h 486"/>
                <a:gd name="T66" fmla="*/ 387 w 485"/>
                <a:gd name="T67" fmla="*/ 453 h 486"/>
                <a:gd name="T68" fmla="*/ 452 w 485"/>
                <a:gd name="T69" fmla="*/ 486 h 486"/>
                <a:gd name="T70" fmla="*/ 420 w 485"/>
                <a:gd name="T71" fmla="*/ 389 h 486"/>
                <a:gd name="T72" fmla="*/ 387 w 485"/>
                <a:gd name="T73" fmla="*/ 324 h 486"/>
                <a:gd name="T74" fmla="*/ 323 w 485"/>
                <a:gd name="T75" fmla="*/ 356 h 486"/>
                <a:gd name="T76" fmla="*/ 355 w 485"/>
                <a:gd name="T77" fmla="*/ 421 h 486"/>
                <a:gd name="T78" fmla="*/ 355 w 485"/>
                <a:gd name="T79" fmla="*/ 389 h 486"/>
                <a:gd name="T80" fmla="*/ 387 w 485"/>
                <a:gd name="T81" fmla="*/ 389 h 486"/>
                <a:gd name="T82" fmla="*/ 290 w 485"/>
                <a:gd name="T83" fmla="*/ 389 h 486"/>
                <a:gd name="T84" fmla="*/ 225 w 485"/>
                <a:gd name="T85" fmla="*/ 356 h 486"/>
                <a:gd name="T86" fmla="*/ 193 w 485"/>
                <a:gd name="T87" fmla="*/ 291 h 486"/>
                <a:gd name="T88" fmla="*/ 128 w 485"/>
                <a:gd name="T89" fmla="*/ 324 h 486"/>
                <a:gd name="T90" fmla="*/ 63 w 485"/>
                <a:gd name="T91" fmla="*/ 356 h 486"/>
                <a:gd name="T92" fmla="*/ 96 w 485"/>
                <a:gd name="T93" fmla="*/ 421 h 486"/>
                <a:gd name="T94" fmla="*/ 161 w 485"/>
                <a:gd name="T95" fmla="*/ 389 h 486"/>
                <a:gd name="T96" fmla="*/ 193 w 485"/>
                <a:gd name="T97" fmla="*/ 324 h 486"/>
                <a:gd name="T98" fmla="*/ 225 w 485"/>
                <a:gd name="T99" fmla="*/ 389 h 486"/>
                <a:gd name="T100" fmla="*/ 225 w 485"/>
                <a:gd name="T101" fmla="*/ 421 h 486"/>
                <a:gd name="T102" fmla="*/ 96 w 485"/>
                <a:gd name="T103" fmla="*/ 389 h 486"/>
                <a:gd name="T104" fmla="*/ 128 w 485"/>
                <a:gd name="T105" fmla="*/ 389 h 486"/>
                <a:gd name="T106" fmla="*/ 0 w 485"/>
                <a:gd name="T107" fmla="*/ 388 h 486"/>
                <a:gd name="T108" fmla="*/ 0 w 485"/>
                <a:gd name="T109" fmla="*/ 453 h 486"/>
                <a:gd name="T110" fmla="*/ 64 w 485"/>
                <a:gd name="T111" fmla="*/ 485 h 486"/>
                <a:gd name="T112" fmla="*/ 64 w 485"/>
                <a:gd name="T113" fmla="*/ 452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5" h="486">
                  <a:moveTo>
                    <a:pt x="258" y="324"/>
                  </a:moveTo>
                  <a:lnTo>
                    <a:pt x="290" y="324"/>
                  </a:lnTo>
                  <a:lnTo>
                    <a:pt x="290" y="291"/>
                  </a:lnTo>
                  <a:lnTo>
                    <a:pt x="258" y="291"/>
                  </a:lnTo>
                  <a:lnTo>
                    <a:pt x="258" y="324"/>
                  </a:lnTo>
                  <a:close/>
                  <a:moveTo>
                    <a:pt x="258" y="194"/>
                  </a:moveTo>
                  <a:lnTo>
                    <a:pt x="290" y="194"/>
                  </a:lnTo>
                  <a:lnTo>
                    <a:pt x="290" y="162"/>
                  </a:lnTo>
                  <a:lnTo>
                    <a:pt x="258" y="162"/>
                  </a:lnTo>
                  <a:lnTo>
                    <a:pt x="258" y="194"/>
                  </a:lnTo>
                  <a:close/>
                  <a:moveTo>
                    <a:pt x="387" y="162"/>
                  </a:moveTo>
                  <a:lnTo>
                    <a:pt x="420" y="162"/>
                  </a:lnTo>
                  <a:lnTo>
                    <a:pt x="420" y="129"/>
                  </a:lnTo>
                  <a:lnTo>
                    <a:pt x="420" y="97"/>
                  </a:lnTo>
                  <a:lnTo>
                    <a:pt x="420" y="65"/>
                  </a:lnTo>
                  <a:lnTo>
                    <a:pt x="387" y="65"/>
                  </a:lnTo>
                  <a:lnTo>
                    <a:pt x="355" y="65"/>
                  </a:lnTo>
                  <a:lnTo>
                    <a:pt x="323" y="65"/>
                  </a:lnTo>
                  <a:lnTo>
                    <a:pt x="323" y="97"/>
                  </a:lnTo>
                  <a:lnTo>
                    <a:pt x="323" y="129"/>
                  </a:lnTo>
                  <a:lnTo>
                    <a:pt x="323" y="162"/>
                  </a:lnTo>
                  <a:lnTo>
                    <a:pt x="355" y="162"/>
                  </a:lnTo>
                  <a:lnTo>
                    <a:pt x="387" y="162"/>
                  </a:lnTo>
                  <a:close/>
                  <a:moveTo>
                    <a:pt x="387" y="129"/>
                  </a:moveTo>
                  <a:lnTo>
                    <a:pt x="355" y="129"/>
                  </a:lnTo>
                  <a:lnTo>
                    <a:pt x="355" y="97"/>
                  </a:lnTo>
                  <a:lnTo>
                    <a:pt x="387" y="97"/>
                  </a:lnTo>
                  <a:lnTo>
                    <a:pt x="387" y="129"/>
                  </a:lnTo>
                  <a:close/>
                  <a:moveTo>
                    <a:pt x="193" y="162"/>
                  </a:moveTo>
                  <a:lnTo>
                    <a:pt x="225" y="162"/>
                  </a:lnTo>
                  <a:lnTo>
                    <a:pt x="225" y="129"/>
                  </a:lnTo>
                  <a:lnTo>
                    <a:pt x="193" y="129"/>
                  </a:lnTo>
                  <a:lnTo>
                    <a:pt x="193" y="162"/>
                  </a:lnTo>
                  <a:close/>
                  <a:moveTo>
                    <a:pt x="128" y="162"/>
                  </a:moveTo>
                  <a:lnTo>
                    <a:pt x="161" y="162"/>
                  </a:lnTo>
                  <a:lnTo>
                    <a:pt x="161" y="129"/>
                  </a:lnTo>
                  <a:lnTo>
                    <a:pt x="161" y="97"/>
                  </a:lnTo>
                  <a:lnTo>
                    <a:pt x="161" y="65"/>
                  </a:lnTo>
                  <a:lnTo>
                    <a:pt x="128" y="65"/>
                  </a:lnTo>
                  <a:lnTo>
                    <a:pt x="96" y="65"/>
                  </a:lnTo>
                  <a:lnTo>
                    <a:pt x="63" y="65"/>
                  </a:lnTo>
                  <a:lnTo>
                    <a:pt x="63" y="97"/>
                  </a:lnTo>
                  <a:lnTo>
                    <a:pt x="63" y="129"/>
                  </a:lnTo>
                  <a:lnTo>
                    <a:pt x="63" y="162"/>
                  </a:lnTo>
                  <a:lnTo>
                    <a:pt x="96" y="162"/>
                  </a:lnTo>
                  <a:lnTo>
                    <a:pt x="128" y="162"/>
                  </a:lnTo>
                  <a:close/>
                  <a:moveTo>
                    <a:pt x="128" y="129"/>
                  </a:moveTo>
                  <a:lnTo>
                    <a:pt x="96" y="129"/>
                  </a:lnTo>
                  <a:lnTo>
                    <a:pt x="96" y="97"/>
                  </a:lnTo>
                  <a:lnTo>
                    <a:pt x="128" y="97"/>
                  </a:lnTo>
                  <a:lnTo>
                    <a:pt x="128" y="129"/>
                  </a:lnTo>
                  <a:close/>
                  <a:moveTo>
                    <a:pt x="258" y="129"/>
                  </a:moveTo>
                  <a:lnTo>
                    <a:pt x="290" y="129"/>
                  </a:lnTo>
                  <a:lnTo>
                    <a:pt x="290" y="97"/>
                  </a:lnTo>
                  <a:lnTo>
                    <a:pt x="290" y="65"/>
                  </a:lnTo>
                  <a:lnTo>
                    <a:pt x="258" y="65"/>
                  </a:lnTo>
                  <a:lnTo>
                    <a:pt x="225" y="65"/>
                  </a:lnTo>
                  <a:lnTo>
                    <a:pt x="193" y="65"/>
                  </a:lnTo>
                  <a:lnTo>
                    <a:pt x="193" y="97"/>
                  </a:lnTo>
                  <a:lnTo>
                    <a:pt x="225" y="97"/>
                  </a:lnTo>
                  <a:lnTo>
                    <a:pt x="258" y="97"/>
                  </a:lnTo>
                  <a:lnTo>
                    <a:pt x="258" y="129"/>
                  </a:lnTo>
                  <a:close/>
                  <a:moveTo>
                    <a:pt x="387" y="32"/>
                  </a:moveTo>
                  <a:lnTo>
                    <a:pt x="420" y="32"/>
                  </a:lnTo>
                  <a:lnTo>
                    <a:pt x="452" y="32"/>
                  </a:lnTo>
                  <a:lnTo>
                    <a:pt x="452" y="65"/>
                  </a:lnTo>
                  <a:lnTo>
                    <a:pt x="452" y="97"/>
                  </a:lnTo>
                  <a:lnTo>
                    <a:pt x="485" y="97"/>
                  </a:lnTo>
                  <a:lnTo>
                    <a:pt x="485" y="65"/>
                  </a:lnTo>
                  <a:lnTo>
                    <a:pt x="485" y="32"/>
                  </a:lnTo>
                  <a:lnTo>
                    <a:pt x="485" y="0"/>
                  </a:lnTo>
                  <a:lnTo>
                    <a:pt x="452" y="0"/>
                  </a:lnTo>
                  <a:lnTo>
                    <a:pt x="420" y="0"/>
                  </a:lnTo>
                  <a:lnTo>
                    <a:pt x="387" y="0"/>
                  </a:lnTo>
                  <a:lnTo>
                    <a:pt x="387" y="32"/>
                  </a:lnTo>
                  <a:close/>
                  <a:moveTo>
                    <a:pt x="64" y="33"/>
                  </a:moveTo>
                  <a:lnTo>
                    <a:pt x="96" y="33"/>
                  </a:lnTo>
                  <a:lnTo>
                    <a:pt x="96" y="1"/>
                  </a:lnTo>
                  <a:lnTo>
                    <a:pt x="64" y="1"/>
                  </a:lnTo>
                  <a:lnTo>
                    <a:pt x="32" y="1"/>
                  </a:lnTo>
                  <a:lnTo>
                    <a:pt x="31" y="1"/>
                  </a:lnTo>
                  <a:lnTo>
                    <a:pt x="0" y="1"/>
                  </a:lnTo>
                  <a:lnTo>
                    <a:pt x="0" y="33"/>
                  </a:lnTo>
                  <a:lnTo>
                    <a:pt x="0" y="33"/>
                  </a:lnTo>
                  <a:lnTo>
                    <a:pt x="0" y="65"/>
                  </a:lnTo>
                  <a:lnTo>
                    <a:pt x="0" y="65"/>
                  </a:lnTo>
                  <a:lnTo>
                    <a:pt x="0" y="97"/>
                  </a:lnTo>
                  <a:lnTo>
                    <a:pt x="32" y="97"/>
                  </a:lnTo>
                  <a:lnTo>
                    <a:pt x="32" y="65"/>
                  </a:lnTo>
                  <a:lnTo>
                    <a:pt x="32" y="65"/>
                  </a:lnTo>
                  <a:lnTo>
                    <a:pt x="32" y="33"/>
                  </a:lnTo>
                  <a:lnTo>
                    <a:pt x="64" y="33"/>
                  </a:lnTo>
                  <a:close/>
                  <a:moveTo>
                    <a:pt x="452" y="486"/>
                  </a:moveTo>
                  <a:lnTo>
                    <a:pt x="485" y="486"/>
                  </a:lnTo>
                  <a:lnTo>
                    <a:pt x="485" y="453"/>
                  </a:lnTo>
                  <a:lnTo>
                    <a:pt x="485" y="421"/>
                  </a:lnTo>
                  <a:lnTo>
                    <a:pt x="485" y="389"/>
                  </a:lnTo>
                  <a:lnTo>
                    <a:pt x="452" y="389"/>
                  </a:lnTo>
                  <a:lnTo>
                    <a:pt x="452" y="421"/>
                  </a:lnTo>
                  <a:lnTo>
                    <a:pt x="452" y="453"/>
                  </a:lnTo>
                  <a:lnTo>
                    <a:pt x="420" y="453"/>
                  </a:lnTo>
                  <a:lnTo>
                    <a:pt x="387" y="453"/>
                  </a:lnTo>
                  <a:lnTo>
                    <a:pt x="387" y="486"/>
                  </a:lnTo>
                  <a:lnTo>
                    <a:pt x="420" y="486"/>
                  </a:lnTo>
                  <a:lnTo>
                    <a:pt x="452" y="486"/>
                  </a:lnTo>
                  <a:close/>
                  <a:moveTo>
                    <a:pt x="387" y="421"/>
                  </a:moveTo>
                  <a:lnTo>
                    <a:pt x="420" y="421"/>
                  </a:lnTo>
                  <a:lnTo>
                    <a:pt x="420" y="389"/>
                  </a:lnTo>
                  <a:lnTo>
                    <a:pt x="420" y="356"/>
                  </a:lnTo>
                  <a:lnTo>
                    <a:pt x="420" y="324"/>
                  </a:lnTo>
                  <a:lnTo>
                    <a:pt x="387" y="324"/>
                  </a:lnTo>
                  <a:lnTo>
                    <a:pt x="355" y="324"/>
                  </a:lnTo>
                  <a:lnTo>
                    <a:pt x="323" y="324"/>
                  </a:lnTo>
                  <a:lnTo>
                    <a:pt x="323" y="356"/>
                  </a:lnTo>
                  <a:lnTo>
                    <a:pt x="323" y="389"/>
                  </a:lnTo>
                  <a:lnTo>
                    <a:pt x="323" y="421"/>
                  </a:lnTo>
                  <a:lnTo>
                    <a:pt x="355" y="421"/>
                  </a:lnTo>
                  <a:lnTo>
                    <a:pt x="387" y="421"/>
                  </a:lnTo>
                  <a:close/>
                  <a:moveTo>
                    <a:pt x="387" y="389"/>
                  </a:moveTo>
                  <a:lnTo>
                    <a:pt x="355" y="389"/>
                  </a:lnTo>
                  <a:lnTo>
                    <a:pt x="355" y="356"/>
                  </a:lnTo>
                  <a:lnTo>
                    <a:pt x="387" y="356"/>
                  </a:lnTo>
                  <a:lnTo>
                    <a:pt x="387" y="389"/>
                  </a:lnTo>
                  <a:close/>
                  <a:moveTo>
                    <a:pt x="258" y="421"/>
                  </a:moveTo>
                  <a:lnTo>
                    <a:pt x="290" y="421"/>
                  </a:lnTo>
                  <a:lnTo>
                    <a:pt x="290" y="389"/>
                  </a:lnTo>
                  <a:lnTo>
                    <a:pt x="258" y="389"/>
                  </a:lnTo>
                  <a:lnTo>
                    <a:pt x="258" y="356"/>
                  </a:lnTo>
                  <a:lnTo>
                    <a:pt x="225" y="356"/>
                  </a:lnTo>
                  <a:lnTo>
                    <a:pt x="225" y="324"/>
                  </a:lnTo>
                  <a:lnTo>
                    <a:pt x="193" y="324"/>
                  </a:lnTo>
                  <a:lnTo>
                    <a:pt x="193" y="291"/>
                  </a:lnTo>
                  <a:lnTo>
                    <a:pt x="161" y="291"/>
                  </a:lnTo>
                  <a:lnTo>
                    <a:pt x="161" y="324"/>
                  </a:lnTo>
                  <a:lnTo>
                    <a:pt x="128" y="324"/>
                  </a:lnTo>
                  <a:lnTo>
                    <a:pt x="96" y="324"/>
                  </a:lnTo>
                  <a:lnTo>
                    <a:pt x="63" y="324"/>
                  </a:lnTo>
                  <a:lnTo>
                    <a:pt x="63" y="356"/>
                  </a:lnTo>
                  <a:lnTo>
                    <a:pt x="63" y="389"/>
                  </a:lnTo>
                  <a:lnTo>
                    <a:pt x="63" y="421"/>
                  </a:lnTo>
                  <a:lnTo>
                    <a:pt x="96" y="421"/>
                  </a:lnTo>
                  <a:lnTo>
                    <a:pt x="128" y="421"/>
                  </a:lnTo>
                  <a:lnTo>
                    <a:pt x="161" y="421"/>
                  </a:lnTo>
                  <a:lnTo>
                    <a:pt x="161" y="389"/>
                  </a:lnTo>
                  <a:lnTo>
                    <a:pt x="161" y="356"/>
                  </a:lnTo>
                  <a:lnTo>
                    <a:pt x="161" y="324"/>
                  </a:lnTo>
                  <a:lnTo>
                    <a:pt x="193" y="324"/>
                  </a:lnTo>
                  <a:lnTo>
                    <a:pt x="193" y="356"/>
                  </a:lnTo>
                  <a:lnTo>
                    <a:pt x="225" y="356"/>
                  </a:lnTo>
                  <a:lnTo>
                    <a:pt x="225" y="389"/>
                  </a:lnTo>
                  <a:lnTo>
                    <a:pt x="193" y="389"/>
                  </a:lnTo>
                  <a:lnTo>
                    <a:pt x="193" y="421"/>
                  </a:lnTo>
                  <a:lnTo>
                    <a:pt x="225" y="421"/>
                  </a:lnTo>
                  <a:lnTo>
                    <a:pt x="258" y="421"/>
                  </a:lnTo>
                  <a:close/>
                  <a:moveTo>
                    <a:pt x="128" y="389"/>
                  </a:moveTo>
                  <a:lnTo>
                    <a:pt x="96" y="389"/>
                  </a:lnTo>
                  <a:lnTo>
                    <a:pt x="96" y="356"/>
                  </a:lnTo>
                  <a:lnTo>
                    <a:pt x="128" y="356"/>
                  </a:lnTo>
                  <a:lnTo>
                    <a:pt x="128" y="389"/>
                  </a:lnTo>
                  <a:close/>
                  <a:moveTo>
                    <a:pt x="32" y="421"/>
                  </a:moveTo>
                  <a:lnTo>
                    <a:pt x="32" y="388"/>
                  </a:lnTo>
                  <a:lnTo>
                    <a:pt x="0" y="388"/>
                  </a:lnTo>
                  <a:lnTo>
                    <a:pt x="0" y="421"/>
                  </a:lnTo>
                  <a:lnTo>
                    <a:pt x="0" y="452"/>
                  </a:lnTo>
                  <a:lnTo>
                    <a:pt x="0" y="453"/>
                  </a:lnTo>
                  <a:lnTo>
                    <a:pt x="0" y="485"/>
                  </a:lnTo>
                  <a:lnTo>
                    <a:pt x="32" y="485"/>
                  </a:lnTo>
                  <a:lnTo>
                    <a:pt x="64" y="485"/>
                  </a:lnTo>
                  <a:lnTo>
                    <a:pt x="97" y="485"/>
                  </a:lnTo>
                  <a:lnTo>
                    <a:pt x="97" y="452"/>
                  </a:lnTo>
                  <a:lnTo>
                    <a:pt x="64" y="452"/>
                  </a:lnTo>
                  <a:lnTo>
                    <a:pt x="32" y="452"/>
                  </a:lnTo>
                  <a:lnTo>
                    <a:pt x="32" y="421"/>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48" name="Freeform 280">
              <a:extLst>
                <a:ext uri="{FF2B5EF4-FFF2-40B4-BE49-F238E27FC236}">
                  <a16:creationId xmlns:a16="http://schemas.microsoft.com/office/drawing/2014/main" id="{BA970CB0-CC1C-B342-7528-589FD137AE7C}"/>
                </a:ext>
              </a:extLst>
            </p:cNvPr>
            <p:cNvSpPr>
              <a:spLocks/>
            </p:cNvSpPr>
            <p:nvPr userDrawn="1"/>
          </p:nvSpPr>
          <p:spPr bwMode="auto">
            <a:xfrm>
              <a:off x="9377363" y="2597151"/>
              <a:ext cx="185738" cy="23813"/>
            </a:xfrm>
            <a:custGeom>
              <a:avLst/>
              <a:gdLst>
                <a:gd name="T0" fmla="*/ 60 w 516"/>
                <a:gd name="T1" fmla="*/ 49 h 65"/>
                <a:gd name="T2" fmla="*/ 456 w 516"/>
                <a:gd name="T3" fmla="*/ 49 h 65"/>
                <a:gd name="T4" fmla="*/ 484 w 516"/>
                <a:gd name="T5" fmla="*/ 65 h 65"/>
                <a:gd name="T6" fmla="*/ 516 w 516"/>
                <a:gd name="T7" fmla="*/ 33 h 65"/>
                <a:gd name="T8" fmla="*/ 484 w 516"/>
                <a:gd name="T9" fmla="*/ 0 h 65"/>
                <a:gd name="T10" fmla="*/ 456 w 516"/>
                <a:gd name="T11" fmla="*/ 17 h 65"/>
                <a:gd name="T12" fmla="*/ 60 w 516"/>
                <a:gd name="T13" fmla="*/ 17 h 65"/>
                <a:gd name="T14" fmla="*/ 32 w 516"/>
                <a:gd name="T15" fmla="*/ 0 h 65"/>
                <a:gd name="T16" fmla="*/ 0 w 516"/>
                <a:gd name="T17" fmla="*/ 33 h 65"/>
                <a:gd name="T18" fmla="*/ 32 w 516"/>
                <a:gd name="T19" fmla="*/ 65 h 65"/>
                <a:gd name="T20" fmla="*/ 60 w 516"/>
                <a:gd name="T21" fmla="*/ 4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6" h="65">
                  <a:moveTo>
                    <a:pt x="60" y="49"/>
                  </a:moveTo>
                  <a:lnTo>
                    <a:pt x="456" y="49"/>
                  </a:lnTo>
                  <a:cubicBezTo>
                    <a:pt x="462" y="59"/>
                    <a:pt x="472" y="65"/>
                    <a:pt x="484" y="65"/>
                  </a:cubicBezTo>
                  <a:cubicBezTo>
                    <a:pt x="502" y="65"/>
                    <a:pt x="516" y="51"/>
                    <a:pt x="516" y="33"/>
                  </a:cubicBezTo>
                  <a:cubicBezTo>
                    <a:pt x="516" y="15"/>
                    <a:pt x="502" y="0"/>
                    <a:pt x="484" y="0"/>
                  </a:cubicBezTo>
                  <a:cubicBezTo>
                    <a:pt x="472" y="0"/>
                    <a:pt x="462" y="7"/>
                    <a:pt x="456" y="17"/>
                  </a:cubicBezTo>
                  <a:lnTo>
                    <a:pt x="60" y="17"/>
                  </a:lnTo>
                  <a:cubicBezTo>
                    <a:pt x="55" y="7"/>
                    <a:pt x="44" y="0"/>
                    <a:pt x="32" y="0"/>
                  </a:cubicBezTo>
                  <a:cubicBezTo>
                    <a:pt x="14" y="0"/>
                    <a:pt x="0" y="15"/>
                    <a:pt x="0" y="33"/>
                  </a:cubicBezTo>
                  <a:cubicBezTo>
                    <a:pt x="0" y="51"/>
                    <a:pt x="14" y="65"/>
                    <a:pt x="32" y="65"/>
                  </a:cubicBezTo>
                  <a:cubicBezTo>
                    <a:pt x="44" y="65"/>
                    <a:pt x="55" y="59"/>
                    <a:pt x="60" y="49"/>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49" name="Freeform 281">
              <a:extLst>
                <a:ext uri="{FF2B5EF4-FFF2-40B4-BE49-F238E27FC236}">
                  <a16:creationId xmlns:a16="http://schemas.microsoft.com/office/drawing/2014/main" id="{5085E66F-60E7-29F4-E8B3-EA15AC622111}"/>
                </a:ext>
              </a:extLst>
            </p:cNvPr>
            <p:cNvSpPr>
              <a:spLocks noEditPoints="1"/>
            </p:cNvSpPr>
            <p:nvPr userDrawn="1"/>
          </p:nvSpPr>
          <p:spPr bwMode="auto">
            <a:xfrm>
              <a:off x="9301163" y="2439988"/>
              <a:ext cx="338138" cy="338138"/>
            </a:xfrm>
            <a:custGeom>
              <a:avLst/>
              <a:gdLst>
                <a:gd name="T0" fmla="*/ 468 w 936"/>
                <a:gd name="T1" fmla="*/ 873 h 936"/>
                <a:gd name="T2" fmla="*/ 63 w 936"/>
                <a:gd name="T3" fmla="*/ 468 h 936"/>
                <a:gd name="T4" fmla="*/ 468 w 936"/>
                <a:gd name="T5" fmla="*/ 63 h 936"/>
                <a:gd name="T6" fmla="*/ 873 w 936"/>
                <a:gd name="T7" fmla="*/ 468 h 936"/>
                <a:gd name="T8" fmla="*/ 468 w 936"/>
                <a:gd name="T9" fmla="*/ 873 h 936"/>
                <a:gd name="T10" fmla="*/ 468 w 936"/>
                <a:gd name="T11" fmla="*/ 0 h 936"/>
                <a:gd name="T12" fmla="*/ 0 w 936"/>
                <a:gd name="T13" fmla="*/ 468 h 936"/>
                <a:gd name="T14" fmla="*/ 468 w 936"/>
                <a:gd name="T15" fmla="*/ 936 h 936"/>
                <a:gd name="T16" fmla="*/ 936 w 936"/>
                <a:gd name="T17" fmla="*/ 468 h 936"/>
                <a:gd name="T18" fmla="*/ 468 w 936"/>
                <a:gd name="T19"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936">
                  <a:moveTo>
                    <a:pt x="468" y="873"/>
                  </a:moveTo>
                  <a:cubicBezTo>
                    <a:pt x="245" y="873"/>
                    <a:pt x="63" y="691"/>
                    <a:pt x="63" y="468"/>
                  </a:cubicBezTo>
                  <a:cubicBezTo>
                    <a:pt x="63" y="245"/>
                    <a:pt x="245" y="63"/>
                    <a:pt x="468" y="63"/>
                  </a:cubicBezTo>
                  <a:cubicBezTo>
                    <a:pt x="691" y="63"/>
                    <a:pt x="873" y="245"/>
                    <a:pt x="873" y="468"/>
                  </a:cubicBezTo>
                  <a:cubicBezTo>
                    <a:pt x="873" y="691"/>
                    <a:pt x="691" y="873"/>
                    <a:pt x="468" y="873"/>
                  </a:cubicBezTo>
                  <a:close/>
                  <a:moveTo>
                    <a:pt x="468" y="0"/>
                  </a:moveTo>
                  <a:cubicBezTo>
                    <a:pt x="210" y="0"/>
                    <a:pt x="0" y="210"/>
                    <a:pt x="0" y="468"/>
                  </a:cubicBezTo>
                  <a:cubicBezTo>
                    <a:pt x="0" y="726"/>
                    <a:pt x="210" y="936"/>
                    <a:pt x="468" y="936"/>
                  </a:cubicBezTo>
                  <a:cubicBezTo>
                    <a:pt x="726" y="936"/>
                    <a:pt x="936" y="726"/>
                    <a:pt x="936" y="468"/>
                  </a:cubicBezTo>
                  <a:cubicBezTo>
                    <a:pt x="936" y="210"/>
                    <a:pt x="726" y="0"/>
                    <a:pt x="468"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50" name="Group 349">
            <a:extLst>
              <a:ext uri="{FF2B5EF4-FFF2-40B4-BE49-F238E27FC236}">
                <a16:creationId xmlns:a16="http://schemas.microsoft.com/office/drawing/2014/main" id="{5A4D32E3-646E-2699-2AE4-542DE5E5D56E}"/>
              </a:ext>
            </a:extLst>
          </p:cNvPr>
          <p:cNvGrpSpPr/>
          <p:nvPr/>
        </p:nvGrpSpPr>
        <p:grpSpPr>
          <a:xfrm>
            <a:off x="1562101" y="3276601"/>
            <a:ext cx="338138" cy="338138"/>
            <a:chOff x="1562101" y="3276601"/>
            <a:chExt cx="338138" cy="338138"/>
          </a:xfrm>
        </p:grpSpPr>
        <p:sp>
          <p:nvSpPr>
            <p:cNvPr id="351" name="Freeform 282">
              <a:extLst>
                <a:ext uri="{FF2B5EF4-FFF2-40B4-BE49-F238E27FC236}">
                  <a16:creationId xmlns:a16="http://schemas.microsoft.com/office/drawing/2014/main" id="{3B5AA3F6-692E-A400-E330-9BAB08E73A8C}"/>
                </a:ext>
              </a:extLst>
            </p:cNvPr>
            <p:cNvSpPr>
              <a:spLocks noEditPoints="1"/>
            </p:cNvSpPr>
            <p:nvPr userDrawn="1"/>
          </p:nvSpPr>
          <p:spPr bwMode="auto">
            <a:xfrm>
              <a:off x="1562101" y="3276601"/>
              <a:ext cx="338138" cy="338138"/>
            </a:xfrm>
            <a:custGeom>
              <a:avLst/>
              <a:gdLst>
                <a:gd name="T0" fmla="*/ 468 w 936"/>
                <a:gd name="T1" fmla="*/ 872 h 936"/>
                <a:gd name="T2" fmla="*/ 63 w 936"/>
                <a:gd name="T3" fmla="*/ 468 h 936"/>
                <a:gd name="T4" fmla="*/ 468 w 936"/>
                <a:gd name="T5" fmla="*/ 63 h 936"/>
                <a:gd name="T6" fmla="*/ 873 w 936"/>
                <a:gd name="T7" fmla="*/ 468 h 936"/>
                <a:gd name="T8" fmla="*/ 468 w 936"/>
                <a:gd name="T9" fmla="*/ 872 h 936"/>
                <a:gd name="T10" fmla="*/ 468 w 936"/>
                <a:gd name="T11" fmla="*/ 0 h 936"/>
                <a:gd name="T12" fmla="*/ 0 w 936"/>
                <a:gd name="T13" fmla="*/ 468 h 936"/>
                <a:gd name="T14" fmla="*/ 468 w 936"/>
                <a:gd name="T15" fmla="*/ 936 h 936"/>
                <a:gd name="T16" fmla="*/ 936 w 936"/>
                <a:gd name="T17" fmla="*/ 468 h 936"/>
                <a:gd name="T18" fmla="*/ 468 w 936"/>
                <a:gd name="T19"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936">
                  <a:moveTo>
                    <a:pt x="468" y="872"/>
                  </a:moveTo>
                  <a:cubicBezTo>
                    <a:pt x="245" y="872"/>
                    <a:pt x="63" y="691"/>
                    <a:pt x="63" y="468"/>
                  </a:cubicBezTo>
                  <a:cubicBezTo>
                    <a:pt x="63" y="244"/>
                    <a:pt x="245" y="63"/>
                    <a:pt x="468" y="63"/>
                  </a:cubicBezTo>
                  <a:cubicBezTo>
                    <a:pt x="691" y="63"/>
                    <a:pt x="873" y="244"/>
                    <a:pt x="873" y="468"/>
                  </a:cubicBezTo>
                  <a:cubicBezTo>
                    <a:pt x="873" y="691"/>
                    <a:pt x="691" y="872"/>
                    <a:pt x="468" y="872"/>
                  </a:cubicBezTo>
                  <a:close/>
                  <a:moveTo>
                    <a:pt x="468" y="0"/>
                  </a:moveTo>
                  <a:cubicBezTo>
                    <a:pt x="210" y="0"/>
                    <a:pt x="0" y="210"/>
                    <a:pt x="0" y="468"/>
                  </a:cubicBezTo>
                  <a:cubicBezTo>
                    <a:pt x="0" y="726"/>
                    <a:pt x="210" y="936"/>
                    <a:pt x="468" y="936"/>
                  </a:cubicBezTo>
                  <a:cubicBezTo>
                    <a:pt x="726" y="936"/>
                    <a:pt x="936" y="726"/>
                    <a:pt x="936" y="468"/>
                  </a:cubicBezTo>
                  <a:cubicBezTo>
                    <a:pt x="936" y="210"/>
                    <a:pt x="726" y="0"/>
                    <a:pt x="468"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52" name="Freeform 283">
              <a:extLst>
                <a:ext uri="{FF2B5EF4-FFF2-40B4-BE49-F238E27FC236}">
                  <a16:creationId xmlns:a16="http://schemas.microsoft.com/office/drawing/2014/main" id="{C3D038FB-6883-9B32-0D1A-400FEA93146A}"/>
                </a:ext>
              </a:extLst>
            </p:cNvPr>
            <p:cNvSpPr>
              <a:spLocks noEditPoints="1"/>
            </p:cNvSpPr>
            <p:nvPr userDrawn="1"/>
          </p:nvSpPr>
          <p:spPr bwMode="auto">
            <a:xfrm>
              <a:off x="1638301" y="3351213"/>
              <a:ext cx="187325" cy="187325"/>
            </a:xfrm>
            <a:custGeom>
              <a:avLst/>
              <a:gdLst>
                <a:gd name="T0" fmla="*/ 66 w 518"/>
                <a:gd name="T1" fmla="*/ 13 h 517"/>
                <a:gd name="T2" fmla="*/ 98 w 518"/>
                <a:gd name="T3" fmla="*/ 0 h 517"/>
                <a:gd name="T4" fmla="*/ 130 w 518"/>
                <a:gd name="T5" fmla="*/ 13 h 517"/>
                <a:gd name="T6" fmla="*/ 293 w 518"/>
                <a:gd name="T7" fmla="*/ 161 h 517"/>
                <a:gd name="T8" fmla="*/ 311 w 518"/>
                <a:gd name="T9" fmla="*/ 178 h 517"/>
                <a:gd name="T10" fmla="*/ 191 w 518"/>
                <a:gd name="T11" fmla="*/ 305 h 517"/>
                <a:gd name="T12" fmla="*/ 178 w 518"/>
                <a:gd name="T13" fmla="*/ 311 h 517"/>
                <a:gd name="T14" fmla="*/ 161 w 518"/>
                <a:gd name="T15" fmla="*/ 293 h 517"/>
                <a:gd name="T16" fmla="*/ 257 w 518"/>
                <a:gd name="T17" fmla="*/ 190 h 517"/>
                <a:gd name="T18" fmla="*/ 102 w 518"/>
                <a:gd name="T19" fmla="*/ 36 h 517"/>
                <a:gd name="T20" fmla="*/ 94 w 518"/>
                <a:gd name="T21" fmla="*/ 36 h 517"/>
                <a:gd name="T22" fmla="*/ 38 w 518"/>
                <a:gd name="T23" fmla="*/ 90 h 517"/>
                <a:gd name="T24" fmla="*/ 35 w 518"/>
                <a:gd name="T25" fmla="*/ 98 h 517"/>
                <a:gd name="T26" fmla="*/ 38 w 518"/>
                <a:gd name="T27" fmla="*/ 105 h 517"/>
                <a:gd name="T28" fmla="*/ 173 w 518"/>
                <a:gd name="T29" fmla="*/ 247 h 517"/>
                <a:gd name="T30" fmla="*/ 162 w 518"/>
                <a:gd name="T31" fmla="*/ 263 h 517"/>
                <a:gd name="T32" fmla="*/ 143 w 518"/>
                <a:gd name="T33" fmla="*/ 259 h 517"/>
                <a:gd name="T34" fmla="*/ 4 w 518"/>
                <a:gd name="T35" fmla="*/ 115 h 517"/>
                <a:gd name="T36" fmla="*/ 4 w 518"/>
                <a:gd name="T37" fmla="*/ 80 h 517"/>
                <a:gd name="T38" fmla="*/ 74 w 518"/>
                <a:gd name="T39" fmla="*/ 74 h 517"/>
                <a:gd name="T40" fmla="*/ 99 w 518"/>
                <a:gd name="T41" fmla="*/ 74 h 517"/>
                <a:gd name="T42" fmla="*/ 219 w 518"/>
                <a:gd name="T43" fmla="*/ 201 h 517"/>
                <a:gd name="T44" fmla="*/ 208 w 518"/>
                <a:gd name="T45" fmla="*/ 217 h 517"/>
                <a:gd name="T46" fmla="*/ 195 w 518"/>
                <a:gd name="T47" fmla="*/ 217 h 517"/>
                <a:gd name="T48" fmla="*/ 74 w 518"/>
                <a:gd name="T49" fmla="*/ 98 h 517"/>
                <a:gd name="T50" fmla="*/ 74 w 518"/>
                <a:gd name="T51" fmla="*/ 74 h 517"/>
                <a:gd name="T52" fmla="*/ 402 w 518"/>
                <a:gd name="T53" fmla="*/ 412 h 517"/>
                <a:gd name="T54" fmla="*/ 414 w 518"/>
                <a:gd name="T55" fmla="*/ 440 h 517"/>
                <a:gd name="T56" fmla="*/ 474 w 518"/>
                <a:gd name="T57" fmla="*/ 478 h 517"/>
                <a:gd name="T58" fmla="*/ 444 w 518"/>
                <a:gd name="T59" fmla="*/ 414 h 517"/>
                <a:gd name="T60" fmla="*/ 425 w 518"/>
                <a:gd name="T61" fmla="*/ 411 h 517"/>
                <a:gd name="T62" fmla="*/ 269 w 518"/>
                <a:gd name="T63" fmla="*/ 259 h 517"/>
                <a:gd name="T64" fmla="*/ 269 w 518"/>
                <a:gd name="T65" fmla="*/ 235 h 517"/>
                <a:gd name="T66" fmla="*/ 294 w 518"/>
                <a:gd name="T67" fmla="*/ 235 h 517"/>
                <a:gd name="T68" fmla="*/ 439 w 518"/>
                <a:gd name="T69" fmla="*/ 378 h 517"/>
                <a:gd name="T70" fmla="*/ 454 w 518"/>
                <a:gd name="T71" fmla="*/ 379 h 517"/>
                <a:gd name="T72" fmla="*/ 469 w 518"/>
                <a:gd name="T73" fmla="*/ 388 h 517"/>
                <a:gd name="T74" fmla="*/ 517 w 518"/>
                <a:gd name="T75" fmla="*/ 479 h 517"/>
                <a:gd name="T76" fmla="*/ 489 w 518"/>
                <a:gd name="T77" fmla="*/ 512 h 517"/>
                <a:gd name="T78" fmla="*/ 477 w 518"/>
                <a:gd name="T79" fmla="*/ 517 h 517"/>
                <a:gd name="T80" fmla="*/ 468 w 518"/>
                <a:gd name="T81" fmla="*/ 515 h 517"/>
                <a:gd name="T82" fmla="*/ 382 w 518"/>
                <a:gd name="T83" fmla="*/ 463 h 517"/>
                <a:gd name="T84" fmla="*/ 379 w 518"/>
                <a:gd name="T85" fmla="*/ 440 h 517"/>
                <a:gd name="T86" fmla="*/ 378 w 518"/>
                <a:gd name="T87" fmla="*/ 436 h 517"/>
                <a:gd name="T88" fmla="*/ 230 w 518"/>
                <a:gd name="T89" fmla="*/ 281 h 517"/>
                <a:gd name="T90" fmla="*/ 247 w 518"/>
                <a:gd name="T91" fmla="*/ 264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8" h="517">
                  <a:moveTo>
                    <a:pt x="13" y="66"/>
                  </a:moveTo>
                  <a:lnTo>
                    <a:pt x="66" y="13"/>
                  </a:lnTo>
                  <a:cubicBezTo>
                    <a:pt x="70" y="9"/>
                    <a:pt x="75" y="6"/>
                    <a:pt x="81" y="3"/>
                  </a:cubicBezTo>
                  <a:cubicBezTo>
                    <a:pt x="86" y="1"/>
                    <a:pt x="92" y="0"/>
                    <a:pt x="98" y="0"/>
                  </a:cubicBezTo>
                  <a:cubicBezTo>
                    <a:pt x="104" y="0"/>
                    <a:pt x="110" y="1"/>
                    <a:pt x="115" y="3"/>
                  </a:cubicBezTo>
                  <a:cubicBezTo>
                    <a:pt x="121" y="6"/>
                    <a:pt x="126" y="9"/>
                    <a:pt x="130" y="13"/>
                  </a:cubicBezTo>
                  <a:lnTo>
                    <a:pt x="282" y="165"/>
                  </a:lnTo>
                  <a:cubicBezTo>
                    <a:pt x="285" y="162"/>
                    <a:pt x="289" y="161"/>
                    <a:pt x="293" y="161"/>
                  </a:cubicBezTo>
                  <a:cubicBezTo>
                    <a:pt x="298" y="161"/>
                    <a:pt x="302" y="162"/>
                    <a:pt x="306" y="166"/>
                  </a:cubicBezTo>
                  <a:cubicBezTo>
                    <a:pt x="309" y="169"/>
                    <a:pt x="311" y="174"/>
                    <a:pt x="311" y="178"/>
                  </a:cubicBezTo>
                  <a:cubicBezTo>
                    <a:pt x="311" y="183"/>
                    <a:pt x="309" y="187"/>
                    <a:pt x="306" y="190"/>
                  </a:cubicBezTo>
                  <a:lnTo>
                    <a:pt x="191" y="305"/>
                  </a:lnTo>
                  <a:cubicBezTo>
                    <a:pt x="189" y="307"/>
                    <a:pt x="187" y="308"/>
                    <a:pt x="185" y="309"/>
                  </a:cubicBezTo>
                  <a:cubicBezTo>
                    <a:pt x="183" y="310"/>
                    <a:pt x="181" y="311"/>
                    <a:pt x="178" y="311"/>
                  </a:cubicBezTo>
                  <a:cubicBezTo>
                    <a:pt x="174" y="311"/>
                    <a:pt x="170" y="309"/>
                    <a:pt x="166" y="305"/>
                  </a:cubicBezTo>
                  <a:cubicBezTo>
                    <a:pt x="163" y="302"/>
                    <a:pt x="161" y="298"/>
                    <a:pt x="161" y="293"/>
                  </a:cubicBezTo>
                  <a:cubicBezTo>
                    <a:pt x="161" y="289"/>
                    <a:pt x="163" y="284"/>
                    <a:pt x="166" y="281"/>
                  </a:cubicBezTo>
                  <a:lnTo>
                    <a:pt x="257" y="190"/>
                  </a:lnTo>
                  <a:lnTo>
                    <a:pt x="105" y="38"/>
                  </a:lnTo>
                  <a:cubicBezTo>
                    <a:pt x="104" y="37"/>
                    <a:pt x="103" y="36"/>
                    <a:pt x="102" y="36"/>
                  </a:cubicBezTo>
                  <a:cubicBezTo>
                    <a:pt x="101" y="35"/>
                    <a:pt x="100" y="35"/>
                    <a:pt x="98" y="35"/>
                  </a:cubicBezTo>
                  <a:cubicBezTo>
                    <a:pt x="97" y="35"/>
                    <a:pt x="95" y="35"/>
                    <a:pt x="94" y="36"/>
                  </a:cubicBezTo>
                  <a:cubicBezTo>
                    <a:pt x="93" y="36"/>
                    <a:pt x="92" y="37"/>
                    <a:pt x="91" y="38"/>
                  </a:cubicBezTo>
                  <a:lnTo>
                    <a:pt x="38" y="90"/>
                  </a:lnTo>
                  <a:cubicBezTo>
                    <a:pt x="37" y="91"/>
                    <a:pt x="36" y="93"/>
                    <a:pt x="36" y="94"/>
                  </a:cubicBezTo>
                  <a:cubicBezTo>
                    <a:pt x="35" y="95"/>
                    <a:pt x="35" y="96"/>
                    <a:pt x="35" y="98"/>
                  </a:cubicBezTo>
                  <a:cubicBezTo>
                    <a:pt x="35" y="99"/>
                    <a:pt x="35" y="100"/>
                    <a:pt x="36" y="102"/>
                  </a:cubicBezTo>
                  <a:cubicBezTo>
                    <a:pt x="36" y="103"/>
                    <a:pt x="37" y="104"/>
                    <a:pt x="38" y="105"/>
                  </a:cubicBezTo>
                  <a:lnTo>
                    <a:pt x="168" y="235"/>
                  </a:lnTo>
                  <a:cubicBezTo>
                    <a:pt x="171" y="238"/>
                    <a:pt x="173" y="243"/>
                    <a:pt x="173" y="247"/>
                  </a:cubicBezTo>
                  <a:cubicBezTo>
                    <a:pt x="173" y="252"/>
                    <a:pt x="171" y="256"/>
                    <a:pt x="168" y="259"/>
                  </a:cubicBezTo>
                  <a:cubicBezTo>
                    <a:pt x="166" y="261"/>
                    <a:pt x="164" y="262"/>
                    <a:pt x="162" y="263"/>
                  </a:cubicBezTo>
                  <a:cubicBezTo>
                    <a:pt x="160" y="264"/>
                    <a:pt x="158" y="265"/>
                    <a:pt x="156" y="265"/>
                  </a:cubicBezTo>
                  <a:cubicBezTo>
                    <a:pt x="151" y="265"/>
                    <a:pt x="147" y="263"/>
                    <a:pt x="143" y="259"/>
                  </a:cubicBezTo>
                  <a:lnTo>
                    <a:pt x="13" y="130"/>
                  </a:lnTo>
                  <a:cubicBezTo>
                    <a:pt x="9" y="125"/>
                    <a:pt x="6" y="120"/>
                    <a:pt x="4" y="115"/>
                  </a:cubicBezTo>
                  <a:cubicBezTo>
                    <a:pt x="1" y="110"/>
                    <a:pt x="0" y="104"/>
                    <a:pt x="0" y="98"/>
                  </a:cubicBezTo>
                  <a:cubicBezTo>
                    <a:pt x="0" y="92"/>
                    <a:pt x="1" y="86"/>
                    <a:pt x="4" y="80"/>
                  </a:cubicBezTo>
                  <a:cubicBezTo>
                    <a:pt x="6" y="75"/>
                    <a:pt x="9" y="70"/>
                    <a:pt x="13" y="66"/>
                  </a:cubicBezTo>
                  <a:close/>
                  <a:moveTo>
                    <a:pt x="74" y="74"/>
                  </a:moveTo>
                  <a:cubicBezTo>
                    <a:pt x="78" y="70"/>
                    <a:pt x="82" y="69"/>
                    <a:pt x="87" y="69"/>
                  </a:cubicBezTo>
                  <a:cubicBezTo>
                    <a:pt x="91" y="69"/>
                    <a:pt x="96" y="70"/>
                    <a:pt x="99" y="74"/>
                  </a:cubicBezTo>
                  <a:lnTo>
                    <a:pt x="214" y="189"/>
                  </a:lnTo>
                  <a:cubicBezTo>
                    <a:pt x="217" y="192"/>
                    <a:pt x="219" y="196"/>
                    <a:pt x="219" y="201"/>
                  </a:cubicBezTo>
                  <a:cubicBezTo>
                    <a:pt x="219" y="205"/>
                    <a:pt x="217" y="210"/>
                    <a:pt x="214" y="213"/>
                  </a:cubicBezTo>
                  <a:cubicBezTo>
                    <a:pt x="212" y="215"/>
                    <a:pt x="210" y="216"/>
                    <a:pt x="208" y="217"/>
                  </a:cubicBezTo>
                  <a:cubicBezTo>
                    <a:pt x="206" y="218"/>
                    <a:pt x="204" y="218"/>
                    <a:pt x="201" y="218"/>
                  </a:cubicBezTo>
                  <a:cubicBezTo>
                    <a:pt x="199" y="218"/>
                    <a:pt x="197" y="218"/>
                    <a:pt x="195" y="217"/>
                  </a:cubicBezTo>
                  <a:cubicBezTo>
                    <a:pt x="193" y="216"/>
                    <a:pt x="191" y="215"/>
                    <a:pt x="189" y="213"/>
                  </a:cubicBezTo>
                  <a:lnTo>
                    <a:pt x="74" y="98"/>
                  </a:lnTo>
                  <a:cubicBezTo>
                    <a:pt x="71" y="95"/>
                    <a:pt x="69" y="90"/>
                    <a:pt x="69" y="86"/>
                  </a:cubicBezTo>
                  <a:cubicBezTo>
                    <a:pt x="69" y="82"/>
                    <a:pt x="71" y="77"/>
                    <a:pt x="74" y="74"/>
                  </a:cubicBezTo>
                  <a:close/>
                  <a:moveTo>
                    <a:pt x="260" y="269"/>
                  </a:moveTo>
                  <a:lnTo>
                    <a:pt x="402" y="412"/>
                  </a:lnTo>
                  <a:cubicBezTo>
                    <a:pt x="406" y="416"/>
                    <a:pt x="409" y="420"/>
                    <a:pt x="411" y="425"/>
                  </a:cubicBezTo>
                  <a:cubicBezTo>
                    <a:pt x="413" y="430"/>
                    <a:pt x="414" y="435"/>
                    <a:pt x="414" y="440"/>
                  </a:cubicBezTo>
                  <a:lnTo>
                    <a:pt x="414" y="444"/>
                  </a:lnTo>
                  <a:lnTo>
                    <a:pt x="474" y="478"/>
                  </a:lnTo>
                  <a:lnTo>
                    <a:pt x="478" y="474"/>
                  </a:lnTo>
                  <a:lnTo>
                    <a:pt x="444" y="414"/>
                  </a:lnTo>
                  <a:lnTo>
                    <a:pt x="441" y="414"/>
                  </a:lnTo>
                  <a:cubicBezTo>
                    <a:pt x="435" y="414"/>
                    <a:pt x="430" y="413"/>
                    <a:pt x="425" y="411"/>
                  </a:cubicBezTo>
                  <a:cubicBezTo>
                    <a:pt x="420" y="409"/>
                    <a:pt x="416" y="406"/>
                    <a:pt x="412" y="402"/>
                  </a:cubicBezTo>
                  <a:lnTo>
                    <a:pt x="269" y="259"/>
                  </a:lnTo>
                  <a:cubicBezTo>
                    <a:pt x="266" y="256"/>
                    <a:pt x="264" y="251"/>
                    <a:pt x="264" y="247"/>
                  </a:cubicBezTo>
                  <a:cubicBezTo>
                    <a:pt x="264" y="242"/>
                    <a:pt x="266" y="238"/>
                    <a:pt x="269" y="235"/>
                  </a:cubicBezTo>
                  <a:cubicBezTo>
                    <a:pt x="273" y="231"/>
                    <a:pt x="277" y="229"/>
                    <a:pt x="282" y="229"/>
                  </a:cubicBezTo>
                  <a:cubicBezTo>
                    <a:pt x="286" y="229"/>
                    <a:pt x="291" y="231"/>
                    <a:pt x="294" y="235"/>
                  </a:cubicBezTo>
                  <a:lnTo>
                    <a:pt x="437" y="377"/>
                  </a:lnTo>
                  <a:cubicBezTo>
                    <a:pt x="437" y="378"/>
                    <a:pt x="438" y="378"/>
                    <a:pt x="439" y="378"/>
                  </a:cubicBezTo>
                  <a:cubicBezTo>
                    <a:pt x="439" y="379"/>
                    <a:pt x="440" y="379"/>
                    <a:pt x="441" y="379"/>
                  </a:cubicBezTo>
                  <a:lnTo>
                    <a:pt x="454" y="379"/>
                  </a:lnTo>
                  <a:cubicBezTo>
                    <a:pt x="457" y="379"/>
                    <a:pt x="460" y="380"/>
                    <a:pt x="463" y="381"/>
                  </a:cubicBezTo>
                  <a:cubicBezTo>
                    <a:pt x="465" y="383"/>
                    <a:pt x="468" y="385"/>
                    <a:pt x="469" y="388"/>
                  </a:cubicBezTo>
                  <a:lnTo>
                    <a:pt x="515" y="468"/>
                  </a:lnTo>
                  <a:cubicBezTo>
                    <a:pt x="517" y="472"/>
                    <a:pt x="518" y="475"/>
                    <a:pt x="517" y="479"/>
                  </a:cubicBezTo>
                  <a:cubicBezTo>
                    <a:pt x="517" y="483"/>
                    <a:pt x="515" y="486"/>
                    <a:pt x="512" y="489"/>
                  </a:cubicBezTo>
                  <a:lnTo>
                    <a:pt x="489" y="512"/>
                  </a:lnTo>
                  <a:cubicBezTo>
                    <a:pt x="488" y="514"/>
                    <a:pt x="486" y="515"/>
                    <a:pt x="484" y="516"/>
                  </a:cubicBezTo>
                  <a:cubicBezTo>
                    <a:pt x="482" y="517"/>
                    <a:pt x="479" y="517"/>
                    <a:pt x="477" y="517"/>
                  </a:cubicBezTo>
                  <a:cubicBezTo>
                    <a:pt x="476" y="517"/>
                    <a:pt x="474" y="517"/>
                    <a:pt x="473" y="517"/>
                  </a:cubicBezTo>
                  <a:cubicBezTo>
                    <a:pt x="471" y="516"/>
                    <a:pt x="470" y="516"/>
                    <a:pt x="468" y="515"/>
                  </a:cubicBezTo>
                  <a:lnTo>
                    <a:pt x="388" y="469"/>
                  </a:lnTo>
                  <a:cubicBezTo>
                    <a:pt x="385" y="467"/>
                    <a:pt x="383" y="465"/>
                    <a:pt x="382" y="463"/>
                  </a:cubicBezTo>
                  <a:cubicBezTo>
                    <a:pt x="380" y="460"/>
                    <a:pt x="379" y="457"/>
                    <a:pt x="379" y="454"/>
                  </a:cubicBezTo>
                  <a:lnTo>
                    <a:pt x="379" y="440"/>
                  </a:lnTo>
                  <a:cubicBezTo>
                    <a:pt x="379" y="440"/>
                    <a:pt x="379" y="439"/>
                    <a:pt x="379" y="438"/>
                  </a:cubicBezTo>
                  <a:cubicBezTo>
                    <a:pt x="379" y="438"/>
                    <a:pt x="378" y="437"/>
                    <a:pt x="378" y="436"/>
                  </a:cubicBezTo>
                  <a:lnTo>
                    <a:pt x="235" y="294"/>
                  </a:lnTo>
                  <a:cubicBezTo>
                    <a:pt x="232" y="290"/>
                    <a:pt x="230" y="286"/>
                    <a:pt x="230" y="281"/>
                  </a:cubicBezTo>
                  <a:cubicBezTo>
                    <a:pt x="230" y="277"/>
                    <a:pt x="232" y="272"/>
                    <a:pt x="235" y="269"/>
                  </a:cubicBezTo>
                  <a:cubicBezTo>
                    <a:pt x="238" y="266"/>
                    <a:pt x="243" y="264"/>
                    <a:pt x="247" y="264"/>
                  </a:cubicBezTo>
                  <a:cubicBezTo>
                    <a:pt x="252" y="264"/>
                    <a:pt x="256" y="266"/>
                    <a:pt x="260" y="269"/>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53" name="Freeform 284">
              <a:extLst>
                <a:ext uri="{FF2B5EF4-FFF2-40B4-BE49-F238E27FC236}">
                  <a16:creationId xmlns:a16="http://schemas.microsoft.com/office/drawing/2014/main" id="{4E829561-1A97-C752-EF04-6B439E8A613E}"/>
                </a:ext>
              </a:extLst>
            </p:cNvPr>
            <p:cNvSpPr>
              <a:spLocks/>
            </p:cNvSpPr>
            <p:nvPr userDrawn="1"/>
          </p:nvSpPr>
          <p:spPr bwMode="auto">
            <a:xfrm>
              <a:off x="1609726" y="3324226"/>
              <a:ext cx="242888" cy="241300"/>
            </a:xfrm>
            <a:custGeom>
              <a:avLst/>
              <a:gdLst>
                <a:gd name="T0" fmla="*/ 0 w 670"/>
                <a:gd name="T1" fmla="*/ 625 h 670"/>
                <a:gd name="T2" fmla="*/ 625 w 670"/>
                <a:gd name="T3" fmla="*/ 0 h 670"/>
                <a:gd name="T4" fmla="*/ 670 w 670"/>
                <a:gd name="T5" fmla="*/ 44 h 670"/>
                <a:gd name="T6" fmla="*/ 45 w 670"/>
                <a:gd name="T7" fmla="*/ 670 h 670"/>
                <a:gd name="T8" fmla="*/ 0 w 670"/>
                <a:gd name="T9" fmla="*/ 625 h 670"/>
              </a:gdLst>
              <a:ahLst/>
              <a:cxnLst>
                <a:cxn ang="0">
                  <a:pos x="T0" y="T1"/>
                </a:cxn>
                <a:cxn ang="0">
                  <a:pos x="T2" y="T3"/>
                </a:cxn>
                <a:cxn ang="0">
                  <a:pos x="T4" y="T5"/>
                </a:cxn>
                <a:cxn ang="0">
                  <a:pos x="T6" y="T7"/>
                </a:cxn>
                <a:cxn ang="0">
                  <a:pos x="T8" y="T9"/>
                </a:cxn>
              </a:cxnLst>
              <a:rect l="0" t="0" r="r" b="b"/>
              <a:pathLst>
                <a:path w="670" h="670">
                  <a:moveTo>
                    <a:pt x="0" y="625"/>
                  </a:moveTo>
                  <a:lnTo>
                    <a:pt x="625" y="0"/>
                  </a:lnTo>
                  <a:lnTo>
                    <a:pt x="670" y="44"/>
                  </a:lnTo>
                  <a:lnTo>
                    <a:pt x="45" y="670"/>
                  </a:lnTo>
                  <a:lnTo>
                    <a:pt x="0" y="625"/>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54" name="Group 353">
            <a:extLst>
              <a:ext uri="{FF2B5EF4-FFF2-40B4-BE49-F238E27FC236}">
                <a16:creationId xmlns:a16="http://schemas.microsoft.com/office/drawing/2014/main" id="{891969E8-A99C-D936-8974-7CEE75A1AA00}"/>
              </a:ext>
            </a:extLst>
          </p:cNvPr>
          <p:cNvGrpSpPr/>
          <p:nvPr/>
        </p:nvGrpSpPr>
        <p:grpSpPr>
          <a:xfrm>
            <a:off x="1562101" y="4059238"/>
            <a:ext cx="338138" cy="338138"/>
            <a:chOff x="1562101" y="4059238"/>
            <a:chExt cx="338138" cy="338138"/>
          </a:xfrm>
        </p:grpSpPr>
        <p:sp>
          <p:nvSpPr>
            <p:cNvPr id="355" name="Freeform 285">
              <a:extLst>
                <a:ext uri="{FF2B5EF4-FFF2-40B4-BE49-F238E27FC236}">
                  <a16:creationId xmlns:a16="http://schemas.microsoft.com/office/drawing/2014/main" id="{EC6D5FB6-3B7D-047B-B7CA-AF94EA31CE63}"/>
                </a:ext>
              </a:extLst>
            </p:cNvPr>
            <p:cNvSpPr>
              <a:spLocks noEditPoints="1"/>
            </p:cNvSpPr>
            <p:nvPr userDrawn="1"/>
          </p:nvSpPr>
          <p:spPr bwMode="auto">
            <a:xfrm>
              <a:off x="1622426" y="4130676"/>
              <a:ext cx="217488" cy="169863"/>
            </a:xfrm>
            <a:custGeom>
              <a:avLst/>
              <a:gdLst>
                <a:gd name="T0" fmla="*/ 206 w 603"/>
                <a:gd name="T1" fmla="*/ 269 h 470"/>
                <a:gd name="T2" fmla="*/ 221 w 603"/>
                <a:gd name="T3" fmla="*/ 170 h 470"/>
                <a:gd name="T4" fmla="*/ 302 w 603"/>
                <a:gd name="T5" fmla="*/ 137 h 470"/>
                <a:gd name="T6" fmla="*/ 302 w 603"/>
                <a:gd name="T7" fmla="*/ 173 h 470"/>
                <a:gd name="T8" fmla="*/ 223 w 603"/>
                <a:gd name="T9" fmla="*/ 251 h 470"/>
                <a:gd name="T10" fmla="*/ 603 w 603"/>
                <a:gd name="T11" fmla="*/ 126 h 470"/>
                <a:gd name="T12" fmla="*/ 587 w 603"/>
                <a:gd name="T13" fmla="*/ 88 h 470"/>
                <a:gd name="T14" fmla="*/ 476 w 603"/>
                <a:gd name="T15" fmla="*/ 72 h 470"/>
                <a:gd name="T16" fmla="*/ 446 w 603"/>
                <a:gd name="T17" fmla="*/ 11 h 470"/>
                <a:gd name="T18" fmla="*/ 188 w 603"/>
                <a:gd name="T19" fmla="*/ 0 h 470"/>
                <a:gd name="T20" fmla="*/ 139 w 603"/>
                <a:gd name="T21" fmla="*/ 38 h 470"/>
                <a:gd name="T22" fmla="*/ 56 w 603"/>
                <a:gd name="T23" fmla="*/ 72 h 470"/>
                <a:gd name="T24" fmla="*/ 17 w 603"/>
                <a:gd name="T25" fmla="*/ 88 h 470"/>
                <a:gd name="T26" fmla="*/ 17 w 603"/>
                <a:gd name="T27" fmla="*/ 88 h 470"/>
                <a:gd name="T28" fmla="*/ 0 w 603"/>
                <a:gd name="T29" fmla="*/ 415 h 470"/>
                <a:gd name="T30" fmla="*/ 17 w 603"/>
                <a:gd name="T31" fmla="*/ 454 h 470"/>
                <a:gd name="T32" fmla="*/ 547 w 603"/>
                <a:gd name="T33" fmla="*/ 470 h 470"/>
                <a:gd name="T34" fmla="*/ 603 w 603"/>
                <a:gd name="T35" fmla="*/ 416 h 470"/>
                <a:gd name="T36" fmla="*/ 302 w 603"/>
                <a:gd name="T37" fmla="*/ 116 h 470"/>
                <a:gd name="T38" fmla="*/ 167 w 603"/>
                <a:gd name="T39" fmla="*/ 251 h 470"/>
                <a:gd name="T40" fmla="*/ 302 w 603"/>
                <a:gd name="T41" fmla="*/ 386 h 470"/>
                <a:gd name="T42" fmla="*/ 437 w 603"/>
                <a:gd name="T43" fmla="*/ 251 h 470"/>
                <a:gd name="T44" fmla="*/ 302 w 603"/>
                <a:gd name="T45" fmla="*/ 81 h 470"/>
                <a:gd name="T46" fmla="*/ 472 w 603"/>
                <a:gd name="T47" fmla="*/ 251 h 470"/>
                <a:gd name="T48" fmla="*/ 302 w 603"/>
                <a:gd name="T49" fmla="*/ 421 h 470"/>
                <a:gd name="T50" fmla="*/ 132 w 603"/>
                <a:gd name="T51" fmla="*/ 251 h 470"/>
                <a:gd name="T52" fmla="*/ 302 w 603"/>
                <a:gd name="T53" fmla="*/ 81 h 470"/>
                <a:gd name="T54" fmla="*/ 56 w 603"/>
                <a:gd name="T55" fmla="*/ 107 h 470"/>
                <a:gd name="T56" fmla="*/ 42 w 603"/>
                <a:gd name="T57" fmla="*/ 113 h 470"/>
                <a:gd name="T58" fmla="*/ 36 w 603"/>
                <a:gd name="T59" fmla="*/ 415 h 470"/>
                <a:gd name="T60" fmla="*/ 56 w 603"/>
                <a:gd name="T61" fmla="*/ 435 h 470"/>
                <a:gd name="T62" fmla="*/ 562 w 603"/>
                <a:gd name="T63" fmla="*/ 429 h 470"/>
                <a:gd name="T64" fmla="*/ 568 w 603"/>
                <a:gd name="T65" fmla="*/ 127 h 470"/>
                <a:gd name="T66" fmla="*/ 547 w 603"/>
                <a:gd name="T67" fmla="*/ 107 h 470"/>
                <a:gd name="T68" fmla="*/ 464 w 603"/>
                <a:gd name="T69" fmla="*/ 107 h 470"/>
                <a:gd name="T70" fmla="*/ 431 w 603"/>
                <a:gd name="T71" fmla="*/ 50 h 470"/>
                <a:gd name="T72" fmla="*/ 415 w 603"/>
                <a:gd name="T73" fmla="*/ 36 h 470"/>
                <a:gd name="T74" fmla="*/ 180 w 603"/>
                <a:gd name="T75" fmla="*/ 38 h 470"/>
                <a:gd name="T76" fmla="*/ 157 w 603"/>
                <a:gd name="T77" fmla="*/ 94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3" h="470">
                  <a:moveTo>
                    <a:pt x="223" y="251"/>
                  </a:moveTo>
                  <a:cubicBezTo>
                    <a:pt x="223" y="261"/>
                    <a:pt x="215" y="269"/>
                    <a:pt x="206" y="269"/>
                  </a:cubicBezTo>
                  <a:cubicBezTo>
                    <a:pt x="196" y="269"/>
                    <a:pt x="188" y="261"/>
                    <a:pt x="188" y="251"/>
                  </a:cubicBezTo>
                  <a:cubicBezTo>
                    <a:pt x="188" y="220"/>
                    <a:pt x="201" y="191"/>
                    <a:pt x="221" y="170"/>
                  </a:cubicBezTo>
                  <a:lnTo>
                    <a:pt x="221" y="170"/>
                  </a:lnTo>
                  <a:cubicBezTo>
                    <a:pt x="242" y="150"/>
                    <a:pt x="270" y="137"/>
                    <a:pt x="302" y="137"/>
                  </a:cubicBezTo>
                  <a:cubicBezTo>
                    <a:pt x="312" y="137"/>
                    <a:pt x="320" y="145"/>
                    <a:pt x="320" y="155"/>
                  </a:cubicBezTo>
                  <a:cubicBezTo>
                    <a:pt x="320" y="165"/>
                    <a:pt x="312" y="173"/>
                    <a:pt x="302" y="173"/>
                  </a:cubicBezTo>
                  <a:cubicBezTo>
                    <a:pt x="280" y="173"/>
                    <a:pt x="261" y="181"/>
                    <a:pt x="246" y="195"/>
                  </a:cubicBezTo>
                  <a:cubicBezTo>
                    <a:pt x="232" y="210"/>
                    <a:pt x="223" y="229"/>
                    <a:pt x="223" y="251"/>
                  </a:cubicBezTo>
                  <a:close/>
                  <a:moveTo>
                    <a:pt x="603" y="416"/>
                  </a:moveTo>
                  <a:lnTo>
                    <a:pt x="603" y="126"/>
                  </a:lnTo>
                  <a:cubicBezTo>
                    <a:pt x="603" y="111"/>
                    <a:pt x="597" y="98"/>
                    <a:pt x="587" y="88"/>
                  </a:cubicBezTo>
                  <a:lnTo>
                    <a:pt x="587" y="88"/>
                  </a:lnTo>
                  <a:cubicBezTo>
                    <a:pt x="577" y="78"/>
                    <a:pt x="563" y="72"/>
                    <a:pt x="547" y="72"/>
                  </a:cubicBezTo>
                  <a:lnTo>
                    <a:pt x="476" y="72"/>
                  </a:lnTo>
                  <a:lnTo>
                    <a:pt x="465" y="38"/>
                  </a:lnTo>
                  <a:cubicBezTo>
                    <a:pt x="461" y="28"/>
                    <a:pt x="455" y="18"/>
                    <a:pt x="446" y="11"/>
                  </a:cubicBezTo>
                  <a:cubicBezTo>
                    <a:pt x="438" y="4"/>
                    <a:pt x="428" y="0"/>
                    <a:pt x="415" y="0"/>
                  </a:cubicBezTo>
                  <a:lnTo>
                    <a:pt x="188" y="0"/>
                  </a:lnTo>
                  <a:cubicBezTo>
                    <a:pt x="176" y="0"/>
                    <a:pt x="166" y="4"/>
                    <a:pt x="158" y="11"/>
                  </a:cubicBezTo>
                  <a:cubicBezTo>
                    <a:pt x="149" y="18"/>
                    <a:pt x="143" y="28"/>
                    <a:pt x="139" y="38"/>
                  </a:cubicBezTo>
                  <a:lnTo>
                    <a:pt x="127" y="72"/>
                  </a:lnTo>
                  <a:lnTo>
                    <a:pt x="56" y="72"/>
                  </a:lnTo>
                  <a:lnTo>
                    <a:pt x="56" y="72"/>
                  </a:lnTo>
                  <a:cubicBezTo>
                    <a:pt x="41" y="72"/>
                    <a:pt x="27" y="78"/>
                    <a:pt x="17" y="88"/>
                  </a:cubicBezTo>
                  <a:lnTo>
                    <a:pt x="17" y="88"/>
                  </a:lnTo>
                  <a:lnTo>
                    <a:pt x="17" y="88"/>
                  </a:lnTo>
                  <a:cubicBezTo>
                    <a:pt x="7" y="98"/>
                    <a:pt x="0" y="112"/>
                    <a:pt x="0" y="127"/>
                  </a:cubicBezTo>
                  <a:lnTo>
                    <a:pt x="0" y="415"/>
                  </a:lnTo>
                  <a:cubicBezTo>
                    <a:pt x="0" y="430"/>
                    <a:pt x="7" y="444"/>
                    <a:pt x="17" y="454"/>
                  </a:cubicBezTo>
                  <a:lnTo>
                    <a:pt x="17" y="454"/>
                  </a:lnTo>
                  <a:cubicBezTo>
                    <a:pt x="27" y="464"/>
                    <a:pt x="41" y="470"/>
                    <a:pt x="56" y="470"/>
                  </a:cubicBezTo>
                  <a:lnTo>
                    <a:pt x="547" y="470"/>
                  </a:lnTo>
                  <a:cubicBezTo>
                    <a:pt x="563" y="470"/>
                    <a:pt x="577" y="464"/>
                    <a:pt x="587" y="454"/>
                  </a:cubicBezTo>
                  <a:cubicBezTo>
                    <a:pt x="597" y="444"/>
                    <a:pt x="603" y="431"/>
                    <a:pt x="603" y="416"/>
                  </a:cubicBezTo>
                  <a:close/>
                  <a:moveTo>
                    <a:pt x="397" y="156"/>
                  </a:moveTo>
                  <a:cubicBezTo>
                    <a:pt x="373" y="131"/>
                    <a:pt x="339" y="116"/>
                    <a:pt x="302" y="116"/>
                  </a:cubicBezTo>
                  <a:cubicBezTo>
                    <a:pt x="265" y="116"/>
                    <a:pt x="231" y="131"/>
                    <a:pt x="207" y="156"/>
                  </a:cubicBezTo>
                  <a:cubicBezTo>
                    <a:pt x="182" y="180"/>
                    <a:pt x="167" y="214"/>
                    <a:pt x="167" y="251"/>
                  </a:cubicBezTo>
                  <a:cubicBezTo>
                    <a:pt x="167" y="288"/>
                    <a:pt x="182" y="322"/>
                    <a:pt x="207" y="346"/>
                  </a:cubicBezTo>
                  <a:cubicBezTo>
                    <a:pt x="231" y="371"/>
                    <a:pt x="265" y="386"/>
                    <a:pt x="302" y="386"/>
                  </a:cubicBezTo>
                  <a:cubicBezTo>
                    <a:pt x="339" y="386"/>
                    <a:pt x="373" y="371"/>
                    <a:pt x="397" y="346"/>
                  </a:cubicBezTo>
                  <a:cubicBezTo>
                    <a:pt x="421" y="322"/>
                    <a:pt x="437" y="288"/>
                    <a:pt x="437" y="251"/>
                  </a:cubicBezTo>
                  <a:cubicBezTo>
                    <a:pt x="437" y="214"/>
                    <a:pt x="421" y="180"/>
                    <a:pt x="397" y="156"/>
                  </a:cubicBezTo>
                  <a:close/>
                  <a:moveTo>
                    <a:pt x="302" y="81"/>
                  </a:moveTo>
                  <a:cubicBezTo>
                    <a:pt x="349" y="81"/>
                    <a:pt x="391" y="100"/>
                    <a:pt x="422" y="131"/>
                  </a:cubicBezTo>
                  <a:cubicBezTo>
                    <a:pt x="453" y="161"/>
                    <a:pt x="472" y="204"/>
                    <a:pt x="472" y="251"/>
                  </a:cubicBezTo>
                  <a:cubicBezTo>
                    <a:pt x="472" y="298"/>
                    <a:pt x="453" y="341"/>
                    <a:pt x="422" y="371"/>
                  </a:cubicBezTo>
                  <a:cubicBezTo>
                    <a:pt x="391" y="402"/>
                    <a:pt x="349" y="421"/>
                    <a:pt x="302" y="421"/>
                  </a:cubicBezTo>
                  <a:cubicBezTo>
                    <a:pt x="255" y="421"/>
                    <a:pt x="212" y="402"/>
                    <a:pt x="181" y="371"/>
                  </a:cubicBezTo>
                  <a:cubicBezTo>
                    <a:pt x="151" y="341"/>
                    <a:pt x="132" y="298"/>
                    <a:pt x="132" y="251"/>
                  </a:cubicBezTo>
                  <a:cubicBezTo>
                    <a:pt x="132" y="204"/>
                    <a:pt x="151" y="161"/>
                    <a:pt x="181" y="131"/>
                  </a:cubicBezTo>
                  <a:cubicBezTo>
                    <a:pt x="212" y="100"/>
                    <a:pt x="255" y="81"/>
                    <a:pt x="302" y="81"/>
                  </a:cubicBezTo>
                  <a:close/>
                  <a:moveTo>
                    <a:pt x="140" y="107"/>
                  </a:moveTo>
                  <a:lnTo>
                    <a:pt x="56" y="107"/>
                  </a:lnTo>
                  <a:cubicBezTo>
                    <a:pt x="51" y="107"/>
                    <a:pt x="46" y="109"/>
                    <a:pt x="42" y="113"/>
                  </a:cubicBezTo>
                  <a:lnTo>
                    <a:pt x="42" y="113"/>
                  </a:lnTo>
                  <a:cubicBezTo>
                    <a:pt x="38" y="117"/>
                    <a:pt x="36" y="122"/>
                    <a:pt x="36" y="127"/>
                  </a:cubicBezTo>
                  <a:lnTo>
                    <a:pt x="36" y="415"/>
                  </a:lnTo>
                  <a:cubicBezTo>
                    <a:pt x="36" y="420"/>
                    <a:pt x="38" y="425"/>
                    <a:pt x="42" y="429"/>
                  </a:cubicBezTo>
                  <a:cubicBezTo>
                    <a:pt x="46" y="433"/>
                    <a:pt x="51" y="435"/>
                    <a:pt x="56" y="435"/>
                  </a:cubicBezTo>
                  <a:lnTo>
                    <a:pt x="547" y="435"/>
                  </a:lnTo>
                  <a:cubicBezTo>
                    <a:pt x="553" y="435"/>
                    <a:pt x="558" y="433"/>
                    <a:pt x="562" y="429"/>
                  </a:cubicBezTo>
                  <a:cubicBezTo>
                    <a:pt x="565" y="425"/>
                    <a:pt x="568" y="420"/>
                    <a:pt x="568" y="415"/>
                  </a:cubicBezTo>
                  <a:lnTo>
                    <a:pt x="568" y="127"/>
                  </a:lnTo>
                  <a:cubicBezTo>
                    <a:pt x="568" y="122"/>
                    <a:pt x="565" y="117"/>
                    <a:pt x="562" y="113"/>
                  </a:cubicBezTo>
                  <a:cubicBezTo>
                    <a:pt x="558" y="109"/>
                    <a:pt x="553" y="107"/>
                    <a:pt x="547" y="107"/>
                  </a:cubicBezTo>
                  <a:lnTo>
                    <a:pt x="464" y="107"/>
                  </a:lnTo>
                  <a:lnTo>
                    <a:pt x="464" y="107"/>
                  </a:lnTo>
                  <a:cubicBezTo>
                    <a:pt x="456" y="107"/>
                    <a:pt x="450" y="102"/>
                    <a:pt x="447" y="95"/>
                  </a:cubicBezTo>
                  <a:lnTo>
                    <a:pt x="431" y="50"/>
                  </a:lnTo>
                  <a:cubicBezTo>
                    <a:pt x="429" y="45"/>
                    <a:pt x="427" y="41"/>
                    <a:pt x="424" y="38"/>
                  </a:cubicBezTo>
                  <a:cubicBezTo>
                    <a:pt x="422" y="37"/>
                    <a:pt x="419" y="36"/>
                    <a:pt x="415" y="36"/>
                  </a:cubicBezTo>
                  <a:lnTo>
                    <a:pt x="188" y="36"/>
                  </a:lnTo>
                  <a:cubicBezTo>
                    <a:pt x="185" y="36"/>
                    <a:pt x="182" y="37"/>
                    <a:pt x="180" y="38"/>
                  </a:cubicBezTo>
                  <a:cubicBezTo>
                    <a:pt x="177" y="41"/>
                    <a:pt x="174" y="45"/>
                    <a:pt x="173" y="50"/>
                  </a:cubicBezTo>
                  <a:lnTo>
                    <a:pt x="157" y="94"/>
                  </a:lnTo>
                  <a:cubicBezTo>
                    <a:pt x="155" y="101"/>
                    <a:pt x="148" y="107"/>
                    <a:pt x="140" y="10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56" name="Freeform 286">
              <a:extLst>
                <a:ext uri="{FF2B5EF4-FFF2-40B4-BE49-F238E27FC236}">
                  <a16:creationId xmlns:a16="http://schemas.microsoft.com/office/drawing/2014/main" id="{8B77985D-675B-3ADF-7E43-26B3375A76DE}"/>
                </a:ext>
              </a:extLst>
            </p:cNvPr>
            <p:cNvSpPr>
              <a:spLocks noEditPoints="1"/>
            </p:cNvSpPr>
            <p:nvPr userDrawn="1"/>
          </p:nvSpPr>
          <p:spPr bwMode="auto">
            <a:xfrm>
              <a:off x="1562101" y="4059238"/>
              <a:ext cx="338138" cy="338138"/>
            </a:xfrm>
            <a:custGeom>
              <a:avLst/>
              <a:gdLst>
                <a:gd name="T0" fmla="*/ 468 w 936"/>
                <a:gd name="T1" fmla="*/ 873 h 937"/>
                <a:gd name="T2" fmla="*/ 63 w 936"/>
                <a:gd name="T3" fmla="*/ 468 h 937"/>
                <a:gd name="T4" fmla="*/ 468 w 936"/>
                <a:gd name="T5" fmla="*/ 64 h 937"/>
                <a:gd name="T6" fmla="*/ 873 w 936"/>
                <a:gd name="T7" fmla="*/ 468 h 937"/>
                <a:gd name="T8" fmla="*/ 468 w 936"/>
                <a:gd name="T9" fmla="*/ 873 h 937"/>
                <a:gd name="T10" fmla="*/ 468 w 936"/>
                <a:gd name="T11" fmla="*/ 0 h 937"/>
                <a:gd name="T12" fmla="*/ 0 w 936"/>
                <a:gd name="T13" fmla="*/ 468 h 937"/>
                <a:gd name="T14" fmla="*/ 468 w 936"/>
                <a:gd name="T15" fmla="*/ 937 h 937"/>
                <a:gd name="T16" fmla="*/ 936 w 936"/>
                <a:gd name="T17" fmla="*/ 468 h 937"/>
                <a:gd name="T18" fmla="*/ 468 w 936"/>
                <a:gd name="T19" fmla="*/ 0 h 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937">
                  <a:moveTo>
                    <a:pt x="468" y="873"/>
                  </a:moveTo>
                  <a:cubicBezTo>
                    <a:pt x="245" y="873"/>
                    <a:pt x="63" y="692"/>
                    <a:pt x="63" y="468"/>
                  </a:cubicBezTo>
                  <a:cubicBezTo>
                    <a:pt x="63" y="245"/>
                    <a:pt x="245" y="64"/>
                    <a:pt x="468" y="64"/>
                  </a:cubicBezTo>
                  <a:cubicBezTo>
                    <a:pt x="691" y="64"/>
                    <a:pt x="873" y="245"/>
                    <a:pt x="873" y="468"/>
                  </a:cubicBezTo>
                  <a:cubicBezTo>
                    <a:pt x="873" y="692"/>
                    <a:pt x="691" y="873"/>
                    <a:pt x="468" y="873"/>
                  </a:cubicBezTo>
                  <a:close/>
                  <a:moveTo>
                    <a:pt x="468" y="0"/>
                  </a:moveTo>
                  <a:cubicBezTo>
                    <a:pt x="210" y="0"/>
                    <a:pt x="0" y="210"/>
                    <a:pt x="0" y="468"/>
                  </a:cubicBezTo>
                  <a:cubicBezTo>
                    <a:pt x="0" y="727"/>
                    <a:pt x="210" y="937"/>
                    <a:pt x="468" y="937"/>
                  </a:cubicBezTo>
                  <a:cubicBezTo>
                    <a:pt x="726" y="937"/>
                    <a:pt x="936" y="727"/>
                    <a:pt x="936" y="468"/>
                  </a:cubicBezTo>
                  <a:cubicBezTo>
                    <a:pt x="936" y="210"/>
                    <a:pt x="726" y="0"/>
                    <a:pt x="468"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57" name="Group 356">
            <a:extLst>
              <a:ext uri="{FF2B5EF4-FFF2-40B4-BE49-F238E27FC236}">
                <a16:creationId xmlns:a16="http://schemas.microsoft.com/office/drawing/2014/main" id="{7ECE7823-42B6-0BD7-FC16-3B2D5F428045}"/>
              </a:ext>
            </a:extLst>
          </p:cNvPr>
          <p:cNvGrpSpPr/>
          <p:nvPr/>
        </p:nvGrpSpPr>
        <p:grpSpPr>
          <a:xfrm>
            <a:off x="9250363" y="1614488"/>
            <a:ext cx="439738" cy="441326"/>
            <a:chOff x="9250363" y="1614488"/>
            <a:chExt cx="439738" cy="441326"/>
          </a:xfrm>
        </p:grpSpPr>
        <p:sp>
          <p:nvSpPr>
            <p:cNvPr id="358" name="Freeform 287">
              <a:extLst>
                <a:ext uri="{FF2B5EF4-FFF2-40B4-BE49-F238E27FC236}">
                  <a16:creationId xmlns:a16="http://schemas.microsoft.com/office/drawing/2014/main" id="{1202579C-BC42-4F6F-6F0F-C9A782066607}"/>
                </a:ext>
              </a:extLst>
            </p:cNvPr>
            <p:cNvSpPr>
              <a:spLocks noEditPoints="1"/>
            </p:cNvSpPr>
            <p:nvPr userDrawn="1"/>
          </p:nvSpPr>
          <p:spPr bwMode="auto">
            <a:xfrm>
              <a:off x="9267826" y="1614488"/>
              <a:ext cx="422275" cy="427038"/>
            </a:xfrm>
            <a:custGeom>
              <a:avLst/>
              <a:gdLst>
                <a:gd name="T0" fmla="*/ 1033 w 1171"/>
                <a:gd name="T1" fmla="*/ 877 h 1180"/>
                <a:gd name="T2" fmla="*/ 944 w 1171"/>
                <a:gd name="T3" fmla="*/ 914 h 1180"/>
                <a:gd name="T4" fmla="*/ 1033 w 1171"/>
                <a:gd name="T5" fmla="*/ 951 h 1180"/>
                <a:gd name="T6" fmla="*/ 730 w 1171"/>
                <a:gd name="T7" fmla="*/ 1043 h 1180"/>
                <a:gd name="T8" fmla="*/ 767 w 1171"/>
                <a:gd name="T9" fmla="*/ 1133 h 1180"/>
                <a:gd name="T10" fmla="*/ 804 w 1171"/>
                <a:gd name="T11" fmla="*/ 1043 h 1180"/>
                <a:gd name="T12" fmla="*/ 293 w 1171"/>
                <a:gd name="T13" fmla="*/ 1012 h 1180"/>
                <a:gd name="T14" fmla="*/ 330 w 1171"/>
                <a:gd name="T15" fmla="*/ 1101 h 1180"/>
                <a:gd name="T16" fmla="*/ 367 w 1171"/>
                <a:gd name="T17" fmla="*/ 1012 h 1180"/>
                <a:gd name="T18" fmla="*/ 293 w 1171"/>
                <a:gd name="T19" fmla="*/ 94 h 1180"/>
                <a:gd name="T20" fmla="*/ 330 w 1171"/>
                <a:gd name="T21" fmla="*/ 184 h 1180"/>
                <a:gd name="T22" fmla="*/ 367 w 1171"/>
                <a:gd name="T23" fmla="*/ 94 h 1180"/>
                <a:gd name="T24" fmla="*/ 730 w 1171"/>
                <a:gd name="T25" fmla="*/ 63 h 1180"/>
                <a:gd name="T26" fmla="*/ 767 w 1171"/>
                <a:gd name="T27" fmla="*/ 152 h 1180"/>
                <a:gd name="T28" fmla="*/ 804 w 1171"/>
                <a:gd name="T29" fmla="*/ 63 h 1180"/>
                <a:gd name="T30" fmla="*/ 959 w 1171"/>
                <a:gd name="T31" fmla="*/ 229 h 1180"/>
                <a:gd name="T32" fmla="*/ 996 w 1171"/>
                <a:gd name="T33" fmla="*/ 319 h 1180"/>
                <a:gd name="T34" fmla="*/ 1033 w 1171"/>
                <a:gd name="T35" fmla="*/ 229 h 1180"/>
                <a:gd name="T36" fmla="*/ 1035 w 1171"/>
                <a:gd name="T37" fmla="*/ 553 h 1180"/>
                <a:gd name="T38" fmla="*/ 1072 w 1171"/>
                <a:gd name="T39" fmla="*/ 642 h 1180"/>
                <a:gd name="T40" fmla="*/ 1109 w 1171"/>
                <a:gd name="T41" fmla="*/ 553 h 1180"/>
                <a:gd name="T42" fmla="*/ 0 w 1171"/>
                <a:gd name="T43" fmla="*/ 614 h 1180"/>
                <a:gd name="T44" fmla="*/ 1007 w 1171"/>
                <a:gd name="T45" fmla="*/ 515 h 1180"/>
                <a:gd name="T46" fmla="*/ 1171 w 1171"/>
                <a:gd name="T47" fmla="*/ 590 h 1180"/>
                <a:gd name="T48" fmla="*/ 1007 w 1171"/>
                <a:gd name="T49" fmla="*/ 665 h 1180"/>
                <a:gd name="T50" fmla="*/ 782 w 1171"/>
                <a:gd name="T51" fmla="*/ 709 h 1180"/>
                <a:gd name="T52" fmla="*/ 965 w 1171"/>
                <a:gd name="T53" fmla="*/ 820 h 1180"/>
                <a:gd name="T54" fmla="*/ 1095 w 1171"/>
                <a:gd name="T55" fmla="*/ 914 h 1180"/>
                <a:gd name="T56" fmla="*/ 926 w 1171"/>
                <a:gd name="T57" fmla="*/ 984 h 1180"/>
                <a:gd name="T58" fmla="*/ 910 w 1171"/>
                <a:gd name="T59" fmla="*/ 864 h 1180"/>
                <a:gd name="T60" fmla="*/ 0 w 1171"/>
                <a:gd name="T61" fmla="*/ 708 h 1180"/>
                <a:gd name="T62" fmla="*/ 514 w 1171"/>
                <a:gd name="T63" fmla="*/ 856 h 1180"/>
                <a:gd name="T64" fmla="*/ 730 w 1171"/>
                <a:gd name="T65" fmla="*/ 988 h 1180"/>
                <a:gd name="T66" fmla="*/ 866 w 1171"/>
                <a:gd name="T67" fmla="*/ 1080 h 1180"/>
                <a:gd name="T68" fmla="*/ 696 w 1171"/>
                <a:gd name="T69" fmla="*/ 1151 h 1180"/>
                <a:gd name="T70" fmla="*/ 676 w 1171"/>
                <a:gd name="T71" fmla="*/ 1039 h 1180"/>
                <a:gd name="T72" fmla="*/ 0 w 1171"/>
                <a:gd name="T73" fmla="*/ 854 h 1180"/>
                <a:gd name="T74" fmla="*/ 265 w 1171"/>
                <a:gd name="T75" fmla="*/ 974 h 1180"/>
                <a:gd name="T76" fmla="*/ 429 w 1171"/>
                <a:gd name="T77" fmla="*/ 1049 h 1180"/>
                <a:gd name="T78" fmla="*/ 265 w 1171"/>
                <a:gd name="T79" fmla="*/ 1124 h 1180"/>
                <a:gd name="T80" fmla="*/ 0 w 1171"/>
                <a:gd name="T81" fmla="*/ 1025 h 1180"/>
                <a:gd name="T82" fmla="*/ 265 w 1171"/>
                <a:gd name="T83" fmla="*/ 56 h 1180"/>
                <a:gd name="T84" fmla="*/ 429 w 1171"/>
                <a:gd name="T85" fmla="*/ 131 h 1180"/>
                <a:gd name="T86" fmla="*/ 265 w 1171"/>
                <a:gd name="T87" fmla="*/ 207 h 1180"/>
                <a:gd name="T88" fmla="*/ 0 w 1171"/>
                <a:gd name="T89" fmla="*/ 108 h 1180"/>
                <a:gd name="T90" fmla="*/ 676 w 1171"/>
                <a:gd name="T91" fmla="*/ 141 h 1180"/>
                <a:gd name="T92" fmla="*/ 696 w 1171"/>
                <a:gd name="T93" fmla="*/ 30 h 1180"/>
                <a:gd name="T94" fmla="*/ 866 w 1171"/>
                <a:gd name="T95" fmla="*/ 100 h 1180"/>
                <a:gd name="T96" fmla="*/ 730 w 1171"/>
                <a:gd name="T97" fmla="*/ 192 h 1180"/>
                <a:gd name="T98" fmla="*/ 514 w 1171"/>
                <a:gd name="T99" fmla="*/ 324 h 1180"/>
                <a:gd name="T100" fmla="*/ 0 w 1171"/>
                <a:gd name="T101" fmla="*/ 279 h 1180"/>
                <a:gd name="T102" fmla="*/ 910 w 1171"/>
                <a:gd name="T103" fmla="*/ 316 h 1180"/>
                <a:gd name="T104" fmla="*/ 926 w 1171"/>
                <a:gd name="T105" fmla="*/ 196 h 1180"/>
                <a:gd name="T106" fmla="*/ 1095 w 1171"/>
                <a:gd name="T107" fmla="*/ 266 h 1180"/>
                <a:gd name="T108" fmla="*/ 965 w 1171"/>
                <a:gd name="T109" fmla="*/ 360 h 1180"/>
                <a:gd name="T110" fmla="*/ 782 w 1171"/>
                <a:gd name="T111" fmla="*/ 471 h 1180"/>
                <a:gd name="T112" fmla="*/ 0 w 1171"/>
                <a:gd name="T113" fmla="*/ 425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71" h="1180">
                  <a:moveTo>
                    <a:pt x="1033" y="951"/>
                  </a:moveTo>
                  <a:cubicBezTo>
                    <a:pt x="1043" y="942"/>
                    <a:pt x="1048" y="929"/>
                    <a:pt x="1048" y="914"/>
                  </a:cubicBezTo>
                  <a:cubicBezTo>
                    <a:pt x="1048" y="900"/>
                    <a:pt x="1042" y="886"/>
                    <a:pt x="1033" y="877"/>
                  </a:cubicBezTo>
                  <a:cubicBezTo>
                    <a:pt x="1024" y="867"/>
                    <a:pt x="1010" y="862"/>
                    <a:pt x="996" y="862"/>
                  </a:cubicBezTo>
                  <a:cubicBezTo>
                    <a:pt x="982" y="862"/>
                    <a:pt x="968" y="868"/>
                    <a:pt x="959" y="877"/>
                  </a:cubicBezTo>
                  <a:cubicBezTo>
                    <a:pt x="949" y="886"/>
                    <a:pt x="944" y="900"/>
                    <a:pt x="944" y="914"/>
                  </a:cubicBezTo>
                  <a:cubicBezTo>
                    <a:pt x="944" y="929"/>
                    <a:pt x="949" y="942"/>
                    <a:pt x="959" y="951"/>
                  </a:cubicBezTo>
                  <a:cubicBezTo>
                    <a:pt x="968" y="961"/>
                    <a:pt x="981" y="966"/>
                    <a:pt x="996" y="966"/>
                  </a:cubicBezTo>
                  <a:cubicBezTo>
                    <a:pt x="1010" y="966"/>
                    <a:pt x="1024" y="961"/>
                    <a:pt x="1033" y="951"/>
                  </a:cubicBezTo>
                  <a:close/>
                  <a:moveTo>
                    <a:pt x="804" y="1043"/>
                  </a:moveTo>
                  <a:cubicBezTo>
                    <a:pt x="794" y="1034"/>
                    <a:pt x="781" y="1028"/>
                    <a:pt x="767" y="1028"/>
                  </a:cubicBezTo>
                  <a:cubicBezTo>
                    <a:pt x="752" y="1028"/>
                    <a:pt x="739" y="1034"/>
                    <a:pt x="730" y="1043"/>
                  </a:cubicBezTo>
                  <a:cubicBezTo>
                    <a:pt x="720" y="1053"/>
                    <a:pt x="714" y="1066"/>
                    <a:pt x="714" y="1080"/>
                  </a:cubicBezTo>
                  <a:cubicBezTo>
                    <a:pt x="714" y="1095"/>
                    <a:pt x="720" y="1108"/>
                    <a:pt x="730" y="1117"/>
                  </a:cubicBezTo>
                  <a:cubicBezTo>
                    <a:pt x="739" y="1127"/>
                    <a:pt x="752" y="1133"/>
                    <a:pt x="767" y="1133"/>
                  </a:cubicBezTo>
                  <a:cubicBezTo>
                    <a:pt x="781" y="1133"/>
                    <a:pt x="794" y="1127"/>
                    <a:pt x="804" y="1117"/>
                  </a:cubicBezTo>
                  <a:cubicBezTo>
                    <a:pt x="813" y="1108"/>
                    <a:pt x="819" y="1095"/>
                    <a:pt x="819" y="1080"/>
                  </a:cubicBezTo>
                  <a:cubicBezTo>
                    <a:pt x="819" y="1066"/>
                    <a:pt x="813" y="1053"/>
                    <a:pt x="804" y="1043"/>
                  </a:cubicBezTo>
                  <a:close/>
                  <a:moveTo>
                    <a:pt x="367" y="1012"/>
                  </a:moveTo>
                  <a:cubicBezTo>
                    <a:pt x="357" y="1002"/>
                    <a:pt x="344" y="997"/>
                    <a:pt x="330" y="997"/>
                  </a:cubicBezTo>
                  <a:cubicBezTo>
                    <a:pt x="315" y="997"/>
                    <a:pt x="302" y="1002"/>
                    <a:pt x="293" y="1012"/>
                  </a:cubicBezTo>
                  <a:cubicBezTo>
                    <a:pt x="283" y="1021"/>
                    <a:pt x="278" y="1034"/>
                    <a:pt x="278" y="1049"/>
                  </a:cubicBezTo>
                  <a:cubicBezTo>
                    <a:pt x="278" y="1063"/>
                    <a:pt x="283" y="1076"/>
                    <a:pt x="293" y="1086"/>
                  </a:cubicBezTo>
                  <a:cubicBezTo>
                    <a:pt x="302" y="1095"/>
                    <a:pt x="315" y="1101"/>
                    <a:pt x="330" y="1101"/>
                  </a:cubicBezTo>
                  <a:cubicBezTo>
                    <a:pt x="344" y="1101"/>
                    <a:pt x="357" y="1095"/>
                    <a:pt x="367" y="1086"/>
                  </a:cubicBezTo>
                  <a:cubicBezTo>
                    <a:pt x="376" y="1077"/>
                    <a:pt x="382" y="1063"/>
                    <a:pt x="382" y="1049"/>
                  </a:cubicBezTo>
                  <a:cubicBezTo>
                    <a:pt x="382" y="1034"/>
                    <a:pt x="376" y="1021"/>
                    <a:pt x="367" y="1012"/>
                  </a:cubicBezTo>
                  <a:close/>
                  <a:moveTo>
                    <a:pt x="367" y="94"/>
                  </a:moveTo>
                  <a:cubicBezTo>
                    <a:pt x="357" y="85"/>
                    <a:pt x="344" y="79"/>
                    <a:pt x="330" y="79"/>
                  </a:cubicBezTo>
                  <a:cubicBezTo>
                    <a:pt x="315" y="79"/>
                    <a:pt x="302" y="85"/>
                    <a:pt x="293" y="94"/>
                  </a:cubicBezTo>
                  <a:cubicBezTo>
                    <a:pt x="283" y="104"/>
                    <a:pt x="278" y="117"/>
                    <a:pt x="278" y="131"/>
                  </a:cubicBezTo>
                  <a:cubicBezTo>
                    <a:pt x="278" y="146"/>
                    <a:pt x="283" y="159"/>
                    <a:pt x="293" y="168"/>
                  </a:cubicBezTo>
                  <a:cubicBezTo>
                    <a:pt x="302" y="178"/>
                    <a:pt x="315" y="184"/>
                    <a:pt x="330" y="184"/>
                  </a:cubicBezTo>
                  <a:cubicBezTo>
                    <a:pt x="344" y="184"/>
                    <a:pt x="357" y="178"/>
                    <a:pt x="367" y="168"/>
                  </a:cubicBezTo>
                  <a:cubicBezTo>
                    <a:pt x="376" y="159"/>
                    <a:pt x="382" y="146"/>
                    <a:pt x="382" y="131"/>
                  </a:cubicBezTo>
                  <a:cubicBezTo>
                    <a:pt x="382" y="117"/>
                    <a:pt x="376" y="104"/>
                    <a:pt x="367" y="94"/>
                  </a:cubicBezTo>
                  <a:close/>
                  <a:moveTo>
                    <a:pt x="804" y="63"/>
                  </a:moveTo>
                  <a:cubicBezTo>
                    <a:pt x="794" y="53"/>
                    <a:pt x="781" y="47"/>
                    <a:pt x="767" y="47"/>
                  </a:cubicBezTo>
                  <a:cubicBezTo>
                    <a:pt x="752" y="47"/>
                    <a:pt x="739" y="53"/>
                    <a:pt x="730" y="63"/>
                  </a:cubicBezTo>
                  <a:cubicBezTo>
                    <a:pt x="720" y="72"/>
                    <a:pt x="714" y="85"/>
                    <a:pt x="714" y="100"/>
                  </a:cubicBezTo>
                  <a:cubicBezTo>
                    <a:pt x="714" y="114"/>
                    <a:pt x="720" y="127"/>
                    <a:pt x="730" y="137"/>
                  </a:cubicBezTo>
                  <a:cubicBezTo>
                    <a:pt x="739" y="146"/>
                    <a:pt x="752" y="152"/>
                    <a:pt x="767" y="152"/>
                  </a:cubicBezTo>
                  <a:cubicBezTo>
                    <a:pt x="781" y="152"/>
                    <a:pt x="794" y="146"/>
                    <a:pt x="804" y="137"/>
                  </a:cubicBezTo>
                  <a:cubicBezTo>
                    <a:pt x="813" y="127"/>
                    <a:pt x="819" y="114"/>
                    <a:pt x="819" y="100"/>
                  </a:cubicBezTo>
                  <a:cubicBezTo>
                    <a:pt x="819" y="85"/>
                    <a:pt x="813" y="72"/>
                    <a:pt x="804" y="63"/>
                  </a:cubicBezTo>
                  <a:close/>
                  <a:moveTo>
                    <a:pt x="1033" y="229"/>
                  </a:moveTo>
                  <a:cubicBezTo>
                    <a:pt x="1024" y="220"/>
                    <a:pt x="1010" y="214"/>
                    <a:pt x="996" y="214"/>
                  </a:cubicBezTo>
                  <a:cubicBezTo>
                    <a:pt x="982" y="214"/>
                    <a:pt x="968" y="220"/>
                    <a:pt x="959" y="229"/>
                  </a:cubicBezTo>
                  <a:cubicBezTo>
                    <a:pt x="949" y="239"/>
                    <a:pt x="944" y="252"/>
                    <a:pt x="944" y="266"/>
                  </a:cubicBezTo>
                  <a:cubicBezTo>
                    <a:pt x="944" y="281"/>
                    <a:pt x="949" y="294"/>
                    <a:pt x="959" y="303"/>
                  </a:cubicBezTo>
                  <a:cubicBezTo>
                    <a:pt x="968" y="313"/>
                    <a:pt x="981" y="319"/>
                    <a:pt x="996" y="319"/>
                  </a:cubicBezTo>
                  <a:cubicBezTo>
                    <a:pt x="1010" y="319"/>
                    <a:pt x="1024" y="313"/>
                    <a:pt x="1033" y="303"/>
                  </a:cubicBezTo>
                  <a:cubicBezTo>
                    <a:pt x="1043" y="294"/>
                    <a:pt x="1048" y="281"/>
                    <a:pt x="1048" y="266"/>
                  </a:cubicBezTo>
                  <a:cubicBezTo>
                    <a:pt x="1048" y="252"/>
                    <a:pt x="1043" y="239"/>
                    <a:pt x="1033" y="229"/>
                  </a:cubicBezTo>
                  <a:close/>
                  <a:moveTo>
                    <a:pt x="1109" y="553"/>
                  </a:moveTo>
                  <a:cubicBezTo>
                    <a:pt x="1099" y="544"/>
                    <a:pt x="1086" y="538"/>
                    <a:pt x="1072" y="538"/>
                  </a:cubicBezTo>
                  <a:cubicBezTo>
                    <a:pt x="1057" y="538"/>
                    <a:pt x="1044" y="544"/>
                    <a:pt x="1035" y="553"/>
                  </a:cubicBezTo>
                  <a:cubicBezTo>
                    <a:pt x="1025" y="563"/>
                    <a:pt x="1019" y="576"/>
                    <a:pt x="1019" y="590"/>
                  </a:cubicBezTo>
                  <a:cubicBezTo>
                    <a:pt x="1019" y="605"/>
                    <a:pt x="1025" y="618"/>
                    <a:pt x="1035" y="627"/>
                  </a:cubicBezTo>
                  <a:cubicBezTo>
                    <a:pt x="1044" y="637"/>
                    <a:pt x="1057" y="642"/>
                    <a:pt x="1072" y="642"/>
                  </a:cubicBezTo>
                  <a:cubicBezTo>
                    <a:pt x="1086" y="642"/>
                    <a:pt x="1099" y="637"/>
                    <a:pt x="1109" y="627"/>
                  </a:cubicBezTo>
                  <a:cubicBezTo>
                    <a:pt x="1118" y="618"/>
                    <a:pt x="1124" y="605"/>
                    <a:pt x="1124" y="590"/>
                  </a:cubicBezTo>
                  <a:cubicBezTo>
                    <a:pt x="1124" y="576"/>
                    <a:pt x="1118" y="563"/>
                    <a:pt x="1109" y="553"/>
                  </a:cubicBezTo>
                  <a:close/>
                  <a:moveTo>
                    <a:pt x="1007" y="665"/>
                  </a:moveTo>
                  <a:cubicBezTo>
                    <a:pt x="992" y="652"/>
                    <a:pt x="980" y="634"/>
                    <a:pt x="975" y="614"/>
                  </a:cubicBezTo>
                  <a:lnTo>
                    <a:pt x="0" y="614"/>
                  </a:lnTo>
                  <a:lnTo>
                    <a:pt x="0" y="567"/>
                  </a:lnTo>
                  <a:lnTo>
                    <a:pt x="975" y="567"/>
                  </a:lnTo>
                  <a:cubicBezTo>
                    <a:pt x="980" y="546"/>
                    <a:pt x="992" y="528"/>
                    <a:pt x="1007" y="515"/>
                  </a:cubicBezTo>
                  <a:cubicBezTo>
                    <a:pt x="1025" y="500"/>
                    <a:pt x="1047" y="491"/>
                    <a:pt x="1072" y="491"/>
                  </a:cubicBezTo>
                  <a:cubicBezTo>
                    <a:pt x="1099" y="491"/>
                    <a:pt x="1124" y="502"/>
                    <a:pt x="1142" y="520"/>
                  </a:cubicBezTo>
                  <a:cubicBezTo>
                    <a:pt x="1160" y="538"/>
                    <a:pt x="1171" y="563"/>
                    <a:pt x="1171" y="590"/>
                  </a:cubicBezTo>
                  <a:cubicBezTo>
                    <a:pt x="1171" y="617"/>
                    <a:pt x="1160" y="642"/>
                    <a:pt x="1142" y="660"/>
                  </a:cubicBezTo>
                  <a:cubicBezTo>
                    <a:pt x="1124" y="678"/>
                    <a:pt x="1099" y="689"/>
                    <a:pt x="1072" y="689"/>
                  </a:cubicBezTo>
                  <a:cubicBezTo>
                    <a:pt x="1047" y="689"/>
                    <a:pt x="1025" y="680"/>
                    <a:pt x="1007" y="665"/>
                  </a:cubicBezTo>
                  <a:close/>
                  <a:moveTo>
                    <a:pt x="0" y="708"/>
                  </a:moveTo>
                  <a:lnTo>
                    <a:pt x="775" y="708"/>
                  </a:lnTo>
                  <a:cubicBezTo>
                    <a:pt x="777" y="708"/>
                    <a:pt x="780" y="708"/>
                    <a:pt x="782" y="709"/>
                  </a:cubicBezTo>
                  <a:cubicBezTo>
                    <a:pt x="785" y="710"/>
                    <a:pt x="787" y="711"/>
                    <a:pt x="789" y="713"/>
                  </a:cubicBezTo>
                  <a:lnTo>
                    <a:pt x="943" y="830"/>
                  </a:lnTo>
                  <a:cubicBezTo>
                    <a:pt x="950" y="826"/>
                    <a:pt x="957" y="822"/>
                    <a:pt x="965" y="820"/>
                  </a:cubicBezTo>
                  <a:cubicBezTo>
                    <a:pt x="975" y="816"/>
                    <a:pt x="985" y="815"/>
                    <a:pt x="996" y="815"/>
                  </a:cubicBezTo>
                  <a:cubicBezTo>
                    <a:pt x="1023" y="815"/>
                    <a:pt x="1048" y="826"/>
                    <a:pt x="1066" y="844"/>
                  </a:cubicBezTo>
                  <a:cubicBezTo>
                    <a:pt x="1084" y="862"/>
                    <a:pt x="1095" y="887"/>
                    <a:pt x="1095" y="914"/>
                  </a:cubicBezTo>
                  <a:cubicBezTo>
                    <a:pt x="1095" y="941"/>
                    <a:pt x="1084" y="966"/>
                    <a:pt x="1066" y="984"/>
                  </a:cubicBezTo>
                  <a:cubicBezTo>
                    <a:pt x="1048" y="1002"/>
                    <a:pt x="1023" y="1013"/>
                    <a:pt x="996" y="1013"/>
                  </a:cubicBezTo>
                  <a:cubicBezTo>
                    <a:pt x="969" y="1013"/>
                    <a:pt x="944" y="1002"/>
                    <a:pt x="926" y="984"/>
                  </a:cubicBezTo>
                  <a:cubicBezTo>
                    <a:pt x="908" y="966"/>
                    <a:pt x="897" y="941"/>
                    <a:pt x="897" y="914"/>
                  </a:cubicBezTo>
                  <a:cubicBezTo>
                    <a:pt x="897" y="903"/>
                    <a:pt x="898" y="893"/>
                    <a:pt x="902" y="883"/>
                  </a:cubicBezTo>
                  <a:cubicBezTo>
                    <a:pt x="904" y="877"/>
                    <a:pt x="907" y="870"/>
                    <a:pt x="910" y="864"/>
                  </a:cubicBezTo>
                  <a:lnTo>
                    <a:pt x="767" y="755"/>
                  </a:lnTo>
                  <a:lnTo>
                    <a:pt x="0" y="755"/>
                  </a:lnTo>
                  <a:lnTo>
                    <a:pt x="0" y="708"/>
                  </a:lnTo>
                  <a:close/>
                  <a:moveTo>
                    <a:pt x="0" y="854"/>
                  </a:moveTo>
                  <a:lnTo>
                    <a:pt x="506" y="854"/>
                  </a:lnTo>
                  <a:cubicBezTo>
                    <a:pt x="509" y="854"/>
                    <a:pt x="511" y="855"/>
                    <a:pt x="514" y="856"/>
                  </a:cubicBezTo>
                  <a:cubicBezTo>
                    <a:pt x="516" y="857"/>
                    <a:pt x="519" y="858"/>
                    <a:pt x="521" y="859"/>
                  </a:cubicBezTo>
                  <a:lnTo>
                    <a:pt x="705" y="1002"/>
                  </a:lnTo>
                  <a:cubicBezTo>
                    <a:pt x="713" y="996"/>
                    <a:pt x="721" y="992"/>
                    <a:pt x="730" y="988"/>
                  </a:cubicBezTo>
                  <a:cubicBezTo>
                    <a:pt x="741" y="984"/>
                    <a:pt x="754" y="981"/>
                    <a:pt x="767" y="981"/>
                  </a:cubicBezTo>
                  <a:cubicBezTo>
                    <a:pt x="794" y="981"/>
                    <a:pt x="819" y="992"/>
                    <a:pt x="837" y="1010"/>
                  </a:cubicBezTo>
                  <a:cubicBezTo>
                    <a:pt x="855" y="1028"/>
                    <a:pt x="866" y="1053"/>
                    <a:pt x="866" y="1080"/>
                  </a:cubicBezTo>
                  <a:cubicBezTo>
                    <a:pt x="866" y="1108"/>
                    <a:pt x="855" y="1133"/>
                    <a:pt x="837" y="1151"/>
                  </a:cubicBezTo>
                  <a:cubicBezTo>
                    <a:pt x="819" y="1169"/>
                    <a:pt x="794" y="1180"/>
                    <a:pt x="767" y="1180"/>
                  </a:cubicBezTo>
                  <a:cubicBezTo>
                    <a:pt x="739" y="1180"/>
                    <a:pt x="714" y="1169"/>
                    <a:pt x="696" y="1151"/>
                  </a:cubicBezTo>
                  <a:cubicBezTo>
                    <a:pt x="678" y="1133"/>
                    <a:pt x="667" y="1108"/>
                    <a:pt x="667" y="1080"/>
                  </a:cubicBezTo>
                  <a:cubicBezTo>
                    <a:pt x="667" y="1072"/>
                    <a:pt x="668" y="1063"/>
                    <a:pt x="671" y="1055"/>
                  </a:cubicBezTo>
                  <a:cubicBezTo>
                    <a:pt x="672" y="1050"/>
                    <a:pt x="674" y="1044"/>
                    <a:pt x="676" y="1039"/>
                  </a:cubicBezTo>
                  <a:lnTo>
                    <a:pt x="498" y="901"/>
                  </a:lnTo>
                  <a:lnTo>
                    <a:pt x="0" y="901"/>
                  </a:lnTo>
                  <a:lnTo>
                    <a:pt x="0" y="854"/>
                  </a:lnTo>
                  <a:close/>
                  <a:moveTo>
                    <a:pt x="0" y="1025"/>
                  </a:moveTo>
                  <a:lnTo>
                    <a:pt x="233" y="1025"/>
                  </a:lnTo>
                  <a:cubicBezTo>
                    <a:pt x="238" y="1005"/>
                    <a:pt x="250" y="987"/>
                    <a:pt x="265" y="974"/>
                  </a:cubicBezTo>
                  <a:cubicBezTo>
                    <a:pt x="283" y="959"/>
                    <a:pt x="305" y="950"/>
                    <a:pt x="330" y="950"/>
                  </a:cubicBezTo>
                  <a:cubicBezTo>
                    <a:pt x="357" y="950"/>
                    <a:pt x="382" y="961"/>
                    <a:pt x="400" y="979"/>
                  </a:cubicBezTo>
                  <a:cubicBezTo>
                    <a:pt x="418" y="997"/>
                    <a:pt x="429" y="1022"/>
                    <a:pt x="429" y="1049"/>
                  </a:cubicBezTo>
                  <a:cubicBezTo>
                    <a:pt x="429" y="1076"/>
                    <a:pt x="418" y="1101"/>
                    <a:pt x="400" y="1119"/>
                  </a:cubicBezTo>
                  <a:cubicBezTo>
                    <a:pt x="382" y="1137"/>
                    <a:pt x="357" y="1148"/>
                    <a:pt x="330" y="1148"/>
                  </a:cubicBezTo>
                  <a:cubicBezTo>
                    <a:pt x="305" y="1148"/>
                    <a:pt x="283" y="1139"/>
                    <a:pt x="265" y="1124"/>
                  </a:cubicBezTo>
                  <a:cubicBezTo>
                    <a:pt x="250" y="1111"/>
                    <a:pt x="238" y="1093"/>
                    <a:pt x="233" y="1072"/>
                  </a:cubicBezTo>
                  <a:lnTo>
                    <a:pt x="0" y="1072"/>
                  </a:lnTo>
                  <a:lnTo>
                    <a:pt x="0" y="1025"/>
                  </a:lnTo>
                  <a:close/>
                  <a:moveTo>
                    <a:pt x="0" y="108"/>
                  </a:moveTo>
                  <a:lnTo>
                    <a:pt x="233" y="108"/>
                  </a:lnTo>
                  <a:cubicBezTo>
                    <a:pt x="238" y="87"/>
                    <a:pt x="250" y="69"/>
                    <a:pt x="265" y="56"/>
                  </a:cubicBezTo>
                  <a:cubicBezTo>
                    <a:pt x="283" y="41"/>
                    <a:pt x="305" y="32"/>
                    <a:pt x="330" y="32"/>
                  </a:cubicBezTo>
                  <a:cubicBezTo>
                    <a:pt x="357" y="32"/>
                    <a:pt x="382" y="43"/>
                    <a:pt x="400" y="61"/>
                  </a:cubicBezTo>
                  <a:cubicBezTo>
                    <a:pt x="418" y="79"/>
                    <a:pt x="429" y="104"/>
                    <a:pt x="429" y="131"/>
                  </a:cubicBezTo>
                  <a:cubicBezTo>
                    <a:pt x="429" y="159"/>
                    <a:pt x="418" y="183"/>
                    <a:pt x="400" y="201"/>
                  </a:cubicBezTo>
                  <a:cubicBezTo>
                    <a:pt x="382" y="219"/>
                    <a:pt x="357" y="231"/>
                    <a:pt x="330" y="231"/>
                  </a:cubicBezTo>
                  <a:cubicBezTo>
                    <a:pt x="305" y="231"/>
                    <a:pt x="283" y="221"/>
                    <a:pt x="265" y="207"/>
                  </a:cubicBezTo>
                  <a:cubicBezTo>
                    <a:pt x="250" y="193"/>
                    <a:pt x="238" y="175"/>
                    <a:pt x="233" y="155"/>
                  </a:cubicBezTo>
                  <a:lnTo>
                    <a:pt x="0" y="155"/>
                  </a:lnTo>
                  <a:lnTo>
                    <a:pt x="0" y="108"/>
                  </a:lnTo>
                  <a:close/>
                  <a:moveTo>
                    <a:pt x="0" y="279"/>
                  </a:moveTo>
                  <a:lnTo>
                    <a:pt x="498" y="279"/>
                  </a:lnTo>
                  <a:lnTo>
                    <a:pt x="676" y="141"/>
                  </a:lnTo>
                  <a:cubicBezTo>
                    <a:pt x="674" y="136"/>
                    <a:pt x="672" y="131"/>
                    <a:pt x="671" y="125"/>
                  </a:cubicBezTo>
                  <a:cubicBezTo>
                    <a:pt x="668" y="117"/>
                    <a:pt x="667" y="108"/>
                    <a:pt x="667" y="100"/>
                  </a:cubicBezTo>
                  <a:cubicBezTo>
                    <a:pt x="667" y="72"/>
                    <a:pt x="678" y="48"/>
                    <a:pt x="696" y="30"/>
                  </a:cubicBezTo>
                  <a:cubicBezTo>
                    <a:pt x="714" y="12"/>
                    <a:pt x="739" y="0"/>
                    <a:pt x="767" y="0"/>
                  </a:cubicBezTo>
                  <a:cubicBezTo>
                    <a:pt x="794" y="0"/>
                    <a:pt x="819" y="12"/>
                    <a:pt x="837" y="30"/>
                  </a:cubicBezTo>
                  <a:cubicBezTo>
                    <a:pt x="855" y="48"/>
                    <a:pt x="866" y="72"/>
                    <a:pt x="866" y="100"/>
                  </a:cubicBezTo>
                  <a:cubicBezTo>
                    <a:pt x="866" y="127"/>
                    <a:pt x="855" y="152"/>
                    <a:pt x="837" y="170"/>
                  </a:cubicBezTo>
                  <a:cubicBezTo>
                    <a:pt x="819" y="188"/>
                    <a:pt x="794" y="199"/>
                    <a:pt x="767" y="199"/>
                  </a:cubicBezTo>
                  <a:cubicBezTo>
                    <a:pt x="754" y="199"/>
                    <a:pt x="741" y="197"/>
                    <a:pt x="730" y="192"/>
                  </a:cubicBezTo>
                  <a:cubicBezTo>
                    <a:pt x="721" y="189"/>
                    <a:pt x="713" y="184"/>
                    <a:pt x="705" y="178"/>
                  </a:cubicBezTo>
                  <a:lnTo>
                    <a:pt x="521" y="321"/>
                  </a:lnTo>
                  <a:cubicBezTo>
                    <a:pt x="519" y="322"/>
                    <a:pt x="516" y="324"/>
                    <a:pt x="514" y="324"/>
                  </a:cubicBezTo>
                  <a:cubicBezTo>
                    <a:pt x="511" y="325"/>
                    <a:pt x="509" y="326"/>
                    <a:pt x="506" y="326"/>
                  </a:cubicBezTo>
                  <a:lnTo>
                    <a:pt x="0" y="326"/>
                  </a:lnTo>
                  <a:lnTo>
                    <a:pt x="0" y="279"/>
                  </a:lnTo>
                  <a:close/>
                  <a:moveTo>
                    <a:pt x="0" y="425"/>
                  </a:moveTo>
                  <a:lnTo>
                    <a:pt x="767" y="425"/>
                  </a:lnTo>
                  <a:lnTo>
                    <a:pt x="910" y="316"/>
                  </a:lnTo>
                  <a:cubicBezTo>
                    <a:pt x="907" y="310"/>
                    <a:pt x="904" y="304"/>
                    <a:pt x="902" y="297"/>
                  </a:cubicBezTo>
                  <a:cubicBezTo>
                    <a:pt x="898" y="287"/>
                    <a:pt x="897" y="277"/>
                    <a:pt x="897" y="266"/>
                  </a:cubicBezTo>
                  <a:cubicBezTo>
                    <a:pt x="897" y="239"/>
                    <a:pt x="908" y="214"/>
                    <a:pt x="926" y="196"/>
                  </a:cubicBezTo>
                  <a:cubicBezTo>
                    <a:pt x="944" y="178"/>
                    <a:pt x="969" y="167"/>
                    <a:pt x="996" y="167"/>
                  </a:cubicBezTo>
                  <a:cubicBezTo>
                    <a:pt x="1023" y="167"/>
                    <a:pt x="1048" y="178"/>
                    <a:pt x="1066" y="196"/>
                  </a:cubicBezTo>
                  <a:cubicBezTo>
                    <a:pt x="1084" y="214"/>
                    <a:pt x="1095" y="239"/>
                    <a:pt x="1095" y="266"/>
                  </a:cubicBezTo>
                  <a:cubicBezTo>
                    <a:pt x="1095" y="293"/>
                    <a:pt x="1084" y="318"/>
                    <a:pt x="1066" y="336"/>
                  </a:cubicBezTo>
                  <a:cubicBezTo>
                    <a:pt x="1048" y="354"/>
                    <a:pt x="1023" y="365"/>
                    <a:pt x="996" y="365"/>
                  </a:cubicBezTo>
                  <a:cubicBezTo>
                    <a:pt x="985" y="365"/>
                    <a:pt x="975" y="364"/>
                    <a:pt x="965" y="360"/>
                  </a:cubicBezTo>
                  <a:cubicBezTo>
                    <a:pt x="957" y="358"/>
                    <a:pt x="950" y="354"/>
                    <a:pt x="943" y="350"/>
                  </a:cubicBezTo>
                  <a:lnTo>
                    <a:pt x="789" y="468"/>
                  </a:lnTo>
                  <a:cubicBezTo>
                    <a:pt x="787" y="469"/>
                    <a:pt x="785" y="470"/>
                    <a:pt x="782" y="471"/>
                  </a:cubicBezTo>
                  <a:cubicBezTo>
                    <a:pt x="780" y="472"/>
                    <a:pt x="777" y="472"/>
                    <a:pt x="775" y="472"/>
                  </a:cubicBezTo>
                  <a:lnTo>
                    <a:pt x="0" y="472"/>
                  </a:lnTo>
                  <a:lnTo>
                    <a:pt x="0" y="425"/>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59" name="Freeform 288">
              <a:extLst>
                <a:ext uri="{FF2B5EF4-FFF2-40B4-BE49-F238E27FC236}">
                  <a16:creationId xmlns:a16="http://schemas.microsoft.com/office/drawing/2014/main" id="{81767281-2FCD-8F38-2035-302FAC53C86B}"/>
                </a:ext>
              </a:extLst>
            </p:cNvPr>
            <p:cNvSpPr>
              <a:spLocks/>
            </p:cNvSpPr>
            <p:nvPr userDrawn="1"/>
          </p:nvSpPr>
          <p:spPr bwMode="auto">
            <a:xfrm>
              <a:off x="9250363" y="1619251"/>
              <a:ext cx="17463" cy="436563"/>
            </a:xfrm>
            <a:custGeom>
              <a:avLst/>
              <a:gdLst>
                <a:gd name="T0" fmla="*/ 47 w 47"/>
                <a:gd name="T1" fmla="*/ 1187 h 1211"/>
                <a:gd name="T2" fmla="*/ 40 w 47"/>
                <a:gd name="T3" fmla="*/ 1204 h 1211"/>
                <a:gd name="T4" fmla="*/ 23 w 47"/>
                <a:gd name="T5" fmla="*/ 1211 h 1211"/>
                <a:gd name="T6" fmla="*/ 7 w 47"/>
                <a:gd name="T7" fmla="*/ 1204 h 1211"/>
                <a:gd name="T8" fmla="*/ 0 w 47"/>
                <a:gd name="T9" fmla="*/ 1187 h 1211"/>
                <a:gd name="T10" fmla="*/ 0 w 47"/>
                <a:gd name="T11" fmla="*/ 23 h 1211"/>
                <a:gd name="T12" fmla="*/ 7 w 47"/>
                <a:gd name="T13" fmla="*/ 7 h 1211"/>
                <a:gd name="T14" fmla="*/ 23 w 47"/>
                <a:gd name="T15" fmla="*/ 0 h 1211"/>
                <a:gd name="T16" fmla="*/ 40 w 47"/>
                <a:gd name="T17" fmla="*/ 7 h 1211"/>
                <a:gd name="T18" fmla="*/ 47 w 47"/>
                <a:gd name="T19" fmla="*/ 23 h 1211"/>
                <a:gd name="T20" fmla="*/ 47 w 47"/>
                <a:gd name="T21" fmla="*/ 1187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1211">
                  <a:moveTo>
                    <a:pt x="47" y="1187"/>
                  </a:moveTo>
                  <a:cubicBezTo>
                    <a:pt x="47" y="1194"/>
                    <a:pt x="44" y="1199"/>
                    <a:pt x="40" y="1204"/>
                  </a:cubicBezTo>
                  <a:cubicBezTo>
                    <a:pt x="36" y="1208"/>
                    <a:pt x="30" y="1211"/>
                    <a:pt x="23" y="1211"/>
                  </a:cubicBezTo>
                  <a:cubicBezTo>
                    <a:pt x="17" y="1211"/>
                    <a:pt x="11" y="1208"/>
                    <a:pt x="7" y="1204"/>
                  </a:cubicBezTo>
                  <a:cubicBezTo>
                    <a:pt x="3" y="1199"/>
                    <a:pt x="0" y="1194"/>
                    <a:pt x="0" y="1187"/>
                  </a:cubicBezTo>
                  <a:lnTo>
                    <a:pt x="0" y="23"/>
                  </a:lnTo>
                  <a:cubicBezTo>
                    <a:pt x="0" y="17"/>
                    <a:pt x="3" y="11"/>
                    <a:pt x="7" y="7"/>
                  </a:cubicBezTo>
                  <a:cubicBezTo>
                    <a:pt x="11" y="2"/>
                    <a:pt x="17" y="0"/>
                    <a:pt x="23" y="0"/>
                  </a:cubicBezTo>
                  <a:cubicBezTo>
                    <a:pt x="30" y="0"/>
                    <a:pt x="36" y="2"/>
                    <a:pt x="40" y="7"/>
                  </a:cubicBezTo>
                  <a:cubicBezTo>
                    <a:pt x="44" y="11"/>
                    <a:pt x="47" y="17"/>
                    <a:pt x="47" y="23"/>
                  </a:cubicBezTo>
                  <a:lnTo>
                    <a:pt x="47" y="1187"/>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60" name="Group 359">
            <a:extLst>
              <a:ext uri="{FF2B5EF4-FFF2-40B4-BE49-F238E27FC236}">
                <a16:creationId xmlns:a16="http://schemas.microsoft.com/office/drawing/2014/main" id="{7FE7A0AD-C1C8-E9AD-C069-5AC038EFC7D7}"/>
              </a:ext>
            </a:extLst>
          </p:cNvPr>
          <p:cNvGrpSpPr/>
          <p:nvPr/>
        </p:nvGrpSpPr>
        <p:grpSpPr>
          <a:xfrm>
            <a:off x="1566863" y="5767388"/>
            <a:ext cx="328613" cy="328613"/>
            <a:chOff x="1566863" y="5767388"/>
            <a:chExt cx="328613" cy="328613"/>
          </a:xfrm>
        </p:grpSpPr>
        <p:sp>
          <p:nvSpPr>
            <p:cNvPr id="361" name="Freeform 289">
              <a:extLst>
                <a:ext uri="{FF2B5EF4-FFF2-40B4-BE49-F238E27FC236}">
                  <a16:creationId xmlns:a16="http://schemas.microsoft.com/office/drawing/2014/main" id="{A48F6C45-1F1F-6619-24DE-4CF1680BBD95}"/>
                </a:ext>
              </a:extLst>
            </p:cNvPr>
            <p:cNvSpPr>
              <a:spLocks noEditPoints="1"/>
            </p:cNvSpPr>
            <p:nvPr userDrawn="1"/>
          </p:nvSpPr>
          <p:spPr bwMode="auto">
            <a:xfrm>
              <a:off x="1633538" y="5834063"/>
              <a:ext cx="196850" cy="196850"/>
            </a:xfrm>
            <a:custGeom>
              <a:avLst/>
              <a:gdLst>
                <a:gd name="T0" fmla="*/ 272 w 545"/>
                <a:gd name="T1" fmla="*/ 512 h 545"/>
                <a:gd name="T2" fmla="*/ 103 w 545"/>
                <a:gd name="T3" fmla="*/ 442 h 545"/>
                <a:gd name="T4" fmla="*/ 33 w 545"/>
                <a:gd name="T5" fmla="*/ 273 h 545"/>
                <a:gd name="T6" fmla="*/ 103 w 545"/>
                <a:gd name="T7" fmla="*/ 103 h 545"/>
                <a:gd name="T8" fmla="*/ 272 w 545"/>
                <a:gd name="T9" fmla="*/ 33 h 545"/>
                <a:gd name="T10" fmla="*/ 442 w 545"/>
                <a:gd name="T11" fmla="*/ 103 h 545"/>
                <a:gd name="T12" fmla="*/ 512 w 545"/>
                <a:gd name="T13" fmla="*/ 273 h 545"/>
                <a:gd name="T14" fmla="*/ 442 w 545"/>
                <a:gd name="T15" fmla="*/ 442 h 545"/>
                <a:gd name="T16" fmla="*/ 272 w 545"/>
                <a:gd name="T17" fmla="*/ 512 h 545"/>
                <a:gd name="T18" fmla="*/ 272 w 545"/>
                <a:gd name="T19" fmla="*/ 0 h 545"/>
                <a:gd name="T20" fmla="*/ 80 w 545"/>
                <a:gd name="T21" fmla="*/ 80 h 545"/>
                <a:gd name="T22" fmla="*/ 0 w 545"/>
                <a:gd name="T23" fmla="*/ 273 h 545"/>
                <a:gd name="T24" fmla="*/ 80 w 545"/>
                <a:gd name="T25" fmla="*/ 465 h 545"/>
                <a:gd name="T26" fmla="*/ 272 w 545"/>
                <a:gd name="T27" fmla="*/ 545 h 545"/>
                <a:gd name="T28" fmla="*/ 465 w 545"/>
                <a:gd name="T29" fmla="*/ 465 h 545"/>
                <a:gd name="T30" fmla="*/ 545 w 545"/>
                <a:gd name="T31" fmla="*/ 273 h 545"/>
                <a:gd name="T32" fmla="*/ 465 w 545"/>
                <a:gd name="T33" fmla="*/ 80 h 545"/>
                <a:gd name="T34" fmla="*/ 272 w 545"/>
                <a:gd name="T35" fmla="*/ 0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45" h="545">
                  <a:moveTo>
                    <a:pt x="272" y="512"/>
                  </a:moveTo>
                  <a:cubicBezTo>
                    <a:pt x="206" y="512"/>
                    <a:pt x="146" y="485"/>
                    <a:pt x="103" y="442"/>
                  </a:cubicBezTo>
                  <a:cubicBezTo>
                    <a:pt x="59" y="399"/>
                    <a:pt x="33" y="339"/>
                    <a:pt x="33" y="273"/>
                  </a:cubicBezTo>
                  <a:cubicBezTo>
                    <a:pt x="33" y="206"/>
                    <a:pt x="59" y="146"/>
                    <a:pt x="103" y="103"/>
                  </a:cubicBezTo>
                  <a:cubicBezTo>
                    <a:pt x="146" y="60"/>
                    <a:pt x="206" y="33"/>
                    <a:pt x="272" y="33"/>
                  </a:cubicBezTo>
                  <a:cubicBezTo>
                    <a:pt x="338" y="33"/>
                    <a:pt x="399" y="59"/>
                    <a:pt x="442" y="103"/>
                  </a:cubicBezTo>
                  <a:cubicBezTo>
                    <a:pt x="485" y="146"/>
                    <a:pt x="512" y="206"/>
                    <a:pt x="512" y="273"/>
                  </a:cubicBezTo>
                  <a:cubicBezTo>
                    <a:pt x="512" y="339"/>
                    <a:pt x="485" y="399"/>
                    <a:pt x="442" y="442"/>
                  </a:cubicBezTo>
                  <a:cubicBezTo>
                    <a:pt x="399" y="486"/>
                    <a:pt x="338" y="512"/>
                    <a:pt x="272" y="512"/>
                  </a:cubicBezTo>
                  <a:close/>
                  <a:moveTo>
                    <a:pt x="272" y="0"/>
                  </a:moveTo>
                  <a:cubicBezTo>
                    <a:pt x="197" y="0"/>
                    <a:pt x="129" y="31"/>
                    <a:pt x="80" y="80"/>
                  </a:cubicBezTo>
                  <a:cubicBezTo>
                    <a:pt x="30" y="129"/>
                    <a:pt x="0" y="197"/>
                    <a:pt x="0" y="273"/>
                  </a:cubicBezTo>
                  <a:cubicBezTo>
                    <a:pt x="0" y="348"/>
                    <a:pt x="30" y="416"/>
                    <a:pt x="80" y="465"/>
                  </a:cubicBezTo>
                  <a:cubicBezTo>
                    <a:pt x="129" y="514"/>
                    <a:pt x="197" y="545"/>
                    <a:pt x="272" y="545"/>
                  </a:cubicBezTo>
                  <a:cubicBezTo>
                    <a:pt x="348" y="545"/>
                    <a:pt x="416" y="515"/>
                    <a:pt x="465" y="465"/>
                  </a:cubicBezTo>
                  <a:cubicBezTo>
                    <a:pt x="515" y="416"/>
                    <a:pt x="545" y="348"/>
                    <a:pt x="545" y="273"/>
                  </a:cubicBezTo>
                  <a:cubicBezTo>
                    <a:pt x="545" y="197"/>
                    <a:pt x="515" y="129"/>
                    <a:pt x="465" y="80"/>
                  </a:cubicBezTo>
                  <a:cubicBezTo>
                    <a:pt x="416" y="30"/>
                    <a:pt x="348" y="0"/>
                    <a:pt x="272"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2" name="Freeform 290">
              <a:extLst>
                <a:ext uri="{FF2B5EF4-FFF2-40B4-BE49-F238E27FC236}">
                  <a16:creationId xmlns:a16="http://schemas.microsoft.com/office/drawing/2014/main" id="{86CFB7CA-E0D1-F0AE-2059-0D779505CD71}"/>
                </a:ext>
              </a:extLst>
            </p:cNvPr>
            <p:cNvSpPr>
              <a:spLocks noEditPoints="1"/>
            </p:cNvSpPr>
            <p:nvPr userDrawn="1"/>
          </p:nvSpPr>
          <p:spPr bwMode="auto">
            <a:xfrm>
              <a:off x="1566863" y="5767388"/>
              <a:ext cx="328613" cy="328613"/>
            </a:xfrm>
            <a:custGeom>
              <a:avLst/>
              <a:gdLst>
                <a:gd name="T0" fmla="*/ 791 w 910"/>
                <a:gd name="T1" fmla="*/ 506 h 909"/>
                <a:gd name="T2" fmla="*/ 718 w 910"/>
                <a:gd name="T3" fmla="*/ 670 h 909"/>
                <a:gd name="T4" fmla="*/ 766 w 910"/>
                <a:gd name="T5" fmla="*/ 739 h 909"/>
                <a:gd name="T6" fmla="*/ 661 w 910"/>
                <a:gd name="T7" fmla="*/ 726 h 909"/>
                <a:gd name="T8" fmla="*/ 575 w 910"/>
                <a:gd name="T9" fmla="*/ 773 h 909"/>
                <a:gd name="T10" fmla="*/ 480 w 910"/>
                <a:gd name="T11" fmla="*/ 794 h 909"/>
                <a:gd name="T12" fmla="*/ 415 w 910"/>
                <a:gd name="T13" fmla="*/ 876 h 909"/>
                <a:gd name="T14" fmla="*/ 401 w 910"/>
                <a:gd name="T15" fmla="*/ 790 h 909"/>
                <a:gd name="T16" fmla="*/ 258 w 910"/>
                <a:gd name="T17" fmla="*/ 730 h 909"/>
                <a:gd name="T18" fmla="*/ 191 w 910"/>
                <a:gd name="T19" fmla="*/ 783 h 909"/>
                <a:gd name="T20" fmla="*/ 199 w 910"/>
                <a:gd name="T21" fmla="*/ 676 h 909"/>
                <a:gd name="T22" fmla="*/ 144 w 910"/>
                <a:gd name="T23" fmla="*/ 585 h 909"/>
                <a:gd name="T24" fmla="*/ 119 w 910"/>
                <a:gd name="T25" fmla="*/ 482 h 909"/>
                <a:gd name="T26" fmla="*/ 34 w 910"/>
                <a:gd name="T27" fmla="*/ 418 h 909"/>
                <a:gd name="T28" fmla="*/ 123 w 910"/>
                <a:gd name="T29" fmla="*/ 403 h 909"/>
                <a:gd name="T30" fmla="*/ 195 w 910"/>
                <a:gd name="T31" fmla="*/ 243 h 909"/>
                <a:gd name="T32" fmla="*/ 144 w 910"/>
                <a:gd name="T33" fmla="*/ 170 h 909"/>
                <a:gd name="T34" fmla="*/ 252 w 910"/>
                <a:gd name="T35" fmla="*/ 187 h 909"/>
                <a:gd name="T36" fmla="*/ 336 w 910"/>
                <a:gd name="T37" fmla="*/ 140 h 909"/>
                <a:gd name="T38" fmla="*/ 430 w 910"/>
                <a:gd name="T39" fmla="*/ 119 h 909"/>
                <a:gd name="T40" fmla="*/ 495 w 910"/>
                <a:gd name="T41" fmla="*/ 33 h 909"/>
                <a:gd name="T42" fmla="*/ 509 w 910"/>
                <a:gd name="T43" fmla="*/ 122 h 909"/>
                <a:gd name="T44" fmla="*/ 651 w 910"/>
                <a:gd name="T45" fmla="*/ 180 h 909"/>
                <a:gd name="T46" fmla="*/ 719 w 910"/>
                <a:gd name="T47" fmla="*/ 126 h 909"/>
                <a:gd name="T48" fmla="*/ 711 w 910"/>
                <a:gd name="T49" fmla="*/ 234 h 909"/>
                <a:gd name="T50" fmla="*/ 767 w 910"/>
                <a:gd name="T51" fmla="*/ 323 h 909"/>
                <a:gd name="T52" fmla="*/ 794 w 910"/>
                <a:gd name="T53" fmla="*/ 427 h 909"/>
                <a:gd name="T54" fmla="*/ 877 w 910"/>
                <a:gd name="T55" fmla="*/ 491 h 909"/>
                <a:gd name="T56" fmla="*/ 908 w 910"/>
                <a:gd name="T57" fmla="*/ 392 h 909"/>
                <a:gd name="T58" fmla="*/ 821 w 910"/>
                <a:gd name="T59" fmla="*/ 385 h 909"/>
                <a:gd name="T60" fmla="*/ 758 w 910"/>
                <a:gd name="T61" fmla="*/ 241 h 909"/>
                <a:gd name="T62" fmla="*/ 814 w 910"/>
                <a:gd name="T63" fmla="*/ 167 h 909"/>
                <a:gd name="T64" fmla="*/ 658 w 910"/>
                <a:gd name="T65" fmla="*/ 145 h 909"/>
                <a:gd name="T66" fmla="*/ 595 w 910"/>
                <a:gd name="T67" fmla="*/ 113 h 909"/>
                <a:gd name="T68" fmla="*/ 528 w 910"/>
                <a:gd name="T69" fmla="*/ 93 h 909"/>
                <a:gd name="T70" fmla="*/ 397 w 910"/>
                <a:gd name="T71" fmla="*/ 1 h 909"/>
                <a:gd name="T72" fmla="*/ 389 w 910"/>
                <a:gd name="T73" fmla="*/ 92 h 909"/>
                <a:gd name="T74" fmla="*/ 263 w 910"/>
                <a:gd name="T75" fmla="*/ 140 h 909"/>
                <a:gd name="T76" fmla="*/ 191 w 910"/>
                <a:gd name="T77" fmla="*/ 78 h 909"/>
                <a:gd name="T78" fmla="*/ 161 w 910"/>
                <a:gd name="T79" fmla="*/ 233 h 909"/>
                <a:gd name="T80" fmla="*/ 118 w 910"/>
                <a:gd name="T81" fmla="*/ 305 h 909"/>
                <a:gd name="T82" fmla="*/ 93 w 910"/>
                <a:gd name="T83" fmla="*/ 384 h 909"/>
                <a:gd name="T84" fmla="*/ 2 w 910"/>
                <a:gd name="T85" fmla="*/ 517 h 909"/>
                <a:gd name="T86" fmla="*/ 92 w 910"/>
                <a:gd name="T87" fmla="*/ 524 h 909"/>
                <a:gd name="T88" fmla="*/ 152 w 910"/>
                <a:gd name="T89" fmla="*/ 668 h 909"/>
                <a:gd name="T90" fmla="*/ 96 w 910"/>
                <a:gd name="T91" fmla="*/ 742 h 909"/>
                <a:gd name="T92" fmla="*/ 251 w 910"/>
                <a:gd name="T93" fmla="*/ 765 h 909"/>
                <a:gd name="T94" fmla="*/ 314 w 910"/>
                <a:gd name="T95" fmla="*/ 799 h 909"/>
                <a:gd name="T96" fmla="*/ 382 w 910"/>
                <a:gd name="T97" fmla="*/ 820 h 909"/>
                <a:gd name="T98" fmla="*/ 513 w 910"/>
                <a:gd name="T99" fmla="*/ 908 h 909"/>
                <a:gd name="T100" fmla="*/ 521 w 910"/>
                <a:gd name="T101" fmla="*/ 822 h 909"/>
                <a:gd name="T102" fmla="*/ 651 w 910"/>
                <a:gd name="T103" fmla="*/ 773 h 909"/>
                <a:gd name="T104" fmla="*/ 719 w 910"/>
                <a:gd name="T105" fmla="*/ 831 h 909"/>
                <a:gd name="T106" fmla="*/ 753 w 910"/>
                <a:gd name="T107" fmla="*/ 679 h 909"/>
                <a:gd name="T108" fmla="*/ 796 w 910"/>
                <a:gd name="T109" fmla="*/ 605 h 909"/>
                <a:gd name="T110" fmla="*/ 821 w 910"/>
                <a:gd name="T111" fmla="*/ 525 h 909"/>
                <a:gd name="T112" fmla="*/ 908 w 910"/>
                <a:gd name="T113" fmla="*/ 392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10" h="909">
                  <a:moveTo>
                    <a:pt x="793" y="493"/>
                  </a:moveTo>
                  <a:lnTo>
                    <a:pt x="791" y="506"/>
                  </a:lnTo>
                  <a:cubicBezTo>
                    <a:pt x="787" y="536"/>
                    <a:pt x="778" y="565"/>
                    <a:pt x="766" y="593"/>
                  </a:cubicBezTo>
                  <a:cubicBezTo>
                    <a:pt x="754" y="620"/>
                    <a:pt x="738" y="646"/>
                    <a:pt x="718" y="670"/>
                  </a:cubicBezTo>
                  <a:lnTo>
                    <a:pt x="709" y="681"/>
                  </a:lnTo>
                  <a:lnTo>
                    <a:pt x="766" y="739"/>
                  </a:lnTo>
                  <a:lnTo>
                    <a:pt x="719" y="785"/>
                  </a:lnTo>
                  <a:lnTo>
                    <a:pt x="661" y="726"/>
                  </a:lnTo>
                  <a:lnTo>
                    <a:pt x="650" y="734"/>
                  </a:lnTo>
                  <a:cubicBezTo>
                    <a:pt x="627" y="750"/>
                    <a:pt x="602" y="763"/>
                    <a:pt x="575" y="773"/>
                  </a:cubicBezTo>
                  <a:cubicBezTo>
                    <a:pt x="549" y="783"/>
                    <a:pt x="522" y="789"/>
                    <a:pt x="495" y="793"/>
                  </a:cubicBezTo>
                  <a:lnTo>
                    <a:pt x="480" y="794"/>
                  </a:lnTo>
                  <a:lnTo>
                    <a:pt x="480" y="875"/>
                  </a:lnTo>
                  <a:lnTo>
                    <a:pt x="415" y="876"/>
                  </a:lnTo>
                  <a:lnTo>
                    <a:pt x="414" y="792"/>
                  </a:lnTo>
                  <a:lnTo>
                    <a:pt x="401" y="790"/>
                  </a:lnTo>
                  <a:cubicBezTo>
                    <a:pt x="375" y="786"/>
                    <a:pt x="350" y="778"/>
                    <a:pt x="326" y="768"/>
                  </a:cubicBezTo>
                  <a:cubicBezTo>
                    <a:pt x="302" y="758"/>
                    <a:pt x="279" y="745"/>
                    <a:pt x="258" y="730"/>
                  </a:cubicBezTo>
                  <a:lnTo>
                    <a:pt x="246" y="722"/>
                  </a:lnTo>
                  <a:lnTo>
                    <a:pt x="191" y="783"/>
                  </a:lnTo>
                  <a:lnTo>
                    <a:pt x="142" y="739"/>
                  </a:lnTo>
                  <a:lnTo>
                    <a:pt x="199" y="676"/>
                  </a:lnTo>
                  <a:lnTo>
                    <a:pt x="190" y="665"/>
                  </a:lnTo>
                  <a:cubicBezTo>
                    <a:pt x="171" y="641"/>
                    <a:pt x="156" y="614"/>
                    <a:pt x="144" y="585"/>
                  </a:cubicBezTo>
                  <a:cubicBezTo>
                    <a:pt x="132" y="557"/>
                    <a:pt x="124" y="527"/>
                    <a:pt x="121" y="497"/>
                  </a:cubicBezTo>
                  <a:lnTo>
                    <a:pt x="119" y="482"/>
                  </a:lnTo>
                  <a:lnTo>
                    <a:pt x="35" y="483"/>
                  </a:lnTo>
                  <a:lnTo>
                    <a:pt x="34" y="418"/>
                  </a:lnTo>
                  <a:lnTo>
                    <a:pt x="121" y="416"/>
                  </a:lnTo>
                  <a:lnTo>
                    <a:pt x="123" y="403"/>
                  </a:lnTo>
                  <a:cubicBezTo>
                    <a:pt x="127" y="374"/>
                    <a:pt x="136" y="345"/>
                    <a:pt x="148" y="318"/>
                  </a:cubicBezTo>
                  <a:cubicBezTo>
                    <a:pt x="160" y="291"/>
                    <a:pt x="176" y="266"/>
                    <a:pt x="195" y="243"/>
                  </a:cubicBezTo>
                  <a:lnTo>
                    <a:pt x="204" y="231"/>
                  </a:lnTo>
                  <a:lnTo>
                    <a:pt x="144" y="170"/>
                  </a:lnTo>
                  <a:lnTo>
                    <a:pt x="191" y="124"/>
                  </a:lnTo>
                  <a:lnTo>
                    <a:pt x="252" y="187"/>
                  </a:lnTo>
                  <a:lnTo>
                    <a:pt x="264" y="179"/>
                  </a:lnTo>
                  <a:cubicBezTo>
                    <a:pt x="286" y="163"/>
                    <a:pt x="311" y="150"/>
                    <a:pt x="336" y="140"/>
                  </a:cubicBezTo>
                  <a:cubicBezTo>
                    <a:pt x="362" y="131"/>
                    <a:pt x="388" y="124"/>
                    <a:pt x="416" y="121"/>
                  </a:cubicBezTo>
                  <a:lnTo>
                    <a:pt x="430" y="119"/>
                  </a:lnTo>
                  <a:lnTo>
                    <a:pt x="429" y="34"/>
                  </a:lnTo>
                  <a:lnTo>
                    <a:pt x="495" y="33"/>
                  </a:lnTo>
                  <a:lnTo>
                    <a:pt x="495" y="120"/>
                  </a:lnTo>
                  <a:lnTo>
                    <a:pt x="509" y="122"/>
                  </a:lnTo>
                  <a:cubicBezTo>
                    <a:pt x="535" y="126"/>
                    <a:pt x="560" y="133"/>
                    <a:pt x="583" y="143"/>
                  </a:cubicBezTo>
                  <a:cubicBezTo>
                    <a:pt x="607" y="153"/>
                    <a:pt x="630" y="165"/>
                    <a:pt x="651" y="180"/>
                  </a:cubicBezTo>
                  <a:lnTo>
                    <a:pt x="663" y="188"/>
                  </a:lnTo>
                  <a:lnTo>
                    <a:pt x="719" y="126"/>
                  </a:lnTo>
                  <a:lnTo>
                    <a:pt x="768" y="170"/>
                  </a:lnTo>
                  <a:lnTo>
                    <a:pt x="711" y="234"/>
                  </a:lnTo>
                  <a:lnTo>
                    <a:pt x="719" y="244"/>
                  </a:lnTo>
                  <a:cubicBezTo>
                    <a:pt x="739" y="269"/>
                    <a:pt x="755" y="295"/>
                    <a:pt x="767" y="323"/>
                  </a:cubicBezTo>
                  <a:cubicBezTo>
                    <a:pt x="779" y="352"/>
                    <a:pt x="788" y="382"/>
                    <a:pt x="792" y="412"/>
                  </a:cubicBezTo>
                  <a:lnTo>
                    <a:pt x="794" y="427"/>
                  </a:lnTo>
                  <a:lnTo>
                    <a:pt x="876" y="426"/>
                  </a:lnTo>
                  <a:lnTo>
                    <a:pt x="877" y="491"/>
                  </a:lnTo>
                  <a:lnTo>
                    <a:pt x="793" y="493"/>
                  </a:lnTo>
                  <a:close/>
                  <a:moveTo>
                    <a:pt x="908" y="392"/>
                  </a:moveTo>
                  <a:lnTo>
                    <a:pt x="822" y="394"/>
                  </a:lnTo>
                  <a:lnTo>
                    <a:pt x="821" y="385"/>
                  </a:lnTo>
                  <a:cubicBezTo>
                    <a:pt x="816" y="360"/>
                    <a:pt x="808" y="335"/>
                    <a:pt x="797" y="311"/>
                  </a:cubicBezTo>
                  <a:cubicBezTo>
                    <a:pt x="787" y="286"/>
                    <a:pt x="774" y="263"/>
                    <a:pt x="758" y="241"/>
                  </a:cubicBezTo>
                  <a:lnTo>
                    <a:pt x="754" y="235"/>
                  </a:lnTo>
                  <a:lnTo>
                    <a:pt x="814" y="167"/>
                  </a:lnTo>
                  <a:lnTo>
                    <a:pt x="716" y="80"/>
                  </a:lnTo>
                  <a:lnTo>
                    <a:pt x="658" y="145"/>
                  </a:lnTo>
                  <a:lnTo>
                    <a:pt x="651" y="141"/>
                  </a:lnTo>
                  <a:cubicBezTo>
                    <a:pt x="633" y="130"/>
                    <a:pt x="614" y="120"/>
                    <a:pt x="595" y="113"/>
                  </a:cubicBezTo>
                  <a:cubicBezTo>
                    <a:pt x="576" y="105"/>
                    <a:pt x="556" y="99"/>
                    <a:pt x="536" y="94"/>
                  </a:cubicBezTo>
                  <a:lnTo>
                    <a:pt x="528" y="93"/>
                  </a:lnTo>
                  <a:lnTo>
                    <a:pt x="527" y="0"/>
                  </a:lnTo>
                  <a:lnTo>
                    <a:pt x="397" y="1"/>
                  </a:lnTo>
                  <a:lnTo>
                    <a:pt x="397" y="90"/>
                  </a:lnTo>
                  <a:lnTo>
                    <a:pt x="389" y="92"/>
                  </a:lnTo>
                  <a:cubicBezTo>
                    <a:pt x="367" y="96"/>
                    <a:pt x="345" y="102"/>
                    <a:pt x="324" y="110"/>
                  </a:cubicBezTo>
                  <a:cubicBezTo>
                    <a:pt x="303" y="118"/>
                    <a:pt x="283" y="128"/>
                    <a:pt x="263" y="140"/>
                  </a:cubicBezTo>
                  <a:lnTo>
                    <a:pt x="257" y="144"/>
                  </a:lnTo>
                  <a:lnTo>
                    <a:pt x="191" y="78"/>
                  </a:lnTo>
                  <a:lnTo>
                    <a:pt x="98" y="170"/>
                  </a:lnTo>
                  <a:lnTo>
                    <a:pt x="161" y="233"/>
                  </a:lnTo>
                  <a:lnTo>
                    <a:pt x="156" y="240"/>
                  </a:lnTo>
                  <a:cubicBezTo>
                    <a:pt x="141" y="261"/>
                    <a:pt x="128" y="282"/>
                    <a:pt x="118" y="305"/>
                  </a:cubicBezTo>
                  <a:cubicBezTo>
                    <a:pt x="108" y="328"/>
                    <a:pt x="100" y="352"/>
                    <a:pt x="94" y="376"/>
                  </a:cubicBezTo>
                  <a:lnTo>
                    <a:pt x="93" y="384"/>
                  </a:lnTo>
                  <a:lnTo>
                    <a:pt x="0" y="386"/>
                  </a:lnTo>
                  <a:lnTo>
                    <a:pt x="2" y="517"/>
                  </a:lnTo>
                  <a:lnTo>
                    <a:pt x="90" y="515"/>
                  </a:lnTo>
                  <a:lnTo>
                    <a:pt x="92" y="524"/>
                  </a:lnTo>
                  <a:cubicBezTo>
                    <a:pt x="96" y="549"/>
                    <a:pt x="104" y="574"/>
                    <a:pt x="114" y="599"/>
                  </a:cubicBezTo>
                  <a:cubicBezTo>
                    <a:pt x="124" y="623"/>
                    <a:pt x="137" y="646"/>
                    <a:pt x="152" y="668"/>
                  </a:cubicBezTo>
                  <a:lnTo>
                    <a:pt x="156" y="674"/>
                  </a:lnTo>
                  <a:lnTo>
                    <a:pt x="96" y="742"/>
                  </a:lnTo>
                  <a:lnTo>
                    <a:pt x="194" y="829"/>
                  </a:lnTo>
                  <a:lnTo>
                    <a:pt x="251" y="765"/>
                  </a:lnTo>
                  <a:lnTo>
                    <a:pt x="258" y="770"/>
                  </a:lnTo>
                  <a:cubicBezTo>
                    <a:pt x="276" y="781"/>
                    <a:pt x="295" y="791"/>
                    <a:pt x="314" y="799"/>
                  </a:cubicBezTo>
                  <a:cubicBezTo>
                    <a:pt x="333" y="807"/>
                    <a:pt x="354" y="813"/>
                    <a:pt x="374" y="818"/>
                  </a:cubicBezTo>
                  <a:lnTo>
                    <a:pt x="382" y="820"/>
                  </a:lnTo>
                  <a:lnTo>
                    <a:pt x="382" y="909"/>
                  </a:lnTo>
                  <a:lnTo>
                    <a:pt x="513" y="908"/>
                  </a:lnTo>
                  <a:lnTo>
                    <a:pt x="513" y="823"/>
                  </a:lnTo>
                  <a:lnTo>
                    <a:pt x="521" y="822"/>
                  </a:lnTo>
                  <a:cubicBezTo>
                    <a:pt x="544" y="818"/>
                    <a:pt x="566" y="811"/>
                    <a:pt x="588" y="803"/>
                  </a:cubicBezTo>
                  <a:cubicBezTo>
                    <a:pt x="610" y="795"/>
                    <a:pt x="631" y="785"/>
                    <a:pt x="651" y="773"/>
                  </a:cubicBezTo>
                  <a:lnTo>
                    <a:pt x="657" y="768"/>
                  </a:lnTo>
                  <a:lnTo>
                    <a:pt x="719" y="831"/>
                  </a:lnTo>
                  <a:lnTo>
                    <a:pt x="812" y="739"/>
                  </a:lnTo>
                  <a:lnTo>
                    <a:pt x="753" y="679"/>
                  </a:lnTo>
                  <a:lnTo>
                    <a:pt x="758" y="672"/>
                  </a:lnTo>
                  <a:cubicBezTo>
                    <a:pt x="773" y="652"/>
                    <a:pt x="786" y="629"/>
                    <a:pt x="796" y="605"/>
                  </a:cubicBezTo>
                  <a:cubicBezTo>
                    <a:pt x="807" y="582"/>
                    <a:pt x="814" y="557"/>
                    <a:pt x="819" y="533"/>
                  </a:cubicBezTo>
                  <a:lnTo>
                    <a:pt x="821" y="525"/>
                  </a:lnTo>
                  <a:lnTo>
                    <a:pt x="910" y="523"/>
                  </a:lnTo>
                  <a:lnTo>
                    <a:pt x="908" y="392"/>
                  </a:ln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3" name="Freeform 291">
              <a:extLst>
                <a:ext uri="{FF2B5EF4-FFF2-40B4-BE49-F238E27FC236}">
                  <a16:creationId xmlns:a16="http://schemas.microsoft.com/office/drawing/2014/main" id="{08E4062A-80FF-0D17-C043-BDB5A088E018}"/>
                </a:ext>
              </a:extLst>
            </p:cNvPr>
            <p:cNvSpPr>
              <a:spLocks/>
            </p:cNvSpPr>
            <p:nvPr userDrawn="1"/>
          </p:nvSpPr>
          <p:spPr bwMode="auto">
            <a:xfrm>
              <a:off x="1733551" y="5918201"/>
              <a:ext cx="68263" cy="41275"/>
            </a:xfrm>
            <a:custGeom>
              <a:avLst/>
              <a:gdLst>
                <a:gd name="T0" fmla="*/ 0 w 189"/>
                <a:gd name="T1" fmla="*/ 53 h 116"/>
                <a:gd name="T2" fmla="*/ 44 w 189"/>
                <a:gd name="T3" fmla="*/ 116 h 116"/>
                <a:gd name="T4" fmla="*/ 189 w 189"/>
                <a:gd name="T5" fmla="*/ 53 h 116"/>
                <a:gd name="T6" fmla="*/ 146 w 189"/>
                <a:gd name="T7" fmla="*/ 0 h 116"/>
                <a:gd name="T8" fmla="*/ 0 w 189"/>
                <a:gd name="T9" fmla="*/ 53 h 116"/>
              </a:gdLst>
              <a:ahLst/>
              <a:cxnLst>
                <a:cxn ang="0">
                  <a:pos x="T0" y="T1"/>
                </a:cxn>
                <a:cxn ang="0">
                  <a:pos x="T2" y="T3"/>
                </a:cxn>
                <a:cxn ang="0">
                  <a:pos x="T4" y="T5"/>
                </a:cxn>
                <a:cxn ang="0">
                  <a:pos x="T6" y="T7"/>
                </a:cxn>
                <a:cxn ang="0">
                  <a:pos x="T8" y="T9"/>
                </a:cxn>
              </a:cxnLst>
              <a:rect l="0" t="0" r="r" b="b"/>
              <a:pathLst>
                <a:path w="189" h="116">
                  <a:moveTo>
                    <a:pt x="0" y="53"/>
                  </a:moveTo>
                  <a:lnTo>
                    <a:pt x="44" y="116"/>
                  </a:lnTo>
                  <a:lnTo>
                    <a:pt x="189" y="53"/>
                  </a:lnTo>
                  <a:lnTo>
                    <a:pt x="146" y="0"/>
                  </a:lnTo>
                  <a:lnTo>
                    <a:pt x="0" y="53"/>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4" name="Freeform 292">
              <a:extLst>
                <a:ext uri="{FF2B5EF4-FFF2-40B4-BE49-F238E27FC236}">
                  <a16:creationId xmlns:a16="http://schemas.microsoft.com/office/drawing/2014/main" id="{18F7B63C-BD40-5EC1-357C-E44A50567C84}"/>
                </a:ext>
              </a:extLst>
            </p:cNvPr>
            <p:cNvSpPr>
              <a:spLocks/>
            </p:cNvSpPr>
            <p:nvPr userDrawn="1"/>
          </p:nvSpPr>
          <p:spPr bwMode="auto">
            <a:xfrm>
              <a:off x="1662113" y="5918201"/>
              <a:ext cx="68263" cy="41275"/>
            </a:xfrm>
            <a:custGeom>
              <a:avLst/>
              <a:gdLst>
                <a:gd name="T0" fmla="*/ 0 w 189"/>
                <a:gd name="T1" fmla="*/ 53 h 116"/>
                <a:gd name="T2" fmla="*/ 146 w 189"/>
                <a:gd name="T3" fmla="*/ 116 h 116"/>
                <a:gd name="T4" fmla="*/ 189 w 189"/>
                <a:gd name="T5" fmla="*/ 53 h 116"/>
                <a:gd name="T6" fmla="*/ 44 w 189"/>
                <a:gd name="T7" fmla="*/ 0 h 116"/>
                <a:gd name="T8" fmla="*/ 0 w 189"/>
                <a:gd name="T9" fmla="*/ 53 h 116"/>
              </a:gdLst>
              <a:ahLst/>
              <a:cxnLst>
                <a:cxn ang="0">
                  <a:pos x="T0" y="T1"/>
                </a:cxn>
                <a:cxn ang="0">
                  <a:pos x="T2" y="T3"/>
                </a:cxn>
                <a:cxn ang="0">
                  <a:pos x="T4" y="T5"/>
                </a:cxn>
                <a:cxn ang="0">
                  <a:pos x="T6" y="T7"/>
                </a:cxn>
                <a:cxn ang="0">
                  <a:pos x="T8" y="T9"/>
                </a:cxn>
              </a:cxnLst>
              <a:rect l="0" t="0" r="r" b="b"/>
              <a:pathLst>
                <a:path w="189" h="116">
                  <a:moveTo>
                    <a:pt x="0" y="53"/>
                  </a:moveTo>
                  <a:lnTo>
                    <a:pt x="146" y="116"/>
                  </a:lnTo>
                  <a:lnTo>
                    <a:pt x="189" y="53"/>
                  </a:lnTo>
                  <a:lnTo>
                    <a:pt x="44" y="0"/>
                  </a:lnTo>
                  <a:lnTo>
                    <a:pt x="0" y="53"/>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5" name="Freeform 293">
              <a:extLst>
                <a:ext uri="{FF2B5EF4-FFF2-40B4-BE49-F238E27FC236}">
                  <a16:creationId xmlns:a16="http://schemas.microsoft.com/office/drawing/2014/main" id="{3BB590DB-A25A-8D18-313C-985743E0281F}"/>
                </a:ext>
              </a:extLst>
            </p:cNvPr>
            <p:cNvSpPr>
              <a:spLocks/>
            </p:cNvSpPr>
            <p:nvPr userDrawn="1"/>
          </p:nvSpPr>
          <p:spPr bwMode="auto">
            <a:xfrm>
              <a:off x="1662113" y="5889626"/>
              <a:ext cx="68263" cy="26988"/>
            </a:xfrm>
            <a:custGeom>
              <a:avLst/>
              <a:gdLst>
                <a:gd name="T0" fmla="*/ 189 w 189"/>
                <a:gd name="T1" fmla="*/ 49 h 76"/>
                <a:gd name="T2" fmla="*/ 146 w 189"/>
                <a:gd name="T3" fmla="*/ 0 h 76"/>
                <a:gd name="T4" fmla="*/ 0 w 189"/>
                <a:gd name="T5" fmla="*/ 18 h 76"/>
                <a:gd name="T6" fmla="*/ 44 w 189"/>
                <a:gd name="T7" fmla="*/ 76 h 76"/>
                <a:gd name="T8" fmla="*/ 189 w 189"/>
                <a:gd name="T9" fmla="*/ 49 h 76"/>
              </a:gdLst>
              <a:ahLst/>
              <a:cxnLst>
                <a:cxn ang="0">
                  <a:pos x="T0" y="T1"/>
                </a:cxn>
                <a:cxn ang="0">
                  <a:pos x="T2" y="T3"/>
                </a:cxn>
                <a:cxn ang="0">
                  <a:pos x="T4" y="T5"/>
                </a:cxn>
                <a:cxn ang="0">
                  <a:pos x="T6" y="T7"/>
                </a:cxn>
                <a:cxn ang="0">
                  <a:pos x="T8" y="T9"/>
                </a:cxn>
              </a:cxnLst>
              <a:rect l="0" t="0" r="r" b="b"/>
              <a:pathLst>
                <a:path w="189" h="76">
                  <a:moveTo>
                    <a:pt x="189" y="49"/>
                  </a:moveTo>
                  <a:lnTo>
                    <a:pt x="146" y="0"/>
                  </a:lnTo>
                  <a:lnTo>
                    <a:pt x="0" y="18"/>
                  </a:lnTo>
                  <a:lnTo>
                    <a:pt x="44" y="76"/>
                  </a:lnTo>
                  <a:lnTo>
                    <a:pt x="189" y="49"/>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6" name="Freeform 294">
              <a:extLst>
                <a:ext uri="{FF2B5EF4-FFF2-40B4-BE49-F238E27FC236}">
                  <a16:creationId xmlns:a16="http://schemas.microsoft.com/office/drawing/2014/main" id="{E993E4F3-7E85-2820-E353-86DF10D0297A}"/>
                </a:ext>
              </a:extLst>
            </p:cNvPr>
            <p:cNvSpPr>
              <a:spLocks/>
            </p:cNvSpPr>
            <p:nvPr userDrawn="1"/>
          </p:nvSpPr>
          <p:spPr bwMode="auto">
            <a:xfrm>
              <a:off x="1733551" y="5889626"/>
              <a:ext cx="68263" cy="26988"/>
            </a:xfrm>
            <a:custGeom>
              <a:avLst/>
              <a:gdLst>
                <a:gd name="T0" fmla="*/ 189 w 189"/>
                <a:gd name="T1" fmla="*/ 18 h 76"/>
                <a:gd name="T2" fmla="*/ 44 w 189"/>
                <a:gd name="T3" fmla="*/ 0 h 76"/>
                <a:gd name="T4" fmla="*/ 0 w 189"/>
                <a:gd name="T5" fmla="*/ 49 h 76"/>
                <a:gd name="T6" fmla="*/ 146 w 189"/>
                <a:gd name="T7" fmla="*/ 76 h 76"/>
                <a:gd name="T8" fmla="*/ 189 w 189"/>
                <a:gd name="T9" fmla="*/ 18 h 76"/>
              </a:gdLst>
              <a:ahLst/>
              <a:cxnLst>
                <a:cxn ang="0">
                  <a:pos x="T0" y="T1"/>
                </a:cxn>
                <a:cxn ang="0">
                  <a:pos x="T2" y="T3"/>
                </a:cxn>
                <a:cxn ang="0">
                  <a:pos x="T4" y="T5"/>
                </a:cxn>
                <a:cxn ang="0">
                  <a:pos x="T6" y="T7"/>
                </a:cxn>
                <a:cxn ang="0">
                  <a:pos x="T8" y="T9"/>
                </a:cxn>
              </a:cxnLst>
              <a:rect l="0" t="0" r="r" b="b"/>
              <a:pathLst>
                <a:path w="189" h="76">
                  <a:moveTo>
                    <a:pt x="189" y="18"/>
                  </a:moveTo>
                  <a:lnTo>
                    <a:pt x="44" y="0"/>
                  </a:lnTo>
                  <a:lnTo>
                    <a:pt x="0" y="49"/>
                  </a:lnTo>
                  <a:lnTo>
                    <a:pt x="146" y="76"/>
                  </a:lnTo>
                  <a:lnTo>
                    <a:pt x="189" y="18"/>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7" name="Freeform 295">
              <a:extLst>
                <a:ext uri="{FF2B5EF4-FFF2-40B4-BE49-F238E27FC236}">
                  <a16:creationId xmlns:a16="http://schemas.microsoft.com/office/drawing/2014/main" id="{3CEA1AB7-2356-A9B3-D596-64602ED12906}"/>
                </a:ext>
              </a:extLst>
            </p:cNvPr>
            <p:cNvSpPr>
              <a:spLocks/>
            </p:cNvSpPr>
            <p:nvPr userDrawn="1"/>
          </p:nvSpPr>
          <p:spPr bwMode="auto">
            <a:xfrm>
              <a:off x="1677988" y="5943601"/>
              <a:ext cx="52388" cy="55563"/>
            </a:xfrm>
            <a:custGeom>
              <a:avLst/>
              <a:gdLst>
                <a:gd name="T0" fmla="*/ 103 w 143"/>
                <a:gd name="T1" fmla="*/ 57 h 157"/>
                <a:gd name="T2" fmla="*/ 98 w 143"/>
                <a:gd name="T3" fmla="*/ 54 h 157"/>
                <a:gd name="T4" fmla="*/ 0 w 143"/>
                <a:gd name="T5" fmla="*/ 12 h 157"/>
                <a:gd name="T6" fmla="*/ 0 w 143"/>
                <a:gd name="T7" fmla="*/ 96 h 157"/>
                <a:gd name="T8" fmla="*/ 143 w 143"/>
                <a:gd name="T9" fmla="*/ 157 h 157"/>
                <a:gd name="T10" fmla="*/ 143 w 143"/>
                <a:gd name="T11" fmla="*/ 0 h 157"/>
                <a:gd name="T12" fmla="*/ 107 w 143"/>
                <a:gd name="T13" fmla="*/ 51 h 157"/>
                <a:gd name="T14" fmla="*/ 103 w 143"/>
                <a:gd name="T15" fmla="*/ 5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 h="157">
                  <a:moveTo>
                    <a:pt x="103" y="57"/>
                  </a:moveTo>
                  <a:lnTo>
                    <a:pt x="98" y="54"/>
                  </a:lnTo>
                  <a:lnTo>
                    <a:pt x="0" y="12"/>
                  </a:lnTo>
                  <a:lnTo>
                    <a:pt x="0" y="96"/>
                  </a:lnTo>
                  <a:lnTo>
                    <a:pt x="143" y="157"/>
                  </a:lnTo>
                  <a:lnTo>
                    <a:pt x="143" y="0"/>
                  </a:lnTo>
                  <a:lnTo>
                    <a:pt x="107" y="51"/>
                  </a:lnTo>
                  <a:lnTo>
                    <a:pt x="103" y="57"/>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68" name="Freeform 296">
              <a:extLst>
                <a:ext uri="{FF2B5EF4-FFF2-40B4-BE49-F238E27FC236}">
                  <a16:creationId xmlns:a16="http://schemas.microsoft.com/office/drawing/2014/main" id="{22E54389-BAA7-36CF-F113-475452EBAC58}"/>
                </a:ext>
              </a:extLst>
            </p:cNvPr>
            <p:cNvSpPr>
              <a:spLocks/>
            </p:cNvSpPr>
            <p:nvPr userDrawn="1"/>
          </p:nvSpPr>
          <p:spPr bwMode="auto">
            <a:xfrm>
              <a:off x="1733551" y="5943601"/>
              <a:ext cx="52388" cy="55563"/>
            </a:xfrm>
            <a:custGeom>
              <a:avLst/>
              <a:gdLst>
                <a:gd name="T0" fmla="*/ 40 w 143"/>
                <a:gd name="T1" fmla="*/ 58 h 158"/>
                <a:gd name="T2" fmla="*/ 36 w 143"/>
                <a:gd name="T3" fmla="*/ 52 h 158"/>
                <a:gd name="T4" fmla="*/ 0 w 143"/>
                <a:gd name="T5" fmla="*/ 0 h 158"/>
                <a:gd name="T6" fmla="*/ 0 w 143"/>
                <a:gd name="T7" fmla="*/ 158 h 158"/>
                <a:gd name="T8" fmla="*/ 143 w 143"/>
                <a:gd name="T9" fmla="*/ 97 h 158"/>
                <a:gd name="T10" fmla="*/ 143 w 143"/>
                <a:gd name="T11" fmla="*/ 13 h 158"/>
                <a:gd name="T12" fmla="*/ 45 w 143"/>
                <a:gd name="T13" fmla="*/ 55 h 158"/>
                <a:gd name="T14" fmla="*/ 40 w 143"/>
                <a:gd name="T15" fmla="*/ 58 h 1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 h="158">
                  <a:moveTo>
                    <a:pt x="40" y="58"/>
                  </a:moveTo>
                  <a:lnTo>
                    <a:pt x="36" y="52"/>
                  </a:lnTo>
                  <a:lnTo>
                    <a:pt x="0" y="0"/>
                  </a:lnTo>
                  <a:lnTo>
                    <a:pt x="0" y="158"/>
                  </a:lnTo>
                  <a:lnTo>
                    <a:pt x="143" y="97"/>
                  </a:lnTo>
                  <a:lnTo>
                    <a:pt x="143" y="13"/>
                  </a:lnTo>
                  <a:lnTo>
                    <a:pt x="45" y="55"/>
                  </a:lnTo>
                  <a:lnTo>
                    <a:pt x="40" y="58"/>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69" name="Group 368">
            <a:extLst>
              <a:ext uri="{FF2B5EF4-FFF2-40B4-BE49-F238E27FC236}">
                <a16:creationId xmlns:a16="http://schemas.microsoft.com/office/drawing/2014/main" id="{AD91B7D5-2778-3B88-09B6-D89EF26A7440}"/>
              </a:ext>
            </a:extLst>
          </p:cNvPr>
          <p:cNvGrpSpPr/>
          <p:nvPr/>
        </p:nvGrpSpPr>
        <p:grpSpPr>
          <a:xfrm>
            <a:off x="8175626" y="1631951"/>
            <a:ext cx="569913" cy="447675"/>
            <a:chOff x="8175626" y="1631951"/>
            <a:chExt cx="569913" cy="447675"/>
          </a:xfrm>
        </p:grpSpPr>
        <p:sp>
          <p:nvSpPr>
            <p:cNvPr id="370" name="Freeform 297">
              <a:extLst>
                <a:ext uri="{FF2B5EF4-FFF2-40B4-BE49-F238E27FC236}">
                  <a16:creationId xmlns:a16="http://schemas.microsoft.com/office/drawing/2014/main" id="{7FF71084-2A05-514C-BD18-EA6205BABE05}"/>
                </a:ext>
              </a:extLst>
            </p:cNvPr>
            <p:cNvSpPr>
              <a:spLocks noEditPoints="1"/>
            </p:cNvSpPr>
            <p:nvPr userDrawn="1"/>
          </p:nvSpPr>
          <p:spPr bwMode="auto">
            <a:xfrm>
              <a:off x="8175626" y="1631951"/>
              <a:ext cx="485775" cy="447675"/>
            </a:xfrm>
            <a:custGeom>
              <a:avLst/>
              <a:gdLst>
                <a:gd name="T0" fmla="*/ 50 w 1349"/>
                <a:gd name="T1" fmla="*/ 441 h 1238"/>
                <a:gd name="T2" fmla="*/ 87 w 1349"/>
                <a:gd name="T3" fmla="*/ 404 h 1238"/>
                <a:gd name="T4" fmla="*/ 533 w 1349"/>
                <a:gd name="T5" fmla="*/ 404 h 1238"/>
                <a:gd name="T6" fmla="*/ 533 w 1349"/>
                <a:gd name="T7" fmla="*/ 701 h 1238"/>
                <a:gd name="T8" fmla="*/ 87 w 1349"/>
                <a:gd name="T9" fmla="*/ 701 h 1238"/>
                <a:gd name="T10" fmla="*/ 50 w 1349"/>
                <a:gd name="T11" fmla="*/ 664 h 1238"/>
                <a:gd name="T12" fmla="*/ 50 w 1349"/>
                <a:gd name="T13" fmla="*/ 441 h 1238"/>
                <a:gd name="T14" fmla="*/ 1009 w 1349"/>
                <a:gd name="T15" fmla="*/ 978 h 1238"/>
                <a:gd name="T16" fmla="*/ 582 w 1349"/>
                <a:gd name="T17" fmla="*/ 712 h 1238"/>
                <a:gd name="T18" fmla="*/ 582 w 1349"/>
                <a:gd name="T19" fmla="*/ 393 h 1238"/>
                <a:gd name="T20" fmla="*/ 1009 w 1349"/>
                <a:gd name="T21" fmla="*/ 127 h 1238"/>
                <a:gd name="T22" fmla="*/ 1009 w 1349"/>
                <a:gd name="T23" fmla="*/ 978 h 1238"/>
                <a:gd name="T24" fmla="*/ 1058 w 1349"/>
                <a:gd name="T25" fmla="*/ 50 h 1238"/>
                <a:gd name="T26" fmla="*/ 1171 w 1349"/>
                <a:gd name="T27" fmla="*/ 50 h 1238"/>
                <a:gd name="T28" fmla="*/ 1171 w 1349"/>
                <a:gd name="T29" fmla="*/ 1055 h 1238"/>
                <a:gd name="T30" fmla="*/ 1058 w 1349"/>
                <a:gd name="T31" fmla="*/ 1055 h 1238"/>
                <a:gd name="T32" fmla="*/ 1058 w 1349"/>
                <a:gd name="T33" fmla="*/ 50 h 1238"/>
                <a:gd name="T34" fmla="*/ 1263 w 1349"/>
                <a:gd name="T35" fmla="*/ 390 h 1238"/>
                <a:gd name="T36" fmla="*/ 1300 w 1349"/>
                <a:gd name="T37" fmla="*/ 427 h 1238"/>
                <a:gd name="T38" fmla="*/ 1300 w 1349"/>
                <a:gd name="T39" fmla="*/ 678 h 1238"/>
                <a:gd name="T40" fmla="*/ 1263 w 1349"/>
                <a:gd name="T41" fmla="*/ 715 h 1238"/>
                <a:gd name="T42" fmla="*/ 1220 w 1349"/>
                <a:gd name="T43" fmla="*/ 715 h 1238"/>
                <a:gd name="T44" fmla="*/ 1220 w 1349"/>
                <a:gd name="T45" fmla="*/ 390 h 1238"/>
                <a:gd name="T46" fmla="*/ 1263 w 1349"/>
                <a:gd name="T47" fmla="*/ 390 h 1238"/>
                <a:gd name="T48" fmla="*/ 426 w 1349"/>
                <a:gd name="T49" fmla="*/ 1188 h 1238"/>
                <a:gd name="T50" fmla="*/ 267 w 1349"/>
                <a:gd name="T51" fmla="*/ 1188 h 1238"/>
                <a:gd name="T52" fmla="*/ 156 w 1349"/>
                <a:gd name="T53" fmla="*/ 750 h 1238"/>
                <a:gd name="T54" fmla="*/ 315 w 1349"/>
                <a:gd name="T55" fmla="*/ 750 h 1238"/>
                <a:gd name="T56" fmla="*/ 426 w 1349"/>
                <a:gd name="T57" fmla="*/ 1188 h 1238"/>
                <a:gd name="T58" fmla="*/ 87 w 1349"/>
                <a:gd name="T59" fmla="*/ 750 h 1238"/>
                <a:gd name="T60" fmla="*/ 105 w 1349"/>
                <a:gd name="T61" fmla="*/ 750 h 1238"/>
                <a:gd name="T62" fmla="*/ 224 w 1349"/>
                <a:gd name="T63" fmla="*/ 1219 h 1238"/>
                <a:gd name="T64" fmla="*/ 248 w 1349"/>
                <a:gd name="T65" fmla="*/ 1238 h 1238"/>
                <a:gd name="T66" fmla="*/ 458 w 1349"/>
                <a:gd name="T67" fmla="*/ 1238 h 1238"/>
                <a:gd name="T68" fmla="*/ 477 w 1349"/>
                <a:gd name="T69" fmla="*/ 1228 h 1238"/>
                <a:gd name="T70" fmla="*/ 482 w 1349"/>
                <a:gd name="T71" fmla="*/ 1207 h 1238"/>
                <a:gd name="T72" fmla="*/ 366 w 1349"/>
                <a:gd name="T73" fmla="*/ 750 h 1238"/>
                <a:gd name="T74" fmla="*/ 550 w 1349"/>
                <a:gd name="T75" fmla="*/ 750 h 1238"/>
                <a:gd name="T76" fmla="*/ 1009 w 1349"/>
                <a:gd name="T77" fmla="*/ 1036 h 1238"/>
                <a:gd name="T78" fmla="*/ 1009 w 1349"/>
                <a:gd name="T79" fmla="*/ 1080 h 1238"/>
                <a:gd name="T80" fmla="*/ 1034 w 1349"/>
                <a:gd name="T81" fmla="*/ 1104 h 1238"/>
                <a:gd name="T82" fmla="*/ 1196 w 1349"/>
                <a:gd name="T83" fmla="*/ 1104 h 1238"/>
                <a:gd name="T84" fmla="*/ 1220 w 1349"/>
                <a:gd name="T85" fmla="*/ 1080 h 1238"/>
                <a:gd name="T86" fmla="*/ 1220 w 1349"/>
                <a:gd name="T87" fmla="*/ 764 h 1238"/>
                <a:gd name="T88" fmla="*/ 1263 w 1349"/>
                <a:gd name="T89" fmla="*/ 764 h 1238"/>
                <a:gd name="T90" fmla="*/ 1349 w 1349"/>
                <a:gd name="T91" fmla="*/ 678 h 1238"/>
                <a:gd name="T92" fmla="*/ 1349 w 1349"/>
                <a:gd name="T93" fmla="*/ 427 h 1238"/>
                <a:gd name="T94" fmla="*/ 1263 w 1349"/>
                <a:gd name="T95" fmla="*/ 341 h 1238"/>
                <a:gd name="T96" fmla="*/ 1220 w 1349"/>
                <a:gd name="T97" fmla="*/ 341 h 1238"/>
                <a:gd name="T98" fmla="*/ 1220 w 1349"/>
                <a:gd name="T99" fmla="*/ 25 h 1238"/>
                <a:gd name="T100" fmla="*/ 1196 w 1349"/>
                <a:gd name="T101" fmla="*/ 0 h 1238"/>
                <a:gd name="T102" fmla="*/ 1034 w 1349"/>
                <a:gd name="T103" fmla="*/ 0 h 1238"/>
                <a:gd name="T104" fmla="*/ 1009 w 1349"/>
                <a:gd name="T105" fmla="*/ 25 h 1238"/>
                <a:gd name="T106" fmla="*/ 1009 w 1349"/>
                <a:gd name="T107" fmla="*/ 69 h 1238"/>
                <a:gd name="T108" fmla="*/ 550 w 1349"/>
                <a:gd name="T109" fmla="*/ 355 h 1238"/>
                <a:gd name="T110" fmla="*/ 87 w 1349"/>
                <a:gd name="T111" fmla="*/ 355 h 1238"/>
                <a:gd name="T112" fmla="*/ 0 w 1349"/>
                <a:gd name="T113" fmla="*/ 441 h 1238"/>
                <a:gd name="T114" fmla="*/ 0 w 1349"/>
                <a:gd name="T115" fmla="*/ 664 h 1238"/>
                <a:gd name="T116" fmla="*/ 87 w 1349"/>
                <a:gd name="T117" fmla="*/ 750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49" h="1238">
                  <a:moveTo>
                    <a:pt x="50" y="441"/>
                  </a:moveTo>
                  <a:cubicBezTo>
                    <a:pt x="50" y="421"/>
                    <a:pt x="66" y="404"/>
                    <a:pt x="87" y="404"/>
                  </a:cubicBezTo>
                  <a:lnTo>
                    <a:pt x="533" y="404"/>
                  </a:lnTo>
                  <a:lnTo>
                    <a:pt x="533" y="701"/>
                  </a:lnTo>
                  <a:cubicBezTo>
                    <a:pt x="329" y="701"/>
                    <a:pt x="296" y="701"/>
                    <a:pt x="87" y="701"/>
                  </a:cubicBezTo>
                  <a:cubicBezTo>
                    <a:pt x="66" y="701"/>
                    <a:pt x="50" y="684"/>
                    <a:pt x="50" y="664"/>
                  </a:cubicBezTo>
                  <a:lnTo>
                    <a:pt x="50" y="441"/>
                  </a:lnTo>
                  <a:close/>
                  <a:moveTo>
                    <a:pt x="1009" y="978"/>
                  </a:moveTo>
                  <a:lnTo>
                    <a:pt x="582" y="712"/>
                  </a:lnTo>
                  <a:lnTo>
                    <a:pt x="582" y="393"/>
                  </a:lnTo>
                  <a:lnTo>
                    <a:pt x="1009" y="127"/>
                  </a:lnTo>
                  <a:lnTo>
                    <a:pt x="1009" y="978"/>
                  </a:lnTo>
                  <a:close/>
                  <a:moveTo>
                    <a:pt x="1058" y="50"/>
                  </a:moveTo>
                  <a:lnTo>
                    <a:pt x="1171" y="50"/>
                  </a:lnTo>
                  <a:cubicBezTo>
                    <a:pt x="1171" y="400"/>
                    <a:pt x="1171" y="673"/>
                    <a:pt x="1171" y="1055"/>
                  </a:cubicBezTo>
                  <a:lnTo>
                    <a:pt x="1058" y="1055"/>
                  </a:lnTo>
                  <a:cubicBezTo>
                    <a:pt x="1058" y="822"/>
                    <a:pt x="1058" y="284"/>
                    <a:pt x="1058" y="50"/>
                  </a:cubicBezTo>
                  <a:close/>
                  <a:moveTo>
                    <a:pt x="1263" y="390"/>
                  </a:moveTo>
                  <a:cubicBezTo>
                    <a:pt x="1283" y="390"/>
                    <a:pt x="1300" y="407"/>
                    <a:pt x="1300" y="427"/>
                  </a:cubicBezTo>
                  <a:lnTo>
                    <a:pt x="1300" y="678"/>
                  </a:lnTo>
                  <a:cubicBezTo>
                    <a:pt x="1300" y="698"/>
                    <a:pt x="1283" y="715"/>
                    <a:pt x="1263" y="715"/>
                  </a:cubicBezTo>
                  <a:lnTo>
                    <a:pt x="1220" y="715"/>
                  </a:lnTo>
                  <a:lnTo>
                    <a:pt x="1220" y="390"/>
                  </a:lnTo>
                  <a:lnTo>
                    <a:pt x="1263" y="390"/>
                  </a:lnTo>
                  <a:close/>
                  <a:moveTo>
                    <a:pt x="426" y="1188"/>
                  </a:moveTo>
                  <a:lnTo>
                    <a:pt x="267" y="1188"/>
                  </a:lnTo>
                  <a:lnTo>
                    <a:pt x="156" y="750"/>
                  </a:lnTo>
                  <a:lnTo>
                    <a:pt x="315" y="750"/>
                  </a:lnTo>
                  <a:lnTo>
                    <a:pt x="426" y="1188"/>
                  </a:lnTo>
                  <a:close/>
                  <a:moveTo>
                    <a:pt x="87" y="750"/>
                  </a:moveTo>
                  <a:lnTo>
                    <a:pt x="105" y="750"/>
                  </a:lnTo>
                  <a:lnTo>
                    <a:pt x="224" y="1219"/>
                  </a:lnTo>
                  <a:cubicBezTo>
                    <a:pt x="227" y="1230"/>
                    <a:pt x="237" y="1238"/>
                    <a:pt x="248" y="1238"/>
                  </a:cubicBezTo>
                  <a:lnTo>
                    <a:pt x="458" y="1238"/>
                  </a:lnTo>
                  <a:cubicBezTo>
                    <a:pt x="465" y="1238"/>
                    <a:pt x="473" y="1234"/>
                    <a:pt x="477" y="1228"/>
                  </a:cubicBezTo>
                  <a:cubicBezTo>
                    <a:pt x="482" y="1222"/>
                    <a:pt x="484" y="1214"/>
                    <a:pt x="482" y="1207"/>
                  </a:cubicBezTo>
                  <a:lnTo>
                    <a:pt x="366" y="750"/>
                  </a:lnTo>
                  <a:lnTo>
                    <a:pt x="550" y="750"/>
                  </a:lnTo>
                  <a:lnTo>
                    <a:pt x="1009" y="1036"/>
                  </a:lnTo>
                  <a:lnTo>
                    <a:pt x="1009" y="1080"/>
                  </a:lnTo>
                  <a:cubicBezTo>
                    <a:pt x="1009" y="1093"/>
                    <a:pt x="1020" y="1104"/>
                    <a:pt x="1034" y="1104"/>
                  </a:cubicBezTo>
                  <a:lnTo>
                    <a:pt x="1196" y="1104"/>
                  </a:lnTo>
                  <a:cubicBezTo>
                    <a:pt x="1209" y="1104"/>
                    <a:pt x="1220" y="1093"/>
                    <a:pt x="1220" y="1080"/>
                  </a:cubicBezTo>
                  <a:lnTo>
                    <a:pt x="1220" y="764"/>
                  </a:lnTo>
                  <a:lnTo>
                    <a:pt x="1263" y="764"/>
                  </a:lnTo>
                  <a:cubicBezTo>
                    <a:pt x="1310" y="764"/>
                    <a:pt x="1349" y="726"/>
                    <a:pt x="1349" y="678"/>
                  </a:cubicBezTo>
                  <a:lnTo>
                    <a:pt x="1349" y="427"/>
                  </a:lnTo>
                  <a:cubicBezTo>
                    <a:pt x="1349" y="379"/>
                    <a:pt x="1310" y="341"/>
                    <a:pt x="1263" y="341"/>
                  </a:cubicBezTo>
                  <a:lnTo>
                    <a:pt x="1220" y="341"/>
                  </a:lnTo>
                  <a:lnTo>
                    <a:pt x="1220" y="25"/>
                  </a:lnTo>
                  <a:cubicBezTo>
                    <a:pt x="1220" y="12"/>
                    <a:pt x="1209" y="0"/>
                    <a:pt x="1196" y="0"/>
                  </a:cubicBezTo>
                  <a:lnTo>
                    <a:pt x="1034" y="0"/>
                  </a:lnTo>
                  <a:cubicBezTo>
                    <a:pt x="1020" y="0"/>
                    <a:pt x="1009" y="12"/>
                    <a:pt x="1009" y="25"/>
                  </a:cubicBezTo>
                  <a:lnTo>
                    <a:pt x="1009" y="69"/>
                  </a:lnTo>
                  <a:lnTo>
                    <a:pt x="550" y="355"/>
                  </a:lnTo>
                  <a:lnTo>
                    <a:pt x="87" y="355"/>
                  </a:lnTo>
                  <a:cubicBezTo>
                    <a:pt x="39" y="355"/>
                    <a:pt x="0" y="393"/>
                    <a:pt x="0" y="441"/>
                  </a:cubicBezTo>
                  <a:lnTo>
                    <a:pt x="0" y="664"/>
                  </a:lnTo>
                  <a:cubicBezTo>
                    <a:pt x="0" y="712"/>
                    <a:pt x="39" y="750"/>
                    <a:pt x="87" y="75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1" name="Freeform 298">
              <a:extLst>
                <a:ext uri="{FF2B5EF4-FFF2-40B4-BE49-F238E27FC236}">
                  <a16:creationId xmlns:a16="http://schemas.microsoft.com/office/drawing/2014/main" id="{75384C11-1962-E211-AF5F-2DC2C5285E50}"/>
                </a:ext>
              </a:extLst>
            </p:cNvPr>
            <p:cNvSpPr>
              <a:spLocks/>
            </p:cNvSpPr>
            <p:nvPr userDrawn="1"/>
          </p:nvSpPr>
          <p:spPr bwMode="auto">
            <a:xfrm>
              <a:off x="8216901" y="1793876"/>
              <a:ext cx="17463" cy="74613"/>
            </a:xfrm>
            <a:custGeom>
              <a:avLst/>
              <a:gdLst>
                <a:gd name="T0" fmla="*/ 25 w 49"/>
                <a:gd name="T1" fmla="*/ 207 h 207"/>
                <a:gd name="T2" fmla="*/ 49 w 49"/>
                <a:gd name="T3" fmla="*/ 183 h 207"/>
                <a:gd name="T4" fmla="*/ 49 w 49"/>
                <a:gd name="T5" fmla="*/ 24 h 207"/>
                <a:gd name="T6" fmla="*/ 25 w 49"/>
                <a:gd name="T7" fmla="*/ 0 h 207"/>
                <a:gd name="T8" fmla="*/ 0 w 49"/>
                <a:gd name="T9" fmla="*/ 24 h 207"/>
                <a:gd name="T10" fmla="*/ 0 w 49"/>
                <a:gd name="T11" fmla="*/ 183 h 207"/>
                <a:gd name="T12" fmla="*/ 25 w 49"/>
                <a:gd name="T13" fmla="*/ 207 h 207"/>
              </a:gdLst>
              <a:ahLst/>
              <a:cxnLst>
                <a:cxn ang="0">
                  <a:pos x="T0" y="T1"/>
                </a:cxn>
                <a:cxn ang="0">
                  <a:pos x="T2" y="T3"/>
                </a:cxn>
                <a:cxn ang="0">
                  <a:pos x="T4" y="T5"/>
                </a:cxn>
                <a:cxn ang="0">
                  <a:pos x="T6" y="T7"/>
                </a:cxn>
                <a:cxn ang="0">
                  <a:pos x="T8" y="T9"/>
                </a:cxn>
                <a:cxn ang="0">
                  <a:pos x="T10" y="T11"/>
                </a:cxn>
                <a:cxn ang="0">
                  <a:pos x="T12" y="T13"/>
                </a:cxn>
              </a:cxnLst>
              <a:rect l="0" t="0" r="r" b="b"/>
              <a:pathLst>
                <a:path w="49" h="207">
                  <a:moveTo>
                    <a:pt x="25" y="207"/>
                  </a:moveTo>
                  <a:cubicBezTo>
                    <a:pt x="38" y="207"/>
                    <a:pt x="49" y="196"/>
                    <a:pt x="49" y="183"/>
                  </a:cubicBezTo>
                  <a:lnTo>
                    <a:pt x="49" y="24"/>
                  </a:lnTo>
                  <a:cubicBezTo>
                    <a:pt x="49" y="11"/>
                    <a:pt x="38" y="0"/>
                    <a:pt x="25" y="0"/>
                  </a:cubicBezTo>
                  <a:cubicBezTo>
                    <a:pt x="11" y="0"/>
                    <a:pt x="0" y="11"/>
                    <a:pt x="0" y="24"/>
                  </a:cubicBezTo>
                  <a:lnTo>
                    <a:pt x="0" y="183"/>
                  </a:lnTo>
                  <a:cubicBezTo>
                    <a:pt x="0" y="196"/>
                    <a:pt x="11" y="207"/>
                    <a:pt x="25" y="20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2" name="Freeform 299">
              <a:extLst>
                <a:ext uri="{FF2B5EF4-FFF2-40B4-BE49-F238E27FC236}">
                  <a16:creationId xmlns:a16="http://schemas.microsoft.com/office/drawing/2014/main" id="{65FF437B-EE85-AF8C-3674-7CED71D12529}"/>
                </a:ext>
              </a:extLst>
            </p:cNvPr>
            <p:cNvSpPr>
              <a:spLocks/>
            </p:cNvSpPr>
            <p:nvPr userDrawn="1"/>
          </p:nvSpPr>
          <p:spPr bwMode="auto">
            <a:xfrm>
              <a:off x="8253413" y="1793876"/>
              <a:ext cx="17463" cy="74613"/>
            </a:xfrm>
            <a:custGeom>
              <a:avLst/>
              <a:gdLst>
                <a:gd name="T0" fmla="*/ 24 w 49"/>
                <a:gd name="T1" fmla="*/ 207 h 207"/>
                <a:gd name="T2" fmla="*/ 49 w 49"/>
                <a:gd name="T3" fmla="*/ 183 h 207"/>
                <a:gd name="T4" fmla="*/ 49 w 49"/>
                <a:gd name="T5" fmla="*/ 24 h 207"/>
                <a:gd name="T6" fmla="*/ 24 w 49"/>
                <a:gd name="T7" fmla="*/ 0 h 207"/>
                <a:gd name="T8" fmla="*/ 0 w 49"/>
                <a:gd name="T9" fmla="*/ 24 h 207"/>
                <a:gd name="T10" fmla="*/ 0 w 49"/>
                <a:gd name="T11" fmla="*/ 183 h 207"/>
                <a:gd name="T12" fmla="*/ 24 w 49"/>
                <a:gd name="T13" fmla="*/ 207 h 207"/>
              </a:gdLst>
              <a:ahLst/>
              <a:cxnLst>
                <a:cxn ang="0">
                  <a:pos x="T0" y="T1"/>
                </a:cxn>
                <a:cxn ang="0">
                  <a:pos x="T2" y="T3"/>
                </a:cxn>
                <a:cxn ang="0">
                  <a:pos x="T4" y="T5"/>
                </a:cxn>
                <a:cxn ang="0">
                  <a:pos x="T6" y="T7"/>
                </a:cxn>
                <a:cxn ang="0">
                  <a:pos x="T8" y="T9"/>
                </a:cxn>
                <a:cxn ang="0">
                  <a:pos x="T10" y="T11"/>
                </a:cxn>
                <a:cxn ang="0">
                  <a:pos x="T12" y="T13"/>
                </a:cxn>
              </a:cxnLst>
              <a:rect l="0" t="0" r="r" b="b"/>
              <a:pathLst>
                <a:path w="49" h="207">
                  <a:moveTo>
                    <a:pt x="24" y="207"/>
                  </a:moveTo>
                  <a:cubicBezTo>
                    <a:pt x="38" y="207"/>
                    <a:pt x="49" y="196"/>
                    <a:pt x="49" y="183"/>
                  </a:cubicBezTo>
                  <a:lnTo>
                    <a:pt x="49" y="24"/>
                  </a:lnTo>
                  <a:cubicBezTo>
                    <a:pt x="49" y="11"/>
                    <a:pt x="38" y="0"/>
                    <a:pt x="24" y="0"/>
                  </a:cubicBezTo>
                  <a:cubicBezTo>
                    <a:pt x="11" y="0"/>
                    <a:pt x="0" y="11"/>
                    <a:pt x="0" y="24"/>
                  </a:cubicBezTo>
                  <a:lnTo>
                    <a:pt x="0" y="183"/>
                  </a:lnTo>
                  <a:cubicBezTo>
                    <a:pt x="0" y="196"/>
                    <a:pt x="11" y="207"/>
                    <a:pt x="24" y="20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3" name="Freeform 300">
              <a:extLst>
                <a:ext uri="{FF2B5EF4-FFF2-40B4-BE49-F238E27FC236}">
                  <a16:creationId xmlns:a16="http://schemas.microsoft.com/office/drawing/2014/main" id="{7BE94029-44B3-06CB-61AC-E7AD4EA025AD}"/>
                </a:ext>
              </a:extLst>
            </p:cNvPr>
            <p:cNvSpPr>
              <a:spLocks/>
            </p:cNvSpPr>
            <p:nvPr userDrawn="1"/>
          </p:nvSpPr>
          <p:spPr bwMode="auto">
            <a:xfrm>
              <a:off x="8288338" y="1793876"/>
              <a:ext cx="19050" cy="74613"/>
            </a:xfrm>
            <a:custGeom>
              <a:avLst/>
              <a:gdLst>
                <a:gd name="T0" fmla="*/ 25 w 50"/>
                <a:gd name="T1" fmla="*/ 207 h 207"/>
                <a:gd name="T2" fmla="*/ 50 w 50"/>
                <a:gd name="T3" fmla="*/ 183 h 207"/>
                <a:gd name="T4" fmla="*/ 50 w 50"/>
                <a:gd name="T5" fmla="*/ 24 h 207"/>
                <a:gd name="T6" fmla="*/ 25 w 50"/>
                <a:gd name="T7" fmla="*/ 0 h 207"/>
                <a:gd name="T8" fmla="*/ 0 w 50"/>
                <a:gd name="T9" fmla="*/ 24 h 207"/>
                <a:gd name="T10" fmla="*/ 0 w 50"/>
                <a:gd name="T11" fmla="*/ 183 h 207"/>
                <a:gd name="T12" fmla="*/ 25 w 50"/>
                <a:gd name="T13" fmla="*/ 207 h 207"/>
              </a:gdLst>
              <a:ahLst/>
              <a:cxnLst>
                <a:cxn ang="0">
                  <a:pos x="T0" y="T1"/>
                </a:cxn>
                <a:cxn ang="0">
                  <a:pos x="T2" y="T3"/>
                </a:cxn>
                <a:cxn ang="0">
                  <a:pos x="T4" y="T5"/>
                </a:cxn>
                <a:cxn ang="0">
                  <a:pos x="T6" y="T7"/>
                </a:cxn>
                <a:cxn ang="0">
                  <a:pos x="T8" y="T9"/>
                </a:cxn>
                <a:cxn ang="0">
                  <a:pos x="T10" y="T11"/>
                </a:cxn>
                <a:cxn ang="0">
                  <a:pos x="T12" y="T13"/>
                </a:cxn>
              </a:cxnLst>
              <a:rect l="0" t="0" r="r" b="b"/>
              <a:pathLst>
                <a:path w="50" h="207">
                  <a:moveTo>
                    <a:pt x="25" y="207"/>
                  </a:moveTo>
                  <a:cubicBezTo>
                    <a:pt x="39" y="207"/>
                    <a:pt x="50" y="196"/>
                    <a:pt x="50" y="183"/>
                  </a:cubicBezTo>
                  <a:lnTo>
                    <a:pt x="50" y="24"/>
                  </a:lnTo>
                  <a:cubicBezTo>
                    <a:pt x="50" y="11"/>
                    <a:pt x="39" y="0"/>
                    <a:pt x="25" y="0"/>
                  </a:cubicBezTo>
                  <a:cubicBezTo>
                    <a:pt x="11" y="0"/>
                    <a:pt x="0" y="11"/>
                    <a:pt x="0" y="24"/>
                  </a:cubicBezTo>
                  <a:lnTo>
                    <a:pt x="0" y="183"/>
                  </a:lnTo>
                  <a:cubicBezTo>
                    <a:pt x="0" y="196"/>
                    <a:pt x="11" y="207"/>
                    <a:pt x="25" y="20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4" name="Freeform 301">
              <a:extLst>
                <a:ext uri="{FF2B5EF4-FFF2-40B4-BE49-F238E27FC236}">
                  <a16:creationId xmlns:a16="http://schemas.microsoft.com/office/drawing/2014/main" id="{6CBF00D5-3EB3-AA87-C5E2-087EDB1B87D2}"/>
                </a:ext>
              </a:extLst>
            </p:cNvPr>
            <p:cNvSpPr>
              <a:spLocks/>
            </p:cNvSpPr>
            <p:nvPr userDrawn="1"/>
          </p:nvSpPr>
          <p:spPr bwMode="auto">
            <a:xfrm>
              <a:off x="8324851" y="1793876"/>
              <a:ext cx="17463" cy="74613"/>
            </a:xfrm>
            <a:custGeom>
              <a:avLst/>
              <a:gdLst>
                <a:gd name="T0" fmla="*/ 25 w 49"/>
                <a:gd name="T1" fmla="*/ 207 h 207"/>
                <a:gd name="T2" fmla="*/ 49 w 49"/>
                <a:gd name="T3" fmla="*/ 183 h 207"/>
                <a:gd name="T4" fmla="*/ 49 w 49"/>
                <a:gd name="T5" fmla="*/ 24 h 207"/>
                <a:gd name="T6" fmla="*/ 25 w 49"/>
                <a:gd name="T7" fmla="*/ 0 h 207"/>
                <a:gd name="T8" fmla="*/ 0 w 49"/>
                <a:gd name="T9" fmla="*/ 24 h 207"/>
                <a:gd name="T10" fmla="*/ 0 w 49"/>
                <a:gd name="T11" fmla="*/ 183 h 207"/>
                <a:gd name="T12" fmla="*/ 25 w 49"/>
                <a:gd name="T13" fmla="*/ 207 h 207"/>
              </a:gdLst>
              <a:ahLst/>
              <a:cxnLst>
                <a:cxn ang="0">
                  <a:pos x="T0" y="T1"/>
                </a:cxn>
                <a:cxn ang="0">
                  <a:pos x="T2" y="T3"/>
                </a:cxn>
                <a:cxn ang="0">
                  <a:pos x="T4" y="T5"/>
                </a:cxn>
                <a:cxn ang="0">
                  <a:pos x="T6" y="T7"/>
                </a:cxn>
                <a:cxn ang="0">
                  <a:pos x="T8" y="T9"/>
                </a:cxn>
                <a:cxn ang="0">
                  <a:pos x="T10" y="T11"/>
                </a:cxn>
                <a:cxn ang="0">
                  <a:pos x="T12" y="T13"/>
                </a:cxn>
              </a:cxnLst>
              <a:rect l="0" t="0" r="r" b="b"/>
              <a:pathLst>
                <a:path w="49" h="207">
                  <a:moveTo>
                    <a:pt x="25" y="207"/>
                  </a:moveTo>
                  <a:cubicBezTo>
                    <a:pt x="38" y="207"/>
                    <a:pt x="49" y="196"/>
                    <a:pt x="49" y="183"/>
                  </a:cubicBezTo>
                  <a:lnTo>
                    <a:pt x="49" y="24"/>
                  </a:lnTo>
                  <a:cubicBezTo>
                    <a:pt x="49" y="11"/>
                    <a:pt x="38" y="0"/>
                    <a:pt x="25" y="0"/>
                  </a:cubicBezTo>
                  <a:cubicBezTo>
                    <a:pt x="11" y="0"/>
                    <a:pt x="0" y="11"/>
                    <a:pt x="0" y="24"/>
                  </a:cubicBezTo>
                  <a:lnTo>
                    <a:pt x="0" y="183"/>
                  </a:lnTo>
                  <a:cubicBezTo>
                    <a:pt x="0" y="196"/>
                    <a:pt x="11" y="207"/>
                    <a:pt x="25" y="207"/>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5" name="Freeform 302">
              <a:extLst>
                <a:ext uri="{FF2B5EF4-FFF2-40B4-BE49-F238E27FC236}">
                  <a16:creationId xmlns:a16="http://schemas.microsoft.com/office/drawing/2014/main" id="{B0A472EA-1A80-84F3-FCC6-B23D21CE4549}"/>
                </a:ext>
              </a:extLst>
            </p:cNvPr>
            <p:cNvSpPr>
              <a:spLocks/>
            </p:cNvSpPr>
            <p:nvPr userDrawn="1"/>
          </p:nvSpPr>
          <p:spPr bwMode="auto">
            <a:xfrm>
              <a:off x="8675688" y="1755776"/>
              <a:ext cx="46038" cy="42863"/>
            </a:xfrm>
            <a:custGeom>
              <a:avLst/>
              <a:gdLst>
                <a:gd name="T0" fmla="*/ 44 w 126"/>
                <a:gd name="T1" fmla="*/ 111 h 120"/>
                <a:gd name="T2" fmla="*/ 116 w 126"/>
                <a:gd name="T3" fmla="*/ 45 h 120"/>
                <a:gd name="T4" fmla="*/ 117 w 126"/>
                <a:gd name="T5" fmla="*/ 10 h 120"/>
                <a:gd name="T6" fmla="*/ 82 w 126"/>
                <a:gd name="T7" fmla="*/ 9 h 120"/>
                <a:gd name="T8" fmla="*/ 11 w 126"/>
                <a:gd name="T9" fmla="*/ 74 h 120"/>
                <a:gd name="T10" fmla="*/ 9 w 126"/>
                <a:gd name="T11" fmla="*/ 109 h 120"/>
                <a:gd name="T12" fmla="*/ 44 w 126"/>
                <a:gd name="T13" fmla="*/ 111 h 120"/>
              </a:gdLst>
              <a:ahLst/>
              <a:cxnLst>
                <a:cxn ang="0">
                  <a:pos x="T0" y="T1"/>
                </a:cxn>
                <a:cxn ang="0">
                  <a:pos x="T2" y="T3"/>
                </a:cxn>
                <a:cxn ang="0">
                  <a:pos x="T4" y="T5"/>
                </a:cxn>
                <a:cxn ang="0">
                  <a:pos x="T6" y="T7"/>
                </a:cxn>
                <a:cxn ang="0">
                  <a:pos x="T8" y="T9"/>
                </a:cxn>
                <a:cxn ang="0">
                  <a:pos x="T10" y="T11"/>
                </a:cxn>
                <a:cxn ang="0">
                  <a:pos x="T12" y="T13"/>
                </a:cxn>
              </a:cxnLst>
              <a:rect l="0" t="0" r="r" b="b"/>
              <a:pathLst>
                <a:path w="126" h="120">
                  <a:moveTo>
                    <a:pt x="44" y="111"/>
                  </a:moveTo>
                  <a:lnTo>
                    <a:pt x="116" y="45"/>
                  </a:lnTo>
                  <a:cubicBezTo>
                    <a:pt x="126" y="36"/>
                    <a:pt x="126" y="20"/>
                    <a:pt x="117" y="10"/>
                  </a:cubicBezTo>
                  <a:cubicBezTo>
                    <a:pt x="108" y="0"/>
                    <a:pt x="92" y="0"/>
                    <a:pt x="82" y="9"/>
                  </a:cubicBezTo>
                  <a:lnTo>
                    <a:pt x="11" y="74"/>
                  </a:lnTo>
                  <a:cubicBezTo>
                    <a:pt x="1" y="84"/>
                    <a:pt x="0" y="99"/>
                    <a:pt x="9" y="109"/>
                  </a:cubicBezTo>
                  <a:cubicBezTo>
                    <a:pt x="19" y="119"/>
                    <a:pt x="34" y="120"/>
                    <a:pt x="44" y="111"/>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6" name="Freeform 303">
              <a:extLst>
                <a:ext uri="{FF2B5EF4-FFF2-40B4-BE49-F238E27FC236}">
                  <a16:creationId xmlns:a16="http://schemas.microsoft.com/office/drawing/2014/main" id="{A34F40C5-E068-B4FE-6F9A-46DA5AD78AC0}"/>
                </a:ext>
              </a:extLst>
            </p:cNvPr>
            <p:cNvSpPr>
              <a:spLocks/>
            </p:cNvSpPr>
            <p:nvPr userDrawn="1"/>
          </p:nvSpPr>
          <p:spPr bwMode="auto">
            <a:xfrm>
              <a:off x="8693151" y="1822451"/>
              <a:ext cx="52388" cy="19050"/>
            </a:xfrm>
            <a:custGeom>
              <a:avLst/>
              <a:gdLst>
                <a:gd name="T0" fmla="*/ 0 w 146"/>
                <a:gd name="T1" fmla="*/ 24 h 49"/>
                <a:gd name="T2" fmla="*/ 25 w 146"/>
                <a:gd name="T3" fmla="*/ 49 h 49"/>
                <a:gd name="T4" fmla="*/ 122 w 146"/>
                <a:gd name="T5" fmla="*/ 49 h 49"/>
                <a:gd name="T6" fmla="*/ 146 w 146"/>
                <a:gd name="T7" fmla="*/ 24 h 49"/>
                <a:gd name="T8" fmla="*/ 122 w 146"/>
                <a:gd name="T9" fmla="*/ 0 h 49"/>
                <a:gd name="T10" fmla="*/ 25 w 146"/>
                <a:gd name="T11" fmla="*/ 0 h 49"/>
                <a:gd name="T12" fmla="*/ 0 w 146"/>
                <a:gd name="T13" fmla="*/ 24 h 49"/>
              </a:gdLst>
              <a:ahLst/>
              <a:cxnLst>
                <a:cxn ang="0">
                  <a:pos x="T0" y="T1"/>
                </a:cxn>
                <a:cxn ang="0">
                  <a:pos x="T2" y="T3"/>
                </a:cxn>
                <a:cxn ang="0">
                  <a:pos x="T4" y="T5"/>
                </a:cxn>
                <a:cxn ang="0">
                  <a:pos x="T6" y="T7"/>
                </a:cxn>
                <a:cxn ang="0">
                  <a:pos x="T8" y="T9"/>
                </a:cxn>
                <a:cxn ang="0">
                  <a:pos x="T10" y="T11"/>
                </a:cxn>
                <a:cxn ang="0">
                  <a:pos x="T12" y="T13"/>
                </a:cxn>
              </a:cxnLst>
              <a:rect l="0" t="0" r="r" b="b"/>
              <a:pathLst>
                <a:path w="146" h="49">
                  <a:moveTo>
                    <a:pt x="0" y="24"/>
                  </a:moveTo>
                  <a:cubicBezTo>
                    <a:pt x="0" y="38"/>
                    <a:pt x="11" y="49"/>
                    <a:pt x="25" y="49"/>
                  </a:cubicBezTo>
                  <a:lnTo>
                    <a:pt x="122" y="49"/>
                  </a:lnTo>
                  <a:cubicBezTo>
                    <a:pt x="135" y="49"/>
                    <a:pt x="146" y="38"/>
                    <a:pt x="146" y="24"/>
                  </a:cubicBezTo>
                  <a:cubicBezTo>
                    <a:pt x="146" y="11"/>
                    <a:pt x="135" y="0"/>
                    <a:pt x="122" y="0"/>
                  </a:cubicBezTo>
                  <a:lnTo>
                    <a:pt x="25" y="0"/>
                  </a:lnTo>
                  <a:cubicBezTo>
                    <a:pt x="11" y="0"/>
                    <a:pt x="0" y="11"/>
                    <a:pt x="0" y="24"/>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77" name="Freeform 304">
              <a:extLst>
                <a:ext uri="{FF2B5EF4-FFF2-40B4-BE49-F238E27FC236}">
                  <a16:creationId xmlns:a16="http://schemas.microsoft.com/office/drawing/2014/main" id="{3616BC30-4458-F6A3-DD3F-5E0A5F15EAEB}"/>
                </a:ext>
              </a:extLst>
            </p:cNvPr>
            <p:cNvSpPr>
              <a:spLocks/>
            </p:cNvSpPr>
            <p:nvPr userDrawn="1"/>
          </p:nvSpPr>
          <p:spPr bwMode="auto">
            <a:xfrm>
              <a:off x="8675688" y="1865313"/>
              <a:ext cx="46038" cy="42863"/>
            </a:xfrm>
            <a:custGeom>
              <a:avLst/>
              <a:gdLst>
                <a:gd name="T0" fmla="*/ 82 w 126"/>
                <a:gd name="T1" fmla="*/ 111 h 120"/>
                <a:gd name="T2" fmla="*/ 117 w 126"/>
                <a:gd name="T3" fmla="*/ 110 h 120"/>
                <a:gd name="T4" fmla="*/ 116 w 126"/>
                <a:gd name="T5" fmla="*/ 75 h 120"/>
                <a:gd name="T6" fmla="*/ 44 w 126"/>
                <a:gd name="T7" fmla="*/ 9 h 120"/>
                <a:gd name="T8" fmla="*/ 9 w 126"/>
                <a:gd name="T9" fmla="*/ 11 h 120"/>
                <a:gd name="T10" fmla="*/ 11 w 126"/>
                <a:gd name="T11" fmla="*/ 46 h 120"/>
                <a:gd name="T12" fmla="*/ 82 w 126"/>
                <a:gd name="T13" fmla="*/ 111 h 120"/>
              </a:gdLst>
              <a:ahLst/>
              <a:cxnLst>
                <a:cxn ang="0">
                  <a:pos x="T0" y="T1"/>
                </a:cxn>
                <a:cxn ang="0">
                  <a:pos x="T2" y="T3"/>
                </a:cxn>
                <a:cxn ang="0">
                  <a:pos x="T4" y="T5"/>
                </a:cxn>
                <a:cxn ang="0">
                  <a:pos x="T6" y="T7"/>
                </a:cxn>
                <a:cxn ang="0">
                  <a:pos x="T8" y="T9"/>
                </a:cxn>
                <a:cxn ang="0">
                  <a:pos x="T10" y="T11"/>
                </a:cxn>
                <a:cxn ang="0">
                  <a:pos x="T12" y="T13"/>
                </a:cxn>
              </a:cxnLst>
              <a:rect l="0" t="0" r="r" b="b"/>
              <a:pathLst>
                <a:path w="126" h="120">
                  <a:moveTo>
                    <a:pt x="82" y="111"/>
                  </a:moveTo>
                  <a:cubicBezTo>
                    <a:pt x="92" y="120"/>
                    <a:pt x="108" y="120"/>
                    <a:pt x="117" y="110"/>
                  </a:cubicBezTo>
                  <a:cubicBezTo>
                    <a:pt x="126" y="99"/>
                    <a:pt x="126" y="84"/>
                    <a:pt x="116" y="75"/>
                  </a:cubicBezTo>
                  <a:lnTo>
                    <a:pt x="44" y="9"/>
                  </a:lnTo>
                  <a:cubicBezTo>
                    <a:pt x="34" y="0"/>
                    <a:pt x="19" y="1"/>
                    <a:pt x="9" y="11"/>
                  </a:cubicBezTo>
                  <a:cubicBezTo>
                    <a:pt x="0" y="21"/>
                    <a:pt x="1" y="36"/>
                    <a:pt x="11" y="46"/>
                  </a:cubicBezTo>
                  <a:lnTo>
                    <a:pt x="82" y="111"/>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78" name="Group 377">
            <a:extLst>
              <a:ext uri="{FF2B5EF4-FFF2-40B4-BE49-F238E27FC236}">
                <a16:creationId xmlns:a16="http://schemas.microsoft.com/office/drawing/2014/main" id="{E90F87AC-9606-AD28-2E13-92D8C5A909BE}"/>
              </a:ext>
            </a:extLst>
          </p:cNvPr>
          <p:cNvGrpSpPr/>
          <p:nvPr/>
        </p:nvGrpSpPr>
        <p:grpSpPr>
          <a:xfrm>
            <a:off x="8189913" y="2379663"/>
            <a:ext cx="541338" cy="541338"/>
            <a:chOff x="8189913" y="2379663"/>
            <a:chExt cx="541338" cy="541338"/>
          </a:xfrm>
          <a:solidFill>
            <a:srgbClr val="EC0000"/>
          </a:solidFill>
        </p:grpSpPr>
        <p:sp>
          <p:nvSpPr>
            <p:cNvPr id="379" name="Freeform 305">
              <a:extLst>
                <a:ext uri="{FF2B5EF4-FFF2-40B4-BE49-F238E27FC236}">
                  <a16:creationId xmlns:a16="http://schemas.microsoft.com/office/drawing/2014/main" id="{AA0678B3-FDAD-5815-BA7B-2ECAF8FF1E36}"/>
                </a:ext>
              </a:extLst>
            </p:cNvPr>
            <p:cNvSpPr>
              <a:spLocks noEditPoints="1"/>
            </p:cNvSpPr>
            <p:nvPr userDrawn="1"/>
          </p:nvSpPr>
          <p:spPr bwMode="auto">
            <a:xfrm>
              <a:off x="8377238" y="2532063"/>
              <a:ext cx="158750" cy="236538"/>
            </a:xfrm>
            <a:custGeom>
              <a:avLst/>
              <a:gdLst>
                <a:gd name="T0" fmla="*/ 377 w 443"/>
                <a:gd name="T1" fmla="*/ 266 h 657"/>
                <a:gd name="T2" fmla="*/ 369 w 443"/>
                <a:gd name="T3" fmla="*/ 267 h 657"/>
                <a:gd name="T4" fmla="*/ 313 w 443"/>
                <a:gd name="T5" fmla="*/ 243 h 657"/>
                <a:gd name="T6" fmla="*/ 264 w 443"/>
                <a:gd name="T7" fmla="*/ 214 h 657"/>
                <a:gd name="T8" fmla="*/ 264 w 443"/>
                <a:gd name="T9" fmla="*/ 66 h 657"/>
                <a:gd name="T10" fmla="*/ 199 w 443"/>
                <a:gd name="T11" fmla="*/ 0 h 657"/>
                <a:gd name="T12" fmla="*/ 134 w 443"/>
                <a:gd name="T13" fmla="*/ 66 h 657"/>
                <a:gd name="T14" fmla="*/ 134 w 443"/>
                <a:gd name="T15" fmla="*/ 250 h 657"/>
                <a:gd name="T16" fmla="*/ 85 w 443"/>
                <a:gd name="T17" fmla="*/ 231 h 657"/>
                <a:gd name="T18" fmla="*/ 42 w 443"/>
                <a:gd name="T19" fmla="*/ 246 h 657"/>
                <a:gd name="T20" fmla="*/ 52 w 443"/>
                <a:gd name="T21" fmla="*/ 381 h 657"/>
                <a:gd name="T22" fmla="*/ 66 w 443"/>
                <a:gd name="T23" fmla="*/ 409 h 657"/>
                <a:gd name="T24" fmla="*/ 85 w 443"/>
                <a:gd name="T25" fmla="*/ 458 h 657"/>
                <a:gd name="T26" fmla="*/ 130 w 443"/>
                <a:gd name="T27" fmla="*/ 548 h 657"/>
                <a:gd name="T28" fmla="*/ 157 w 443"/>
                <a:gd name="T29" fmla="*/ 624 h 657"/>
                <a:gd name="T30" fmla="*/ 189 w 443"/>
                <a:gd name="T31" fmla="*/ 657 h 657"/>
                <a:gd name="T32" fmla="*/ 362 w 443"/>
                <a:gd name="T33" fmla="*/ 657 h 657"/>
                <a:gd name="T34" fmla="*/ 394 w 443"/>
                <a:gd name="T35" fmla="*/ 624 h 657"/>
                <a:gd name="T36" fmla="*/ 411 w 443"/>
                <a:gd name="T37" fmla="*/ 583 h 657"/>
                <a:gd name="T38" fmla="*/ 443 w 443"/>
                <a:gd name="T39" fmla="*/ 476 h 657"/>
                <a:gd name="T40" fmla="*/ 443 w 443"/>
                <a:gd name="T41" fmla="*/ 331 h 657"/>
                <a:gd name="T42" fmla="*/ 377 w 443"/>
                <a:gd name="T43" fmla="*/ 266 h 657"/>
                <a:gd name="T44" fmla="*/ 396 w 443"/>
                <a:gd name="T45" fmla="*/ 476 h 657"/>
                <a:gd name="T46" fmla="*/ 369 w 443"/>
                <a:gd name="T47" fmla="*/ 562 h 657"/>
                <a:gd name="T48" fmla="*/ 349 w 443"/>
                <a:gd name="T49" fmla="*/ 610 h 657"/>
                <a:gd name="T50" fmla="*/ 203 w 443"/>
                <a:gd name="T51" fmla="*/ 610 h 657"/>
                <a:gd name="T52" fmla="*/ 170 w 443"/>
                <a:gd name="T53" fmla="*/ 523 h 657"/>
                <a:gd name="T54" fmla="*/ 129 w 443"/>
                <a:gd name="T55" fmla="*/ 441 h 657"/>
                <a:gd name="T56" fmla="*/ 128 w 443"/>
                <a:gd name="T57" fmla="*/ 440 h 657"/>
                <a:gd name="T58" fmla="*/ 110 w 443"/>
                <a:gd name="T59" fmla="*/ 392 h 657"/>
                <a:gd name="T60" fmla="*/ 94 w 443"/>
                <a:gd name="T61" fmla="*/ 359 h 657"/>
                <a:gd name="T62" fmla="*/ 72 w 443"/>
                <a:gd name="T63" fmla="*/ 282 h 657"/>
                <a:gd name="T64" fmla="*/ 85 w 443"/>
                <a:gd name="T65" fmla="*/ 278 h 657"/>
                <a:gd name="T66" fmla="*/ 133 w 443"/>
                <a:gd name="T67" fmla="*/ 330 h 657"/>
                <a:gd name="T68" fmla="*/ 157 w 443"/>
                <a:gd name="T69" fmla="*/ 351 h 657"/>
                <a:gd name="T70" fmla="*/ 157 w 443"/>
                <a:gd name="T71" fmla="*/ 351 h 657"/>
                <a:gd name="T72" fmla="*/ 167 w 443"/>
                <a:gd name="T73" fmla="*/ 350 h 657"/>
                <a:gd name="T74" fmla="*/ 174 w 443"/>
                <a:gd name="T75" fmla="*/ 343 h 657"/>
                <a:gd name="T76" fmla="*/ 181 w 443"/>
                <a:gd name="T77" fmla="*/ 322 h 657"/>
                <a:gd name="T78" fmla="*/ 181 w 443"/>
                <a:gd name="T79" fmla="*/ 66 h 657"/>
                <a:gd name="T80" fmla="*/ 199 w 443"/>
                <a:gd name="T81" fmla="*/ 47 h 657"/>
                <a:gd name="T82" fmla="*/ 217 w 443"/>
                <a:gd name="T83" fmla="*/ 66 h 657"/>
                <a:gd name="T84" fmla="*/ 217 w 443"/>
                <a:gd name="T85" fmla="*/ 275 h 657"/>
                <a:gd name="T86" fmla="*/ 249 w 443"/>
                <a:gd name="T87" fmla="*/ 262 h 657"/>
                <a:gd name="T88" fmla="*/ 276 w 443"/>
                <a:gd name="T89" fmla="*/ 275 h 657"/>
                <a:gd name="T90" fmla="*/ 282 w 443"/>
                <a:gd name="T91" fmla="*/ 303 h 657"/>
                <a:gd name="T92" fmla="*/ 309 w 443"/>
                <a:gd name="T93" fmla="*/ 291 h 657"/>
                <a:gd name="T94" fmla="*/ 335 w 443"/>
                <a:gd name="T95" fmla="*/ 301 h 657"/>
                <a:gd name="T96" fmla="*/ 343 w 443"/>
                <a:gd name="T97" fmla="*/ 328 h 657"/>
                <a:gd name="T98" fmla="*/ 368 w 443"/>
                <a:gd name="T99" fmla="*/ 315 h 657"/>
                <a:gd name="T100" fmla="*/ 377 w 443"/>
                <a:gd name="T101" fmla="*/ 313 h 657"/>
                <a:gd name="T102" fmla="*/ 396 w 443"/>
                <a:gd name="T103" fmla="*/ 331 h 657"/>
                <a:gd name="T104" fmla="*/ 396 w 443"/>
                <a:gd name="T105" fmla="*/ 476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3" h="657">
                  <a:moveTo>
                    <a:pt x="377" y="266"/>
                  </a:moveTo>
                  <a:cubicBezTo>
                    <a:pt x="374" y="266"/>
                    <a:pt x="372" y="267"/>
                    <a:pt x="369" y="267"/>
                  </a:cubicBezTo>
                  <a:cubicBezTo>
                    <a:pt x="356" y="251"/>
                    <a:pt x="334" y="241"/>
                    <a:pt x="313" y="243"/>
                  </a:cubicBezTo>
                  <a:cubicBezTo>
                    <a:pt x="302" y="227"/>
                    <a:pt x="284" y="216"/>
                    <a:pt x="264" y="214"/>
                  </a:cubicBezTo>
                  <a:lnTo>
                    <a:pt x="264" y="66"/>
                  </a:lnTo>
                  <a:cubicBezTo>
                    <a:pt x="264" y="29"/>
                    <a:pt x="235" y="0"/>
                    <a:pt x="199" y="0"/>
                  </a:cubicBezTo>
                  <a:cubicBezTo>
                    <a:pt x="163" y="0"/>
                    <a:pt x="134" y="29"/>
                    <a:pt x="134" y="66"/>
                  </a:cubicBezTo>
                  <a:lnTo>
                    <a:pt x="134" y="250"/>
                  </a:lnTo>
                  <a:cubicBezTo>
                    <a:pt x="120" y="239"/>
                    <a:pt x="104" y="231"/>
                    <a:pt x="85" y="231"/>
                  </a:cubicBezTo>
                  <a:cubicBezTo>
                    <a:pt x="69" y="231"/>
                    <a:pt x="54" y="236"/>
                    <a:pt x="42" y="246"/>
                  </a:cubicBezTo>
                  <a:cubicBezTo>
                    <a:pt x="0" y="282"/>
                    <a:pt x="31" y="342"/>
                    <a:pt x="52" y="381"/>
                  </a:cubicBezTo>
                  <a:cubicBezTo>
                    <a:pt x="58" y="391"/>
                    <a:pt x="63" y="402"/>
                    <a:pt x="66" y="409"/>
                  </a:cubicBezTo>
                  <a:cubicBezTo>
                    <a:pt x="72" y="425"/>
                    <a:pt x="78" y="442"/>
                    <a:pt x="85" y="458"/>
                  </a:cubicBezTo>
                  <a:cubicBezTo>
                    <a:pt x="100" y="500"/>
                    <a:pt x="117" y="526"/>
                    <a:pt x="130" y="548"/>
                  </a:cubicBezTo>
                  <a:cubicBezTo>
                    <a:pt x="147" y="575"/>
                    <a:pt x="157" y="590"/>
                    <a:pt x="157" y="624"/>
                  </a:cubicBezTo>
                  <a:cubicBezTo>
                    <a:pt x="157" y="642"/>
                    <a:pt x="171" y="657"/>
                    <a:pt x="189" y="657"/>
                  </a:cubicBezTo>
                  <a:lnTo>
                    <a:pt x="362" y="657"/>
                  </a:lnTo>
                  <a:cubicBezTo>
                    <a:pt x="380" y="657"/>
                    <a:pt x="394" y="642"/>
                    <a:pt x="394" y="624"/>
                  </a:cubicBezTo>
                  <a:cubicBezTo>
                    <a:pt x="394" y="616"/>
                    <a:pt x="403" y="598"/>
                    <a:pt x="411" y="583"/>
                  </a:cubicBezTo>
                  <a:cubicBezTo>
                    <a:pt x="425" y="554"/>
                    <a:pt x="443" y="519"/>
                    <a:pt x="443" y="476"/>
                  </a:cubicBezTo>
                  <a:lnTo>
                    <a:pt x="443" y="331"/>
                  </a:lnTo>
                  <a:cubicBezTo>
                    <a:pt x="443" y="295"/>
                    <a:pt x="414" y="266"/>
                    <a:pt x="377" y="266"/>
                  </a:cubicBezTo>
                  <a:close/>
                  <a:moveTo>
                    <a:pt x="396" y="476"/>
                  </a:moveTo>
                  <a:cubicBezTo>
                    <a:pt x="396" y="507"/>
                    <a:pt x="382" y="535"/>
                    <a:pt x="369" y="562"/>
                  </a:cubicBezTo>
                  <a:cubicBezTo>
                    <a:pt x="360" y="579"/>
                    <a:pt x="353" y="594"/>
                    <a:pt x="349" y="610"/>
                  </a:cubicBezTo>
                  <a:lnTo>
                    <a:pt x="203" y="610"/>
                  </a:lnTo>
                  <a:cubicBezTo>
                    <a:pt x="200" y="571"/>
                    <a:pt x="186" y="548"/>
                    <a:pt x="170" y="523"/>
                  </a:cubicBezTo>
                  <a:cubicBezTo>
                    <a:pt x="158" y="503"/>
                    <a:pt x="142" y="479"/>
                    <a:pt x="129" y="441"/>
                  </a:cubicBezTo>
                  <a:lnTo>
                    <a:pt x="128" y="440"/>
                  </a:lnTo>
                  <a:cubicBezTo>
                    <a:pt x="122" y="425"/>
                    <a:pt x="116" y="409"/>
                    <a:pt x="110" y="392"/>
                  </a:cubicBezTo>
                  <a:cubicBezTo>
                    <a:pt x="106" y="382"/>
                    <a:pt x="100" y="371"/>
                    <a:pt x="94" y="359"/>
                  </a:cubicBezTo>
                  <a:cubicBezTo>
                    <a:pt x="81" y="334"/>
                    <a:pt x="59" y="294"/>
                    <a:pt x="72" y="282"/>
                  </a:cubicBezTo>
                  <a:cubicBezTo>
                    <a:pt x="76" y="279"/>
                    <a:pt x="80" y="278"/>
                    <a:pt x="85" y="278"/>
                  </a:cubicBezTo>
                  <a:cubicBezTo>
                    <a:pt x="103" y="278"/>
                    <a:pt x="125" y="306"/>
                    <a:pt x="133" y="330"/>
                  </a:cubicBezTo>
                  <a:cubicBezTo>
                    <a:pt x="138" y="348"/>
                    <a:pt x="150" y="351"/>
                    <a:pt x="157" y="351"/>
                  </a:cubicBezTo>
                  <a:cubicBezTo>
                    <a:pt x="157" y="351"/>
                    <a:pt x="157" y="351"/>
                    <a:pt x="157" y="351"/>
                  </a:cubicBezTo>
                  <a:lnTo>
                    <a:pt x="167" y="350"/>
                  </a:lnTo>
                  <a:lnTo>
                    <a:pt x="174" y="343"/>
                  </a:lnTo>
                  <a:cubicBezTo>
                    <a:pt x="181" y="336"/>
                    <a:pt x="181" y="328"/>
                    <a:pt x="181" y="322"/>
                  </a:cubicBezTo>
                  <a:lnTo>
                    <a:pt x="181" y="66"/>
                  </a:lnTo>
                  <a:cubicBezTo>
                    <a:pt x="181" y="55"/>
                    <a:pt x="189" y="47"/>
                    <a:pt x="199" y="47"/>
                  </a:cubicBezTo>
                  <a:cubicBezTo>
                    <a:pt x="209" y="47"/>
                    <a:pt x="217" y="55"/>
                    <a:pt x="217" y="66"/>
                  </a:cubicBezTo>
                  <a:lnTo>
                    <a:pt x="217" y="275"/>
                  </a:lnTo>
                  <a:lnTo>
                    <a:pt x="249" y="262"/>
                  </a:lnTo>
                  <a:cubicBezTo>
                    <a:pt x="261" y="258"/>
                    <a:pt x="274" y="264"/>
                    <a:pt x="276" y="275"/>
                  </a:cubicBezTo>
                  <a:lnTo>
                    <a:pt x="282" y="303"/>
                  </a:lnTo>
                  <a:lnTo>
                    <a:pt x="309" y="291"/>
                  </a:lnTo>
                  <a:cubicBezTo>
                    <a:pt x="319" y="287"/>
                    <a:pt x="331" y="292"/>
                    <a:pt x="335" y="301"/>
                  </a:cubicBezTo>
                  <a:lnTo>
                    <a:pt x="343" y="328"/>
                  </a:lnTo>
                  <a:lnTo>
                    <a:pt x="368" y="315"/>
                  </a:lnTo>
                  <a:cubicBezTo>
                    <a:pt x="371" y="314"/>
                    <a:pt x="374" y="313"/>
                    <a:pt x="377" y="313"/>
                  </a:cubicBezTo>
                  <a:cubicBezTo>
                    <a:pt x="388" y="313"/>
                    <a:pt x="396" y="321"/>
                    <a:pt x="396" y="331"/>
                  </a:cubicBezTo>
                  <a:lnTo>
                    <a:pt x="396" y="476"/>
                  </a:lnTo>
                  <a:close/>
                </a:path>
              </a:pathLst>
            </a:custGeom>
            <a:solidFill>
              <a:srgbClr val="121B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0" name="Freeform 306">
              <a:extLst>
                <a:ext uri="{FF2B5EF4-FFF2-40B4-BE49-F238E27FC236}">
                  <a16:creationId xmlns:a16="http://schemas.microsoft.com/office/drawing/2014/main" id="{174A33CD-20AB-FA7C-7B7B-2937C91AF1A6}"/>
                </a:ext>
              </a:extLst>
            </p:cNvPr>
            <p:cNvSpPr>
              <a:spLocks noEditPoints="1"/>
            </p:cNvSpPr>
            <p:nvPr userDrawn="1"/>
          </p:nvSpPr>
          <p:spPr bwMode="auto">
            <a:xfrm>
              <a:off x="8418513" y="2379663"/>
              <a:ext cx="84138" cy="84138"/>
            </a:xfrm>
            <a:custGeom>
              <a:avLst/>
              <a:gdLst>
                <a:gd name="T0" fmla="*/ 117 w 234"/>
                <a:gd name="T1" fmla="*/ 235 h 235"/>
                <a:gd name="T2" fmla="*/ 234 w 234"/>
                <a:gd name="T3" fmla="*/ 118 h 235"/>
                <a:gd name="T4" fmla="*/ 117 w 234"/>
                <a:gd name="T5" fmla="*/ 0 h 235"/>
                <a:gd name="T6" fmla="*/ 0 w 234"/>
                <a:gd name="T7" fmla="*/ 118 h 235"/>
                <a:gd name="T8" fmla="*/ 117 w 234"/>
                <a:gd name="T9" fmla="*/ 235 h 235"/>
                <a:gd name="T10" fmla="*/ 117 w 234"/>
                <a:gd name="T11" fmla="*/ 47 h 235"/>
                <a:gd name="T12" fmla="*/ 188 w 234"/>
                <a:gd name="T13" fmla="*/ 118 h 235"/>
                <a:gd name="T14" fmla="*/ 117 w 234"/>
                <a:gd name="T15" fmla="*/ 188 h 235"/>
                <a:gd name="T16" fmla="*/ 47 w 234"/>
                <a:gd name="T17" fmla="*/ 118 h 235"/>
                <a:gd name="T18" fmla="*/ 117 w 234"/>
                <a:gd name="T19" fmla="*/ 4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5">
                  <a:moveTo>
                    <a:pt x="117" y="235"/>
                  </a:moveTo>
                  <a:cubicBezTo>
                    <a:pt x="182" y="235"/>
                    <a:pt x="234" y="182"/>
                    <a:pt x="234" y="118"/>
                  </a:cubicBezTo>
                  <a:cubicBezTo>
                    <a:pt x="234" y="53"/>
                    <a:pt x="182" y="0"/>
                    <a:pt x="117" y="0"/>
                  </a:cubicBezTo>
                  <a:cubicBezTo>
                    <a:pt x="52" y="0"/>
                    <a:pt x="0" y="53"/>
                    <a:pt x="0" y="118"/>
                  </a:cubicBezTo>
                  <a:cubicBezTo>
                    <a:pt x="0" y="182"/>
                    <a:pt x="52" y="235"/>
                    <a:pt x="117" y="235"/>
                  </a:cubicBezTo>
                  <a:close/>
                  <a:moveTo>
                    <a:pt x="117" y="47"/>
                  </a:moveTo>
                  <a:cubicBezTo>
                    <a:pt x="156" y="47"/>
                    <a:pt x="188" y="79"/>
                    <a:pt x="188" y="118"/>
                  </a:cubicBezTo>
                  <a:cubicBezTo>
                    <a:pt x="188" y="156"/>
                    <a:pt x="156" y="188"/>
                    <a:pt x="117" y="188"/>
                  </a:cubicBezTo>
                  <a:cubicBezTo>
                    <a:pt x="78" y="188"/>
                    <a:pt x="47" y="156"/>
                    <a:pt x="47" y="118"/>
                  </a:cubicBezTo>
                  <a:cubicBezTo>
                    <a:pt x="47" y="79"/>
                    <a:pt x="78" y="47"/>
                    <a:pt x="11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1" name="Freeform 307">
              <a:extLst>
                <a:ext uri="{FF2B5EF4-FFF2-40B4-BE49-F238E27FC236}">
                  <a16:creationId xmlns:a16="http://schemas.microsoft.com/office/drawing/2014/main" id="{BE62C8A0-2219-4ACF-BC03-A5FD64C70B63}"/>
                </a:ext>
              </a:extLst>
            </p:cNvPr>
            <p:cNvSpPr>
              <a:spLocks noEditPoints="1"/>
            </p:cNvSpPr>
            <p:nvPr userDrawn="1"/>
          </p:nvSpPr>
          <p:spPr bwMode="auto">
            <a:xfrm>
              <a:off x="8418513" y="2836863"/>
              <a:ext cx="84138" cy="84138"/>
            </a:xfrm>
            <a:custGeom>
              <a:avLst/>
              <a:gdLst>
                <a:gd name="T0" fmla="*/ 117 w 234"/>
                <a:gd name="T1" fmla="*/ 0 h 234"/>
                <a:gd name="T2" fmla="*/ 0 w 234"/>
                <a:gd name="T3" fmla="*/ 117 h 234"/>
                <a:gd name="T4" fmla="*/ 117 w 234"/>
                <a:gd name="T5" fmla="*/ 234 h 234"/>
                <a:gd name="T6" fmla="*/ 234 w 234"/>
                <a:gd name="T7" fmla="*/ 117 h 234"/>
                <a:gd name="T8" fmla="*/ 117 w 234"/>
                <a:gd name="T9" fmla="*/ 0 h 234"/>
                <a:gd name="T10" fmla="*/ 117 w 234"/>
                <a:gd name="T11" fmla="*/ 188 h 234"/>
                <a:gd name="T12" fmla="*/ 47 w 234"/>
                <a:gd name="T13" fmla="*/ 117 h 234"/>
                <a:gd name="T14" fmla="*/ 117 w 234"/>
                <a:gd name="T15" fmla="*/ 47 h 234"/>
                <a:gd name="T16" fmla="*/ 188 w 234"/>
                <a:gd name="T17" fmla="*/ 117 h 234"/>
                <a:gd name="T18" fmla="*/ 117 w 234"/>
                <a:gd name="T19" fmla="*/ 18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4">
                  <a:moveTo>
                    <a:pt x="117" y="0"/>
                  </a:moveTo>
                  <a:cubicBezTo>
                    <a:pt x="52" y="0"/>
                    <a:pt x="0" y="52"/>
                    <a:pt x="0" y="117"/>
                  </a:cubicBezTo>
                  <a:cubicBezTo>
                    <a:pt x="0" y="182"/>
                    <a:pt x="52" y="234"/>
                    <a:pt x="117" y="234"/>
                  </a:cubicBezTo>
                  <a:cubicBezTo>
                    <a:pt x="182" y="234"/>
                    <a:pt x="234" y="182"/>
                    <a:pt x="234" y="117"/>
                  </a:cubicBezTo>
                  <a:cubicBezTo>
                    <a:pt x="234" y="52"/>
                    <a:pt x="182" y="0"/>
                    <a:pt x="117" y="0"/>
                  </a:cubicBezTo>
                  <a:close/>
                  <a:moveTo>
                    <a:pt x="117" y="188"/>
                  </a:moveTo>
                  <a:cubicBezTo>
                    <a:pt x="78" y="188"/>
                    <a:pt x="47" y="156"/>
                    <a:pt x="47" y="117"/>
                  </a:cubicBezTo>
                  <a:cubicBezTo>
                    <a:pt x="47" y="78"/>
                    <a:pt x="78" y="47"/>
                    <a:pt x="117" y="47"/>
                  </a:cubicBezTo>
                  <a:cubicBezTo>
                    <a:pt x="156" y="47"/>
                    <a:pt x="188" y="78"/>
                    <a:pt x="188" y="117"/>
                  </a:cubicBezTo>
                  <a:cubicBezTo>
                    <a:pt x="188" y="156"/>
                    <a:pt x="156" y="188"/>
                    <a:pt x="117" y="1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2" name="Freeform 308">
              <a:extLst>
                <a:ext uri="{FF2B5EF4-FFF2-40B4-BE49-F238E27FC236}">
                  <a16:creationId xmlns:a16="http://schemas.microsoft.com/office/drawing/2014/main" id="{16C9BCEB-26FF-D1FF-BA0B-6F8880E75D83}"/>
                </a:ext>
              </a:extLst>
            </p:cNvPr>
            <p:cNvSpPr>
              <a:spLocks noEditPoints="1"/>
            </p:cNvSpPr>
            <p:nvPr userDrawn="1"/>
          </p:nvSpPr>
          <p:spPr bwMode="auto">
            <a:xfrm>
              <a:off x="8647113" y="2608263"/>
              <a:ext cx="84138" cy="84138"/>
            </a:xfrm>
            <a:custGeom>
              <a:avLst/>
              <a:gdLst>
                <a:gd name="T0" fmla="*/ 117 w 234"/>
                <a:gd name="T1" fmla="*/ 0 h 235"/>
                <a:gd name="T2" fmla="*/ 0 w 234"/>
                <a:gd name="T3" fmla="*/ 117 h 235"/>
                <a:gd name="T4" fmla="*/ 117 w 234"/>
                <a:gd name="T5" fmla="*/ 235 h 235"/>
                <a:gd name="T6" fmla="*/ 234 w 234"/>
                <a:gd name="T7" fmla="*/ 117 h 235"/>
                <a:gd name="T8" fmla="*/ 117 w 234"/>
                <a:gd name="T9" fmla="*/ 0 h 235"/>
                <a:gd name="T10" fmla="*/ 117 w 234"/>
                <a:gd name="T11" fmla="*/ 188 h 235"/>
                <a:gd name="T12" fmla="*/ 47 w 234"/>
                <a:gd name="T13" fmla="*/ 117 h 235"/>
                <a:gd name="T14" fmla="*/ 117 w 234"/>
                <a:gd name="T15" fmla="*/ 47 h 235"/>
                <a:gd name="T16" fmla="*/ 187 w 234"/>
                <a:gd name="T17" fmla="*/ 117 h 235"/>
                <a:gd name="T18" fmla="*/ 117 w 234"/>
                <a:gd name="T19" fmla="*/ 18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5">
                  <a:moveTo>
                    <a:pt x="117" y="0"/>
                  </a:moveTo>
                  <a:cubicBezTo>
                    <a:pt x="52" y="0"/>
                    <a:pt x="0" y="53"/>
                    <a:pt x="0" y="117"/>
                  </a:cubicBezTo>
                  <a:cubicBezTo>
                    <a:pt x="0" y="182"/>
                    <a:pt x="52" y="235"/>
                    <a:pt x="117" y="235"/>
                  </a:cubicBezTo>
                  <a:cubicBezTo>
                    <a:pt x="182" y="235"/>
                    <a:pt x="234" y="182"/>
                    <a:pt x="234" y="117"/>
                  </a:cubicBezTo>
                  <a:cubicBezTo>
                    <a:pt x="234" y="53"/>
                    <a:pt x="182" y="0"/>
                    <a:pt x="117" y="0"/>
                  </a:cubicBezTo>
                  <a:close/>
                  <a:moveTo>
                    <a:pt x="117" y="188"/>
                  </a:moveTo>
                  <a:cubicBezTo>
                    <a:pt x="78" y="188"/>
                    <a:pt x="47" y="156"/>
                    <a:pt x="47" y="117"/>
                  </a:cubicBezTo>
                  <a:cubicBezTo>
                    <a:pt x="47" y="79"/>
                    <a:pt x="78" y="47"/>
                    <a:pt x="117" y="47"/>
                  </a:cubicBezTo>
                  <a:cubicBezTo>
                    <a:pt x="156" y="47"/>
                    <a:pt x="187" y="79"/>
                    <a:pt x="187" y="117"/>
                  </a:cubicBezTo>
                  <a:cubicBezTo>
                    <a:pt x="187" y="156"/>
                    <a:pt x="156" y="188"/>
                    <a:pt x="117" y="1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3" name="Freeform 309">
              <a:extLst>
                <a:ext uri="{FF2B5EF4-FFF2-40B4-BE49-F238E27FC236}">
                  <a16:creationId xmlns:a16="http://schemas.microsoft.com/office/drawing/2014/main" id="{76E93B87-1BE9-25C8-9154-941C08842CFD}"/>
                </a:ext>
              </a:extLst>
            </p:cNvPr>
            <p:cNvSpPr>
              <a:spLocks noEditPoints="1"/>
            </p:cNvSpPr>
            <p:nvPr userDrawn="1"/>
          </p:nvSpPr>
          <p:spPr bwMode="auto">
            <a:xfrm>
              <a:off x="8189913" y="2608263"/>
              <a:ext cx="84138" cy="84138"/>
            </a:xfrm>
            <a:custGeom>
              <a:avLst/>
              <a:gdLst>
                <a:gd name="T0" fmla="*/ 235 w 235"/>
                <a:gd name="T1" fmla="*/ 117 h 235"/>
                <a:gd name="T2" fmla="*/ 117 w 235"/>
                <a:gd name="T3" fmla="*/ 0 h 235"/>
                <a:gd name="T4" fmla="*/ 0 w 235"/>
                <a:gd name="T5" fmla="*/ 117 h 235"/>
                <a:gd name="T6" fmla="*/ 117 w 235"/>
                <a:gd name="T7" fmla="*/ 235 h 235"/>
                <a:gd name="T8" fmla="*/ 235 w 235"/>
                <a:gd name="T9" fmla="*/ 117 h 235"/>
                <a:gd name="T10" fmla="*/ 117 w 235"/>
                <a:gd name="T11" fmla="*/ 188 h 235"/>
                <a:gd name="T12" fmla="*/ 47 w 235"/>
                <a:gd name="T13" fmla="*/ 117 h 235"/>
                <a:gd name="T14" fmla="*/ 117 w 235"/>
                <a:gd name="T15" fmla="*/ 47 h 235"/>
                <a:gd name="T16" fmla="*/ 188 w 235"/>
                <a:gd name="T17" fmla="*/ 117 h 235"/>
                <a:gd name="T18" fmla="*/ 117 w 235"/>
                <a:gd name="T19" fmla="*/ 18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5" h="235">
                  <a:moveTo>
                    <a:pt x="235" y="117"/>
                  </a:moveTo>
                  <a:cubicBezTo>
                    <a:pt x="235" y="53"/>
                    <a:pt x="182" y="0"/>
                    <a:pt x="117" y="0"/>
                  </a:cubicBezTo>
                  <a:cubicBezTo>
                    <a:pt x="53" y="0"/>
                    <a:pt x="0" y="53"/>
                    <a:pt x="0" y="117"/>
                  </a:cubicBezTo>
                  <a:cubicBezTo>
                    <a:pt x="0" y="182"/>
                    <a:pt x="53" y="235"/>
                    <a:pt x="117" y="235"/>
                  </a:cubicBezTo>
                  <a:cubicBezTo>
                    <a:pt x="182" y="235"/>
                    <a:pt x="235" y="182"/>
                    <a:pt x="235" y="117"/>
                  </a:cubicBezTo>
                  <a:close/>
                  <a:moveTo>
                    <a:pt x="117" y="188"/>
                  </a:moveTo>
                  <a:cubicBezTo>
                    <a:pt x="79" y="188"/>
                    <a:pt x="47" y="156"/>
                    <a:pt x="47" y="117"/>
                  </a:cubicBezTo>
                  <a:cubicBezTo>
                    <a:pt x="47" y="79"/>
                    <a:pt x="79" y="47"/>
                    <a:pt x="117" y="47"/>
                  </a:cubicBezTo>
                  <a:cubicBezTo>
                    <a:pt x="156" y="47"/>
                    <a:pt x="188" y="79"/>
                    <a:pt x="188" y="117"/>
                  </a:cubicBezTo>
                  <a:cubicBezTo>
                    <a:pt x="188" y="156"/>
                    <a:pt x="156" y="188"/>
                    <a:pt x="117" y="1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4" name="Freeform 310">
              <a:extLst>
                <a:ext uri="{FF2B5EF4-FFF2-40B4-BE49-F238E27FC236}">
                  <a16:creationId xmlns:a16="http://schemas.microsoft.com/office/drawing/2014/main" id="{6984BF46-E433-45BA-8F83-4C3783D18730}"/>
                </a:ext>
              </a:extLst>
            </p:cNvPr>
            <p:cNvSpPr>
              <a:spLocks noEditPoints="1"/>
            </p:cNvSpPr>
            <p:nvPr userDrawn="1"/>
          </p:nvSpPr>
          <p:spPr bwMode="auto">
            <a:xfrm>
              <a:off x="8578851" y="2447926"/>
              <a:ext cx="85725" cy="84138"/>
            </a:xfrm>
            <a:custGeom>
              <a:avLst/>
              <a:gdLst>
                <a:gd name="T0" fmla="*/ 118 w 235"/>
                <a:gd name="T1" fmla="*/ 234 h 234"/>
                <a:gd name="T2" fmla="*/ 235 w 235"/>
                <a:gd name="T3" fmla="*/ 117 h 234"/>
                <a:gd name="T4" fmla="*/ 118 w 235"/>
                <a:gd name="T5" fmla="*/ 0 h 234"/>
                <a:gd name="T6" fmla="*/ 0 w 235"/>
                <a:gd name="T7" fmla="*/ 117 h 234"/>
                <a:gd name="T8" fmla="*/ 118 w 235"/>
                <a:gd name="T9" fmla="*/ 234 h 234"/>
                <a:gd name="T10" fmla="*/ 118 w 235"/>
                <a:gd name="T11" fmla="*/ 47 h 234"/>
                <a:gd name="T12" fmla="*/ 188 w 235"/>
                <a:gd name="T13" fmla="*/ 117 h 234"/>
                <a:gd name="T14" fmla="*/ 118 w 235"/>
                <a:gd name="T15" fmla="*/ 187 h 234"/>
                <a:gd name="T16" fmla="*/ 47 w 235"/>
                <a:gd name="T17" fmla="*/ 117 h 234"/>
                <a:gd name="T18" fmla="*/ 118 w 235"/>
                <a:gd name="T19" fmla="*/ 4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5" h="234">
                  <a:moveTo>
                    <a:pt x="118" y="234"/>
                  </a:moveTo>
                  <a:cubicBezTo>
                    <a:pt x="182" y="234"/>
                    <a:pt x="235" y="182"/>
                    <a:pt x="235" y="117"/>
                  </a:cubicBezTo>
                  <a:cubicBezTo>
                    <a:pt x="235" y="52"/>
                    <a:pt x="182" y="0"/>
                    <a:pt x="118" y="0"/>
                  </a:cubicBezTo>
                  <a:cubicBezTo>
                    <a:pt x="53" y="0"/>
                    <a:pt x="0" y="52"/>
                    <a:pt x="0" y="117"/>
                  </a:cubicBezTo>
                  <a:cubicBezTo>
                    <a:pt x="0" y="182"/>
                    <a:pt x="53" y="234"/>
                    <a:pt x="118" y="234"/>
                  </a:cubicBezTo>
                  <a:close/>
                  <a:moveTo>
                    <a:pt x="118" y="47"/>
                  </a:moveTo>
                  <a:cubicBezTo>
                    <a:pt x="156" y="47"/>
                    <a:pt x="188" y="78"/>
                    <a:pt x="188" y="117"/>
                  </a:cubicBezTo>
                  <a:cubicBezTo>
                    <a:pt x="188" y="156"/>
                    <a:pt x="156" y="187"/>
                    <a:pt x="118" y="187"/>
                  </a:cubicBezTo>
                  <a:cubicBezTo>
                    <a:pt x="79" y="187"/>
                    <a:pt x="47" y="156"/>
                    <a:pt x="47" y="117"/>
                  </a:cubicBezTo>
                  <a:cubicBezTo>
                    <a:pt x="47" y="78"/>
                    <a:pt x="79" y="47"/>
                    <a:pt x="118"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5" name="Freeform 311">
              <a:extLst>
                <a:ext uri="{FF2B5EF4-FFF2-40B4-BE49-F238E27FC236}">
                  <a16:creationId xmlns:a16="http://schemas.microsoft.com/office/drawing/2014/main" id="{E31BFD93-79A8-6136-FDCC-A035B8544771}"/>
                </a:ext>
              </a:extLst>
            </p:cNvPr>
            <p:cNvSpPr>
              <a:spLocks noEditPoints="1"/>
            </p:cNvSpPr>
            <p:nvPr userDrawn="1"/>
          </p:nvSpPr>
          <p:spPr bwMode="auto">
            <a:xfrm>
              <a:off x="8258176" y="2768601"/>
              <a:ext cx="84138" cy="84138"/>
            </a:xfrm>
            <a:custGeom>
              <a:avLst/>
              <a:gdLst>
                <a:gd name="T0" fmla="*/ 117 w 234"/>
                <a:gd name="T1" fmla="*/ 0 h 234"/>
                <a:gd name="T2" fmla="*/ 0 w 234"/>
                <a:gd name="T3" fmla="*/ 117 h 234"/>
                <a:gd name="T4" fmla="*/ 117 w 234"/>
                <a:gd name="T5" fmla="*/ 234 h 234"/>
                <a:gd name="T6" fmla="*/ 234 w 234"/>
                <a:gd name="T7" fmla="*/ 117 h 234"/>
                <a:gd name="T8" fmla="*/ 117 w 234"/>
                <a:gd name="T9" fmla="*/ 0 h 234"/>
                <a:gd name="T10" fmla="*/ 117 w 234"/>
                <a:gd name="T11" fmla="*/ 187 h 234"/>
                <a:gd name="T12" fmla="*/ 47 w 234"/>
                <a:gd name="T13" fmla="*/ 117 h 234"/>
                <a:gd name="T14" fmla="*/ 117 w 234"/>
                <a:gd name="T15" fmla="*/ 46 h 234"/>
                <a:gd name="T16" fmla="*/ 187 w 234"/>
                <a:gd name="T17" fmla="*/ 117 h 234"/>
                <a:gd name="T18" fmla="*/ 117 w 234"/>
                <a:gd name="T19" fmla="*/ 18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4">
                  <a:moveTo>
                    <a:pt x="117" y="0"/>
                  </a:moveTo>
                  <a:cubicBezTo>
                    <a:pt x="52" y="0"/>
                    <a:pt x="0" y="52"/>
                    <a:pt x="0" y="117"/>
                  </a:cubicBezTo>
                  <a:cubicBezTo>
                    <a:pt x="0" y="181"/>
                    <a:pt x="52" y="234"/>
                    <a:pt x="117" y="234"/>
                  </a:cubicBezTo>
                  <a:cubicBezTo>
                    <a:pt x="182" y="234"/>
                    <a:pt x="234" y="181"/>
                    <a:pt x="234" y="117"/>
                  </a:cubicBezTo>
                  <a:cubicBezTo>
                    <a:pt x="234" y="52"/>
                    <a:pt x="182" y="0"/>
                    <a:pt x="117" y="0"/>
                  </a:cubicBezTo>
                  <a:close/>
                  <a:moveTo>
                    <a:pt x="117" y="187"/>
                  </a:moveTo>
                  <a:cubicBezTo>
                    <a:pt x="78" y="187"/>
                    <a:pt x="47" y="155"/>
                    <a:pt x="47" y="117"/>
                  </a:cubicBezTo>
                  <a:cubicBezTo>
                    <a:pt x="47" y="78"/>
                    <a:pt x="78" y="46"/>
                    <a:pt x="117" y="46"/>
                  </a:cubicBezTo>
                  <a:cubicBezTo>
                    <a:pt x="156" y="46"/>
                    <a:pt x="187" y="78"/>
                    <a:pt x="187" y="117"/>
                  </a:cubicBezTo>
                  <a:cubicBezTo>
                    <a:pt x="187" y="155"/>
                    <a:pt x="156" y="187"/>
                    <a:pt x="117"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6" name="Freeform 312">
              <a:extLst>
                <a:ext uri="{FF2B5EF4-FFF2-40B4-BE49-F238E27FC236}">
                  <a16:creationId xmlns:a16="http://schemas.microsoft.com/office/drawing/2014/main" id="{4B5FAD06-A3FB-1915-3CCA-85370120E122}"/>
                </a:ext>
              </a:extLst>
            </p:cNvPr>
            <p:cNvSpPr>
              <a:spLocks noEditPoints="1"/>
            </p:cNvSpPr>
            <p:nvPr userDrawn="1"/>
          </p:nvSpPr>
          <p:spPr bwMode="auto">
            <a:xfrm>
              <a:off x="8578851" y="2768601"/>
              <a:ext cx="85725" cy="84138"/>
            </a:xfrm>
            <a:custGeom>
              <a:avLst/>
              <a:gdLst>
                <a:gd name="T0" fmla="*/ 118 w 235"/>
                <a:gd name="T1" fmla="*/ 0 h 234"/>
                <a:gd name="T2" fmla="*/ 0 w 235"/>
                <a:gd name="T3" fmla="*/ 117 h 234"/>
                <a:gd name="T4" fmla="*/ 118 w 235"/>
                <a:gd name="T5" fmla="*/ 234 h 234"/>
                <a:gd name="T6" fmla="*/ 235 w 235"/>
                <a:gd name="T7" fmla="*/ 117 h 234"/>
                <a:gd name="T8" fmla="*/ 118 w 235"/>
                <a:gd name="T9" fmla="*/ 0 h 234"/>
                <a:gd name="T10" fmla="*/ 118 w 235"/>
                <a:gd name="T11" fmla="*/ 187 h 234"/>
                <a:gd name="T12" fmla="*/ 47 w 235"/>
                <a:gd name="T13" fmla="*/ 117 h 234"/>
                <a:gd name="T14" fmla="*/ 118 w 235"/>
                <a:gd name="T15" fmla="*/ 46 h 234"/>
                <a:gd name="T16" fmla="*/ 188 w 235"/>
                <a:gd name="T17" fmla="*/ 117 h 234"/>
                <a:gd name="T18" fmla="*/ 118 w 235"/>
                <a:gd name="T19" fmla="*/ 18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5" h="234">
                  <a:moveTo>
                    <a:pt x="118" y="0"/>
                  </a:moveTo>
                  <a:cubicBezTo>
                    <a:pt x="53" y="0"/>
                    <a:pt x="0" y="52"/>
                    <a:pt x="0" y="117"/>
                  </a:cubicBezTo>
                  <a:cubicBezTo>
                    <a:pt x="0" y="181"/>
                    <a:pt x="53" y="234"/>
                    <a:pt x="118" y="234"/>
                  </a:cubicBezTo>
                  <a:cubicBezTo>
                    <a:pt x="182" y="234"/>
                    <a:pt x="235" y="181"/>
                    <a:pt x="235" y="117"/>
                  </a:cubicBezTo>
                  <a:cubicBezTo>
                    <a:pt x="235" y="52"/>
                    <a:pt x="182" y="0"/>
                    <a:pt x="118" y="0"/>
                  </a:cubicBezTo>
                  <a:close/>
                  <a:moveTo>
                    <a:pt x="118" y="187"/>
                  </a:moveTo>
                  <a:cubicBezTo>
                    <a:pt x="79" y="187"/>
                    <a:pt x="47" y="155"/>
                    <a:pt x="47" y="117"/>
                  </a:cubicBezTo>
                  <a:cubicBezTo>
                    <a:pt x="47" y="78"/>
                    <a:pt x="79" y="46"/>
                    <a:pt x="118" y="46"/>
                  </a:cubicBezTo>
                  <a:cubicBezTo>
                    <a:pt x="156" y="46"/>
                    <a:pt x="188" y="78"/>
                    <a:pt x="188" y="117"/>
                  </a:cubicBezTo>
                  <a:cubicBezTo>
                    <a:pt x="188" y="155"/>
                    <a:pt x="156" y="187"/>
                    <a:pt x="118"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87" name="Freeform 313">
              <a:extLst>
                <a:ext uri="{FF2B5EF4-FFF2-40B4-BE49-F238E27FC236}">
                  <a16:creationId xmlns:a16="http://schemas.microsoft.com/office/drawing/2014/main" id="{41676AD2-57D4-ECF1-1037-E0ECA12AC54F}"/>
                </a:ext>
              </a:extLst>
            </p:cNvPr>
            <p:cNvSpPr>
              <a:spLocks noEditPoints="1"/>
            </p:cNvSpPr>
            <p:nvPr userDrawn="1"/>
          </p:nvSpPr>
          <p:spPr bwMode="auto">
            <a:xfrm>
              <a:off x="8258176" y="2447926"/>
              <a:ext cx="84138" cy="84138"/>
            </a:xfrm>
            <a:custGeom>
              <a:avLst/>
              <a:gdLst>
                <a:gd name="T0" fmla="*/ 117 w 234"/>
                <a:gd name="T1" fmla="*/ 0 h 234"/>
                <a:gd name="T2" fmla="*/ 0 w 234"/>
                <a:gd name="T3" fmla="*/ 117 h 234"/>
                <a:gd name="T4" fmla="*/ 117 w 234"/>
                <a:gd name="T5" fmla="*/ 234 h 234"/>
                <a:gd name="T6" fmla="*/ 234 w 234"/>
                <a:gd name="T7" fmla="*/ 117 h 234"/>
                <a:gd name="T8" fmla="*/ 117 w 234"/>
                <a:gd name="T9" fmla="*/ 0 h 234"/>
                <a:gd name="T10" fmla="*/ 117 w 234"/>
                <a:gd name="T11" fmla="*/ 187 h 234"/>
                <a:gd name="T12" fmla="*/ 47 w 234"/>
                <a:gd name="T13" fmla="*/ 117 h 234"/>
                <a:gd name="T14" fmla="*/ 117 w 234"/>
                <a:gd name="T15" fmla="*/ 47 h 234"/>
                <a:gd name="T16" fmla="*/ 187 w 234"/>
                <a:gd name="T17" fmla="*/ 117 h 234"/>
                <a:gd name="T18" fmla="*/ 117 w 234"/>
                <a:gd name="T19" fmla="*/ 18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4">
                  <a:moveTo>
                    <a:pt x="117" y="0"/>
                  </a:moveTo>
                  <a:cubicBezTo>
                    <a:pt x="52" y="0"/>
                    <a:pt x="0" y="52"/>
                    <a:pt x="0" y="117"/>
                  </a:cubicBezTo>
                  <a:cubicBezTo>
                    <a:pt x="0" y="182"/>
                    <a:pt x="52" y="234"/>
                    <a:pt x="117" y="234"/>
                  </a:cubicBezTo>
                  <a:cubicBezTo>
                    <a:pt x="182" y="234"/>
                    <a:pt x="234" y="182"/>
                    <a:pt x="234" y="117"/>
                  </a:cubicBezTo>
                  <a:cubicBezTo>
                    <a:pt x="234" y="52"/>
                    <a:pt x="182" y="0"/>
                    <a:pt x="117" y="0"/>
                  </a:cubicBezTo>
                  <a:close/>
                  <a:moveTo>
                    <a:pt x="117" y="187"/>
                  </a:moveTo>
                  <a:cubicBezTo>
                    <a:pt x="78" y="187"/>
                    <a:pt x="47" y="156"/>
                    <a:pt x="47" y="117"/>
                  </a:cubicBezTo>
                  <a:cubicBezTo>
                    <a:pt x="47" y="78"/>
                    <a:pt x="78" y="47"/>
                    <a:pt x="117" y="47"/>
                  </a:cubicBezTo>
                  <a:cubicBezTo>
                    <a:pt x="156" y="47"/>
                    <a:pt x="187" y="78"/>
                    <a:pt x="187" y="117"/>
                  </a:cubicBezTo>
                  <a:cubicBezTo>
                    <a:pt x="187" y="156"/>
                    <a:pt x="156" y="187"/>
                    <a:pt x="117"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88" name="Group 387">
            <a:extLst>
              <a:ext uri="{FF2B5EF4-FFF2-40B4-BE49-F238E27FC236}">
                <a16:creationId xmlns:a16="http://schemas.microsoft.com/office/drawing/2014/main" id="{6DE4A397-7726-C8C6-0B6C-5C64A1AF6AC3}"/>
              </a:ext>
            </a:extLst>
          </p:cNvPr>
          <p:cNvGrpSpPr/>
          <p:nvPr/>
        </p:nvGrpSpPr>
        <p:grpSpPr>
          <a:xfrm>
            <a:off x="1562101" y="2481263"/>
            <a:ext cx="338138" cy="338138"/>
            <a:chOff x="1562101" y="2481263"/>
            <a:chExt cx="338138" cy="338138"/>
          </a:xfrm>
        </p:grpSpPr>
        <p:sp>
          <p:nvSpPr>
            <p:cNvPr id="389" name="Freeform 314">
              <a:extLst>
                <a:ext uri="{FF2B5EF4-FFF2-40B4-BE49-F238E27FC236}">
                  <a16:creationId xmlns:a16="http://schemas.microsoft.com/office/drawing/2014/main" id="{D2A9E07D-9D87-1E4D-59EA-954BBDE00F8A}"/>
                </a:ext>
              </a:extLst>
            </p:cNvPr>
            <p:cNvSpPr>
              <a:spLocks/>
            </p:cNvSpPr>
            <p:nvPr userDrawn="1"/>
          </p:nvSpPr>
          <p:spPr bwMode="auto">
            <a:xfrm>
              <a:off x="1641476" y="2693988"/>
              <a:ext cx="179388" cy="39688"/>
            </a:xfrm>
            <a:custGeom>
              <a:avLst/>
              <a:gdLst>
                <a:gd name="T0" fmla="*/ 479 w 498"/>
                <a:gd name="T1" fmla="*/ 3 h 108"/>
                <a:gd name="T2" fmla="*/ 461 w 498"/>
                <a:gd name="T3" fmla="*/ 22 h 108"/>
                <a:gd name="T4" fmla="*/ 461 w 498"/>
                <a:gd name="T5" fmla="*/ 71 h 108"/>
                <a:gd name="T6" fmla="*/ 37 w 498"/>
                <a:gd name="T7" fmla="*/ 71 h 108"/>
                <a:gd name="T8" fmla="*/ 37 w 498"/>
                <a:gd name="T9" fmla="*/ 18 h 108"/>
                <a:gd name="T10" fmla="*/ 18 w 498"/>
                <a:gd name="T11" fmla="*/ 0 h 108"/>
                <a:gd name="T12" fmla="*/ 0 w 498"/>
                <a:gd name="T13" fmla="*/ 18 h 108"/>
                <a:gd name="T14" fmla="*/ 0 w 498"/>
                <a:gd name="T15" fmla="*/ 89 h 108"/>
                <a:gd name="T16" fmla="*/ 18 w 498"/>
                <a:gd name="T17" fmla="*/ 108 h 108"/>
                <a:gd name="T18" fmla="*/ 479 w 498"/>
                <a:gd name="T19" fmla="*/ 108 h 108"/>
                <a:gd name="T20" fmla="*/ 498 w 498"/>
                <a:gd name="T21" fmla="*/ 89 h 108"/>
                <a:gd name="T22" fmla="*/ 498 w 498"/>
                <a:gd name="T23" fmla="*/ 22 h 108"/>
                <a:gd name="T24" fmla="*/ 479 w 498"/>
                <a:gd name="T25"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8" h="108">
                  <a:moveTo>
                    <a:pt x="479" y="3"/>
                  </a:moveTo>
                  <a:cubicBezTo>
                    <a:pt x="469" y="3"/>
                    <a:pt x="461" y="12"/>
                    <a:pt x="461" y="22"/>
                  </a:cubicBezTo>
                  <a:lnTo>
                    <a:pt x="461" y="71"/>
                  </a:lnTo>
                  <a:lnTo>
                    <a:pt x="37" y="71"/>
                  </a:lnTo>
                  <a:lnTo>
                    <a:pt x="37" y="18"/>
                  </a:lnTo>
                  <a:cubicBezTo>
                    <a:pt x="37" y="8"/>
                    <a:pt x="29" y="0"/>
                    <a:pt x="18" y="0"/>
                  </a:cubicBezTo>
                  <a:cubicBezTo>
                    <a:pt x="8" y="0"/>
                    <a:pt x="0" y="8"/>
                    <a:pt x="0" y="18"/>
                  </a:cubicBezTo>
                  <a:lnTo>
                    <a:pt x="0" y="89"/>
                  </a:lnTo>
                  <a:cubicBezTo>
                    <a:pt x="0" y="100"/>
                    <a:pt x="8" y="108"/>
                    <a:pt x="18" y="108"/>
                  </a:cubicBezTo>
                  <a:lnTo>
                    <a:pt x="479" y="108"/>
                  </a:lnTo>
                  <a:cubicBezTo>
                    <a:pt x="490" y="108"/>
                    <a:pt x="498" y="100"/>
                    <a:pt x="498" y="89"/>
                  </a:cubicBezTo>
                  <a:lnTo>
                    <a:pt x="498" y="22"/>
                  </a:lnTo>
                  <a:cubicBezTo>
                    <a:pt x="498" y="12"/>
                    <a:pt x="490" y="3"/>
                    <a:pt x="479" y="3"/>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90" name="Freeform 315">
              <a:extLst>
                <a:ext uri="{FF2B5EF4-FFF2-40B4-BE49-F238E27FC236}">
                  <a16:creationId xmlns:a16="http://schemas.microsoft.com/office/drawing/2014/main" id="{078D8420-DBA5-E4DD-3BA8-1148667CD488}"/>
                </a:ext>
              </a:extLst>
            </p:cNvPr>
            <p:cNvSpPr>
              <a:spLocks/>
            </p:cNvSpPr>
            <p:nvPr userDrawn="1"/>
          </p:nvSpPr>
          <p:spPr bwMode="auto">
            <a:xfrm>
              <a:off x="1671638" y="2566988"/>
              <a:ext cx="120650" cy="138113"/>
            </a:xfrm>
            <a:custGeom>
              <a:avLst/>
              <a:gdLst>
                <a:gd name="T0" fmla="*/ 154 w 334"/>
                <a:gd name="T1" fmla="*/ 373 h 381"/>
                <a:gd name="T2" fmla="*/ 180 w 334"/>
                <a:gd name="T3" fmla="*/ 373 h 381"/>
                <a:gd name="T4" fmla="*/ 327 w 334"/>
                <a:gd name="T5" fmla="*/ 221 h 381"/>
                <a:gd name="T6" fmla="*/ 321 w 334"/>
                <a:gd name="T7" fmla="*/ 208 h 381"/>
                <a:gd name="T8" fmla="*/ 281 w 334"/>
                <a:gd name="T9" fmla="*/ 208 h 381"/>
                <a:gd name="T10" fmla="*/ 281 w 334"/>
                <a:gd name="T11" fmla="*/ 6 h 381"/>
                <a:gd name="T12" fmla="*/ 275 w 334"/>
                <a:gd name="T13" fmla="*/ 0 h 381"/>
                <a:gd name="T14" fmla="*/ 59 w 334"/>
                <a:gd name="T15" fmla="*/ 0 h 381"/>
                <a:gd name="T16" fmla="*/ 53 w 334"/>
                <a:gd name="T17" fmla="*/ 6 h 381"/>
                <a:gd name="T18" fmla="*/ 53 w 334"/>
                <a:gd name="T19" fmla="*/ 208 h 381"/>
                <a:gd name="T20" fmla="*/ 13 w 334"/>
                <a:gd name="T21" fmla="*/ 208 h 381"/>
                <a:gd name="T22" fmla="*/ 7 w 334"/>
                <a:gd name="T23" fmla="*/ 221 h 381"/>
                <a:gd name="T24" fmla="*/ 154 w 334"/>
                <a:gd name="T25" fmla="*/ 373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4" h="381">
                  <a:moveTo>
                    <a:pt x="154" y="373"/>
                  </a:moveTo>
                  <a:cubicBezTo>
                    <a:pt x="161" y="381"/>
                    <a:pt x="173" y="381"/>
                    <a:pt x="180" y="373"/>
                  </a:cubicBezTo>
                  <a:lnTo>
                    <a:pt x="327" y="221"/>
                  </a:lnTo>
                  <a:cubicBezTo>
                    <a:pt x="334" y="214"/>
                    <a:pt x="331" y="208"/>
                    <a:pt x="321" y="208"/>
                  </a:cubicBezTo>
                  <a:lnTo>
                    <a:pt x="281" y="208"/>
                  </a:lnTo>
                  <a:lnTo>
                    <a:pt x="281" y="6"/>
                  </a:lnTo>
                  <a:cubicBezTo>
                    <a:pt x="281" y="2"/>
                    <a:pt x="278" y="0"/>
                    <a:pt x="275" y="0"/>
                  </a:cubicBezTo>
                  <a:lnTo>
                    <a:pt x="59" y="0"/>
                  </a:lnTo>
                  <a:cubicBezTo>
                    <a:pt x="56" y="0"/>
                    <a:pt x="53" y="2"/>
                    <a:pt x="53" y="6"/>
                  </a:cubicBezTo>
                  <a:lnTo>
                    <a:pt x="53" y="208"/>
                  </a:lnTo>
                  <a:lnTo>
                    <a:pt x="13" y="208"/>
                  </a:lnTo>
                  <a:cubicBezTo>
                    <a:pt x="2" y="208"/>
                    <a:pt x="0" y="214"/>
                    <a:pt x="7" y="221"/>
                  </a:cubicBezTo>
                  <a:lnTo>
                    <a:pt x="154" y="373"/>
                  </a:lnTo>
                  <a:close/>
                </a:path>
              </a:pathLst>
            </a:custGeom>
            <a:solidFill>
              <a:srgbClr val="EC0000"/>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l-GR"/>
            </a:p>
          </p:txBody>
        </p:sp>
        <p:sp>
          <p:nvSpPr>
            <p:cNvPr id="391" name="Freeform 316">
              <a:extLst>
                <a:ext uri="{FF2B5EF4-FFF2-40B4-BE49-F238E27FC236}">
                  <a16:creationId xmlns:a16="http://schemas.microsoft.com/office/drawing/2014/main" id="{30B3FB0E-7BE3-BC44-41A6-191E726700CF}"/>
                </a:ext>
              </a:extLst>
            </p:cNvPr>
            <p:cNvSpPr>
              <a:spLocks noEditPoints="1"/>
            </p:cNvSpPr>
            <p:nvPr userDrawn="1"/>
          </p:nvSpPr>
          <p:spPr bwMode="auto">
            <a:xfrm>
              <a:off x="1562101" y="2481263"/>
              <a:ext cx="338138" cy="338138"/>
            </a:xfrm>
            <a:custGeom>
              <a:avLst/>
              <a:gdLst>
                <a:gd name="T0" fmla="*/ 468 w 936"/>
                <a:gd name="T1" fmla="*/ 873 h 936"/>
                <a:gd name="T2" fmla="*/ 63 w 936"/>
                <a:gd name="T3" fmla="*/ 468 h 936"/>
                <a:gd name="T4" fmla="*/ 468 w 936"/>
                <a:gd name="T5" fmla="*/ 64 h 936"/>
                <a:gd name="T6" fmla="*/ 873 w 936"/>
                <a:gd name="T7" fmla="*/ 468 h 936"/>
                <a:gd name="T8" fmla="*/ 468 w 936"/>
                <a:gd name="T9" fmla="*/ 873 h 936"/>
                <a:gd name="T10" fmla="*/ 468 w 936"/>
                <a:gd name="T11" fmla="*/ 0 h 936"/>
                <a:gd name="T12" fmla="*/ 0 w 936"/>
                <a:gd name="T13" fmla="*/ 468 h 936"/>
                <a:gd name="T14" fmla="*/ 468 w 936"/>
                <a:gd name="T15" fmla="*/ 936 h 936"/>
                <a:gd name="T16" fmla="*/ 936 w 936"/>
                <a:gd name="T17" fmla="*/ 468 h 936"/>
                <a:gd name="T18" fmla="*/ 468 w 936"/>
                <a:gd name="T19"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936">
                  <a:moveTo>
                    <a:pt x="468" y="873"/>
                  </a:moveTo>
                  <a:cubicBezTo>
                    <a:pt x="245" y="873"/>
                    <a:pt x="63" y="692"/>
                    <a:pt x="63" y="468"/>
                  </a:cubicBezTo>
                  <a:cubicBezTo>
                    <a:pt x="63" y="245"/>
                    <a:pt x="245" y="64"/>
                    <a:pt x="468" y="64"/>
                  </a:cubicBezTo>
                  <a:cubicBezTo>
                    <a:pt x="691" y="64"/>
                    <a:pt x="873" y="245"/>
                    <a:pt x="873" y="468"/>
                  </a:cubicBezTo>
                  <a:cubicBezTo>
                    <a:pt x="873" y="692"/>
                    <a:pt x="691" y="873"/>
                    <a:pt x="468" y="873"/>
                  </a:cubicBezTo>
                  <a:close/>
                  <a:moveTo>
                    <a:pt x="468" y="0"/>
                  </a:moveTo>
                  <a:cubicBezTo>
                    <a:pt x="210" y="0"/>
                    <a:pt x="0" y="210"/>
                    <a:pt x="0" y="468"/>
                  </a:cubicBezTo>
                  <a:cubicBezTo>
                    <a:pt x="0" y="726"/>
                    <a:pt x="210" y="936"/>
                    <a:pt x="468" y="936"/>
                  </a:cubicBezTo>
                  <a:cubicBezTo>
                    <a:pt x="726" y="936"/>
                    <a:pt x="936" y="726"/>
                    <a:pt x="936" y="468"/>
                  </a:cubicBezTo>
                  <a:cubicBezTo>
                    <a:pt x="936" y="210"/>
                    <a:pt x="726" y="0"/>
                    <a:pt x="468"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92" name="Group 391">
            <a:extLst>
              <a:ext uri="{FF2B5EF4-FFF2-40B4-BE49-F238E27FC236}">
                <a16:creationId xmlns:a16="http://schemas.microsoft.com/office/drawing/2014/main" id="{303F88DC-4A8F-AC37-0786-122965D699EB}"/>
              </a:ext>
            </a:extLst>
          </p:cNvPr>
          <p:cNvGrpSpPr/>
          <p:nvPr/>
        </p:nvGrpSpPr>
        <p:grpSpPr>
          <a:xfrm>
            <a:off x="10139363" y="3355976"/>
            <a:ext cx="444501" cy="373063"/>
            <a:chOff x="10139363" y="3355976"/>
            <a:chExt cx="444501" cy="373063"/>
          </a:xfrm>
        </p:grpSpPr>
        <p:sp>
          <p:nvSpPr>
            <p:cNvPr id="393" name="Freeform 317">
              <a:extLst>
                <a:ext uri="{FF2B5EF4-FFF2-40B4-BE49-F238E27FC236}">
                  <a16:creationId xmlns:a16="http://schemas.microsoft.com/office/drawing/2014/main" id="{3103C88B-BE2D-96C5-C82F-9BC31AE9C90B}"/>
                </a:ext>
              </a:extLst>
            </p:cNvPr>
            <p:cNvSpPr>
              <a:spLocks noEditPoints="1"/>
            </p:cNvSpPr>
            <p:nvPr userDrawn="1"/>
          </p:nvSpPr>
          <p:spPr bwMode="auto">
            <a:xfrm>
              <a:off x="10139363" y="3355976"/>
              <a:ext cx="352425" cy="319088"/>
            </a:xfrm>
            <a:custGeom>
              <a:avLst/>
              <a:gdLst>
                <a:gd name="T0" fmla="*/ 488 w 977"/>
                <a:gd name="T1" fmla="*/ 50 h 883"/>
                <a:gd name="T2" fmla="*/ 50 w 977"/>
                <a:gd name="T3" fmla="*/ 391 h 883"/>
                <a:gd name="T4" fmla="*/ 299 w 977"/>
                <a:gd name="T5" fmla="*/ 697 h 883"/>
                <a:gd name="T6" fmla="*/ 313 w 977"/>
                <a:gd name="T7" fmla="*/ 712 h 883"/>
                <a:gd name="T8" fmla="*/ 313 w 977"/>
                <a:gd name="T9" fmla="*/ 732 h 883"/>
                <a:gd name="T10" fmla="*/ 310 w 977"/>
                <a:gd name="T11" fmla="*/ 737 h 883"/>
                <a:gd name="T12" fmla="*/ 302 w 977"/>
                <a:gd name="T13" fmla="*/ 752 h 883"/>
                <a:gd name="T14" fmla="*/ 237 w 977"/>
                <a:gd name="T15" fmla="*/ 830 h 883"/>
                <a:gd name="T16" fmla="*/ 434 w 977"/>
                <a:gd name="T17" fmla="*/ 738 h 883"/>
                <a:gd name="T18" fmla="*/ 453 w 977"/>
                <a:gd name="T19" fmla="*/ 730 h 883"/>
                <a:gd name="T20" fmla="*/ 488 w 977"/>
                <a:gd name="T21" fmla="*/ 731 h 883"/>
                <a:gd name="T22" fmla="*/ 927 w 977"/>
                <a:gd name="T23" fmla="*/ 391 h 883"/>
                <a:gd name="T24" fmla="*/ 488 w 977"/>
                <a:gd name="T25" fmla="*/ 50 h 883"/>
                <a:gd name="T26" fmla="*/ 186 w 977"/>
                <a:gd name="T27" fmla="*/ 883 h 883"/>
                <a:gd name="T28" fmla="*/ 150 w 977"/>
                <a:gd name="T29" fmla="*/ 881 h 883"/>
                <a:gd name="T30" fmla="*/ 127 w 977"/>
                <a:gd name="T31" fmla="*/ 861 h 883"/>
                <a:gd name="T32" fmla="*/ 141 w 977"/>
                <a:gd name="T33" fmla="*/ 834 h 883"/>
                <a:gd name="T34" fmla="*/ 255 w 977"/>
                <a:gd name="T35" fmla="*/ 734 h 883"/>
                <a:gd name="T36" fmla="*/ 0 w 977"/>
                <a:gd name="T37" fmla="*/ 391 h 883"/>
                <a:gd name="T38" fmla="*/ 488 w 977"/>
                <a:gd name="T39" fmla="*/ 0 h 883"/>
                <a:gd name="T40" fmla="*/ 977 w 977"/>
                <a:gd name="T41" fmla="*/ 391 h 883"/>
                <a:gd name="T42" fmla="*/ 488 w 977"/>
                <a:gd name="T43" fmla="*/ 781 h 883"/>
                <a:gd name="T44" fmla="*/ 462 w 977"/>
                <a:gd name="T45" fmla="*/ 780 h 883"/>
                <a:gd name="T46" fmla="*/ 186 w 977"/>
                <a:gd name="T47" fmla="*/ 883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7" h="883">
                  <a:moveTo>
                    <a:pt x="488" y="50"/>
                  </a:moveTo>
                  <a:cubicBezTo>
                    <a:pt x="246" y="50"/>
                    <a:pt x="50" y="203"/>
                    <a:pt x="50" y="391"/>
                  </a:cubicBezTo>
                  <a:cubicBezTo>
                    <a:pt x="50" y="521"/>
                    <a:pt x="148" y="641"/>
                    <a:pt x="299" y="697"/>
                  </a:cubicBezTo>
                  <a:cubicBezTo>
                    <a:pt x="306" y="700"/>
                    <a:pt x="311" y="705"/>
                    <a:pt x="313" y="712"/>
                  </a:cubicBezTo>
                  <a:cubicBezTo>
                    <a:pt x="316" y="718"/>
                    <a:pt x="316" y="726"/>
                    <a:pt x="313" y="732"/>
                  </a:cubicBezTo>
                  <a:lnTo>
                    <a:pt x="310" y="737"/>
                  </a:lnTo>
                  <a:cubicBezTo>
                    <a:pt x="308" y="742"/>
                    <a:pt x="305" y="748"/>
                    <a:pt x="302" y="752"/>
                  </a:cubicBezTo>
                  <a:cubicBezTo>
                    <a:pt x="285" y="781"/>
                    <a:pt x="263" y="807"/>
                    <a:pt x="237" y="830"/>
                  </a:cubicBezTo>
                  <a:cubicBezTo>
                    <a:pt x="316" y="820"/>
                    <a:pt x="385" y="788"/>
                    <a:pt x="434" y="738"/>
                  </a:cubicBezTo>
                  <a:cubicBezTo>
                    <a:pt x="439" y="732"/>
                    <a:pt x="446" y="729"/>
                    <a:pt x="453" y="730"/>
                  </a:cubicBezTo>
                  <a:cubicBezTo>
                    <a:pt x="468" y="731"/>
                    <a:pt x="478" y="731"/>
                    <a:pt x="488" y="731"/>
                  </a:cubicBezTo>
                  <a:cubicBezTo>
                    <a:pt x="730" y="731"/>
                    <a:pt x="927" y="579"/>
                    <a:pt x="927" y="391"/>
                  </a:cubicBezTo>
                  <a:cubicBezTo>
                    <a:pt x="927" y="203"/>
                    <a:pt x="730" y="50"/>
                    <a:pt x="488" y="50"/>
                  </a:cubicBezTo>
                  <a:close/>
                  <a:moveTo>
                    <a:pt x="186" y="883"/>
                  </a:moveTo>
                  <a:cubicBezTo>
                    <a:pt x="174" y="883"/>
                    <a:pt x="162" y="882"/>
                    <a:pt x="150" y="881"/>
                  </a:cubicBezTo>
                  <a:cubicBezTo>
                    <a:pt x="139" y="880"/>
                    <a:pt x="129" y="872"/>
                    <a:pt x="127" y="861"/>
                  </a:cubicBezTo>
                  <a:cubicBezTo>
                    <a:pt x="125" y="850"/>
                    <a:pt x="131" y="839"/>
                    <a:pt x="141" y="834"/>
                  </a:cubicBezTo>
                  <a:cubicBezTo>
                    <a:pt x="190" y="810"/>
                    <a:pt x="228" y="776"/>
                    <a:pt x="255" y="734"/>
                  </a:cubicBezTo>
                  <a:cubicBezTo>
                    <a:pt x="99" y="666"/>
                    <a:pt x="0" y="534"/>
                    <a:pt x="0" y="391"/>
                  </a:cubicBezTo>
                  <a:cubicBezTo>
                    <a:pt x="0" y="176"/>
                    <a:pt x="219" y="0"/>
                    <a:pt x="488" y="0"/>
                  </a:cubicBezTo>
                  <a:cubicBezTo>
                    <a:pt x="758" y="0"/>
                    <a:pt x="977" y="176"/>
                    <a:pt x="977" y="391"/>
                  </a:cubicBezTo>
                  <a:cubicBezTo>
                    <a:pt x="977" y="606"/>
                    <a:pt x="758" y="781"/>
                    <a:pt x="488" y="781"/>
                  </a:cubicBezTo>
                  <a:cubicBezTo>
                    <a:pt x="479" y="781"/>
                    <a:pt x="470" y="781"/>
                    <a:pt x="462" y="780"/>
                  </a:cubicBezTo>
                  <a:cubicBezTo>
                    <a:pt x="393" y="846"/>
                    <a:pt x="296" y="883"/>
                    <a:pt x="186" y="883"/>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94" name="Freeform 318">
              <a:extLst>
                <a:ext uri="{FF2B5EF4-FFF2-40B4-BE49-F238E27FC236}">
                  <a16:creationId xmlns:a16="http://schemas.microsoft.com/office/drawing/2014/main" id="{A2E06951-B217-DBEA-DA44-7EA6500736D5}"/>
                </a:ext>
              </a:extLst>
            </p:cNvPr>
            <p:cNvSpPr>
              <a:spLocks/>
            </p:cNvSpPr>
            <p:nvPr userDrawn="1"/>
          </p:nvSpPr>
          <p:spPr bwMode="auto">
            <a:xfrm>
              <a:off x="10299701" y="3473451"/>
              <a:ext cx="284163" cy="255588"/>
            </a:xfrm>
            <a:custGeom>
              <a:avLst/>
              <a:gdLst>
                <a:gd name="T0" fmla="*/ 620 w 787"/>
                <a:gd name="T1" fmla="*/ 708 h 708"/>
                <a:gd name="T2" fmla="*/ 449 w 787"/>
                <a:gd name="T3" fmla="*/ 656 h 708"/>
                <a:gd name="T4" fmla="*/ 430 w 787"/>
                <a:gd name="T5" fmla="*/ 660 h 708"/>
                <a:gd name="T6" fmla="*/ 5 w 787"/>
                <a:gd name="T7" fmla="*/ 465 h 708"/>
                <a:gd name="T8" fmla="*/ 18 w 787"/>
                <a:gd name="T9" fmla="*/ 432 h 708"/>
                <a:gd name="T10" fmla="*/ 51 w 787"/>
                <a:gd name="T11" fmla="*/ 445 h 708"/>
                <a:gd name="T12" fmla="*/ 421 w 787"/>
                <a:gd name="T13" fmla="*/ 611 h 708"/>
                <a:gd name="T14" fmla="*/ 448 w 787"/>
                <a:gd name="T15" fmla="*/ 604 h 708"/>
                <a:gd name="T16" fmla="*/ 470 w 787"/>
                <a:gd name="T17" fmla="*/ 609 h 708"/>
                <a:gd name="T18" fmla="*/ 620 w 787"/>
                <a:gd name="T19" fmla="*/ 658 h 708"/>
                <a:gd name="T20" fmla="*/ 622 w 787"/>
                <a:gd name="T21" fmla="*/ 658 h 708"/>
                <a:gd name="T22" fmla="*/ 568 w 787"/>
                <a:gd name="T23" fmla="*/ 607 h 708"/>
                <a:gd name="T24" fmla="*/ 559 w 787"/>
                <a:gd name="T25" fmla="*/ 595 h 708"/>
                <a:gd name="T26" fmla="*/ 555 w 787"/>
                <a:gd name="T27" fmla="*/ 573 h 708"/>
                <a:gd name="T28" fmla="*/ 564 w 787"/>
                <a:gd name="T29" fmla="*/ 556 h 708"/>
                <a:gd name="T30" fmla="*/ 719 w 787"/>
                <a:gd name="T31" fmla="*/ 262 h 708"/>
                <a:gd name="T32" fmla="*/ 509 w 787"/>
                <a:gd name="T33" fmla="*/ 52 h 708"/>
                <a:gd name="T34" fmla="*/ 490 w 787"/>
                <a:gd name="T35" fmla="*/ 22 h 708"/>
                <a:gd name="T36" fmla="*/ 520 w 787"/>
                <a:gd name="T37" fmla="*/ 4 h 708"/>
                <a:gd name="T38" fmla="*/ 768 w 787"/>
                <a:gd name="T39" fmla="*/ 255 h 708"/>
                <a:gd name="T40" fmla="*/ 613 w 787"/>
                <a:gd name="T41" fmla="*/ 583 h 708"/>
                <a:gd name="T42" fmla="*/ 713 w 787"/>
                <a:gd name="T43" fmla="*/ 648 h 708"/>
                <a:gd name="T44" fmla="*/ 730 w 787"/>
                <a:gd name="T45" fmla="*/ 673 h 708"/>
                <a:gd name="T46" fmla="*/ 712 w 787"/>
                <a:gd name="T47" fmla="*/ 696 h 708"/>
                <a:gd name="T48" fmla="*/ 620 w 787"/>
                <a:gd name="T49"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87" h="708">
                  <a:moveTo>
                    <a:pt x="620" y="708"/>
                  </a:moveTo>
                  <a:cubicBezTo>
                    <a:pt x="556" y="708"/>
                    <a:pt x="497" y="690"/>
                    <a:pt x="449" y="656"/>
                  </a:cubicBezTo>
                  <a:cubicBezTo>
                    <a:pt x="442" y="657"/>
                    <a:pt x="436" y="659"/>
                    <a:pt x="430" y="660"/>
                  </a:cubicBezTo>
                  <a:cubicBezTo>
                    <a:pt x="247" y="693"/>
                    <a:pt x="68" y="611"/>
                    <a:pt x="5" y="465"/>
                  </a:cubicBezTo>
                  <a:cubicBezTo>
                    <a:pt x="0" y="452"/>
                    <a:pt x="6" y="438"/>
                    <a:pt x="18" y="432"/>
                  </a:cubicBezTo>
                  <a:cubicBezTo>
                    <a:pt x="31" y="427"/>
                    <a:pt x="46" y="433"/>
                    <a:pt x="51" y="445"/>
                  </a:cubicBezTo>
                  <a:cubicBezTo>
                    <a:pt x="105" y="570"/>
                    <a:pt x="260" y="640"/>
                    <a:pt x="421" y="611"/>
                  </a:cubicBezTo>
                  <a:cubicBezTo>
                    <a:pt x="430" y="609"/>
                    <a:pt x="439" y="607"/>
                    <a:pt x="448" y="604"/>
                  </a:cubicBezTo>
                  <a:cubicBezTo>
                    <a:pt x="455" y="603"/>
                    <a:pt x="464" y="604"/>
                    <a:pt x="470" y="609"/>
                  </a:cubicBezTo>
                  <a:cubicBezTo>
                    <a:pt x="511" y="641"/>
                    <a:pt x="563" y="658"/>
                    <a:pt x="620" y="658"/>
                  </a:cubicBezTo>
                  <a:cubicBezTo>
                    <a:pt x="620" y="658"/>
                    <a:pt x="621" y="658"/>
                    <a:pt x="622" y="658"/>
                  </a:cubicBezTo>
                  <a:cubicBezTo>
                    <a:pt x="602" y="644"/>
                    <a:pt x="584" y="627"/>
                    <a:pt x="568" y="607"/>
                  </a:cubicBezTo>
                  <a:cubicBezTo>
                    <a:pt x="565" y="603"/>
                    <a:pt x="562" y="599"/>
                    <a:pt x="559" y="595"/>
                  </a:cubicBezTo>
                  <a:cubicBezTo>
                    <a:pt x="556" y="589"/>
                    <a:pt x="553" y="580"/>
                    <a:pt x="555" y="573"/>
                  </a:cubicBezTo>
                  <a:cubicBezTo>
                    <a:pt x="556" y="567"/>
                    <a:pt x="559" y="559"/>
                    <a:pt x="564" y="556"/>
                  </a:cubicBezTo>
                  <a:cubicBezTo>
                    <a:pt x="676" y="487"/>
                    <a:pt x="736" y="372"/>
                    <a:pt x="719" y="262"/>
                  </a:cubicBezTo>
                  <a:cubicBezTo>
                    <a:pt x="705" y="174"/>
                    <a:pt x="607" y="75"/>
                    <a:pt x="509" y="52"/>
                  </a:cubicBezTo>
                  <a:cubicBezTo>
                    <a:pt x="495" y="49"/>
                    <a:pt x="487" y="36"/>
                    <a:pt x="490" y="22"/>
                  </a:cubicBezTo>
                  <a:cubicBezTo>
                    <a:pt x="494" y="9"/>
                    <a:pt x="507" y="0"/>
                    <a:pt x="520" y="4"/>
                  </a:cubicBezTo>
                  <a:cubicBezTo>
                    <a:pt x="640" y="32"/>
                    <a:pt x="751" y="144"/>
                    <a:pt x="768" y="255"/>
                  </a:cubicBezTo>
                  <a:cubicBezTo>
                    <a:pt x="787" y="376"/>
                    <a:pt x="727" y="502"/>
                    <a:pt x="613" y="583"/>
                  </a:cubicBezTo>
                  <a:cubicBezTo>
                    <a:pt x="639" y="613"/>
                    <a:pt x="673" y="635"/>
                    <a:pt x="713" y="648"/>
                  </a:cubicBezTo>
                  <a:cubicBezTo>
                    <a:pt x="723" y="652"/>
                    <a:pt x="731" y="661"/>
                    <a:pt x="730" y="673"/>
                  </a:cubicBezTo>
                  <a:cubicBezTo>
                    <a:pt x="730" y="684"/>
                    <a:pt x="722" y="693"/>
                    <a:pt x="712" y="696"/>
                  </a:cubicBezTo>
                  <a:cubicBezTo>
                    <a:pt x="680" y="704"/>
                    <a:pt x="650" y="708"/>
                    <a:pt x="620" y="708"/>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95" name="Oval 319">
              <a:extLst>
                <a:ext uri="{FF2B5EF4-FFF2-40B4-BE49-F238E27FC236}">
                  <a16:creationId xmlns:a16="http://schemas.microsoft.com/office/drawing/2014/main" id="{0E6E9E39-B186-4F7B-C457-3A7F87B801B1}"/>
                </a:ext>
              </a:extLst>
            </p:cNvPr>
            <p:cNvSpPr>
              <a:spLocks noChangeArrowheads="1"/>
            </p:cNvSpPr>
            <p:nvPr userDrawn="1"/>
          </p:nvSpPr>
          <p:spPr bwMode="auto">
            <a:xfrm>
              <a:off x="10221913" y="3481388"/>
              <a:ext cx="38100" cy="38100"/>
            </a:xfrm>
            <a:prstGeom prst="ellipse">
              <a:avLst/>
            </a:pr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96" name="Oval 320">
              <a:extLst>
                <a:ext uri="{FF2B5EF4-FFF2-40B4-BE49-F238E27FC236}">
                  <a16:creationId xmlns:a16="http://schemas.microsoft.com/office/drawing/2014/main" id="{BA0FFF39-8686-E0C9-618A-01DB43665D10}"/>
                </a:ext>
              </a:extLst>
            </p:cNvPr>
            <p:cNvSpPr>
              <a:spLocks noChangeArrowheads="1"/>
            </p:cNvSpPr>
            <p:nvPr userDrawn="1"/>
          </p:nvSpPr>
          <p:spPr bwMode="auto">
            <a:xfrm>
              <a:off x="10298113" y="3481388"/>
              <a:ext cx="38100" cy="38100"/>
            </a:xfrm>
            <a:prstGeom prst="ellipse">
              <a:avLst/>
            </a:pr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397" name="Oval 321">
              <a:extLst>
                <a:ext uri="{FF2B5EF4-FFF2-40B4-BE49-F238E27FC236}">
                  <a16:creationId xmlns:a16="http://schemas.microsoft.com/office/drawing/2014/main" id="{0C5DFE71-9394-1F3C-B7B8-EA5381B94079}"/>
                </a:ext>
              </a:extLst>
            </p:cNvPr>
            <p:cNvSpPr>
              <a:spLocks noChangeArrowheads="1"/>
            </p:cNvSpPr>
            <p:nvPr userDrawn="1"/>
          </p:nvSpPr>
          <p:spPr bwMode="auto">
            <a:xfrm>
              <a:off x="10374313" y="3481388"/>
              <a:ext cx="38100" cy="38100"/>
            </a:xfrm>
            <a:prstGeom prst="ellipse">
              <a:avLst/>
            </a:pr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398" name="Group 397">
            <a:extLst>
              <a:ext uri="{FF2B5EF4-FFF2-40B4-BE49-F238E27FC236}">
                <a16:creationId xmlns:a16="http://schemas.microsoft.com/office/drawing/2014/main" id="{06A986AD-6AF9-88FE-EA27-05379CB6C92D}"/>
              </a:ext>
            </a:extLst>
          </p:cNvPr>
          <p:cNvGrpSpPr/>
          <p:nvPr/>
        </p:nvGrpSpPr>
        <p:grpSpPr>
          <a:xfrm>
            <a:off x="8094663" y="3136901"/>
            <a:ext cx="733425" cy="615950"/>
            <a:chOff x="8094663" y="3136901"/>
            <a:chExt cx="733425" cy="615950"/>
          </a:xfrm>
        </p:grpSpPr>
        <p:sp>
          <p:nvSpPr>
            <p:cNvPr id="399" name="Freeform 322">
              <a:extLst>
                <a:ext uri="{FF2B5EF4-FFF2-40B4-BE49-F238E27FC236}">
                  <a16:creationId xmlns:a16="http://schemas.microsoft.com/office/drawing/2014/main" id="{79A1DCE1-B41E-71FA-BEF4-8B4A9695DCF6}"/>
                </a:ext>
              </a:extLst>
            </p:cNvPr>
            <p:cNvSpPr>
              <a:spLocks/>
            </p:cNvSpPr>
            <p:nvPr userDrawn="1"/>
          </p:nvSpPr>
          <p:spPr bwMode="auto">
            <a:xfrm>
              <a:off x="8094663" y="3136901"/>
              <a:ext cx="733425" cy="447675"/>
            </a:xfrm>
            <a:custGeom>
              <a:avLst/>
              <a:gdLst>
                <a:gd name="T0" fmla="*/ 2001 w 2030"/>
                <a:gd name="T1" fmla="*/ 803 h 1239"/>
                <a:gd name="T2" fmla="*/ 1669 w 2030"/>
                <a:gd name="T3" fmla="*/ 552 h 1239"/>
                <a:gd name="T4" fmla="*/ 1634 w 2030"/>
                <a:gd name="T5" fmla="*/ 552 h 1239"/>
                <a:gd name="T6" fmla="*/ 1551 w 2030"/>
                <a:gd name="T7" fmla="*/ 222 h 1239"/>
                <a:gd name="T8" fmla="*/ 1242 w 2030"/>
                <a:gd name="T9" fmla="*/ 11 h 1239"/>
                <a:gd name="T10" fmla="*/ 1142 w 2030"/>
                <a:gd name="T11" fmla="*/ 0 h 1239"/>
                <a:gd name="T12" fmla="*/ 715 w 2030"/>
                <a:gd name="T13" fmla="*/ 228 h 1239"/>
                <a:gd name="T14" fmla="*/ 573 w 2030"/>
                <a:gd name="T15" fmla="*/ 198 h 1239"/>
                <a:gd name="T16" fmla="*/ 220 w 2030"/>
                <a:gd name="T17" fmla="*/ 526 h 1239"/>
                <a:gd name="T18" fmla="*/ 158 w 2030"/>
                <a:gd name="T19" fmla="*/ 565 h 1239"/>
                <a:gd name="T20" fmla="*/ 41 w 2030"/>
                <a:gd name="T21" fmla="*/ 723 h 1239"/>
                <a:gd name="T22" fmla="*/ 57 w 2030"/>
                <a:gd name="T23" fmla="*/ 1032 h 1239"/>
                <a:gd name="T24" fmla="*/ 299 w 2030"/>
                <a:gd name="T25" fmla="*/ 1227 h 1239"/>
                <a:gd name="T26" fmla="*/ 516 w 2030"/>
                <a:gd name="T27" fmla="*/ 1229 h 1239"/>
                <a:gd name="T28" fmla="*/ 516 w 2030"/>
                <a:gd name="T29" fmla="*/ 1176 h 1239"/>
                <a:gd name="T30" fmla="*/ 526 w 2030"/>
                <a:gd name="T31" fmla="*/ 1121 h 1239"/>
                <a:gd name="T32" fmla="*/ 402 w 2030"/>
                <a:gd name="T33" fmla="*/ 1121 h 1239"/>
                <a:gd name="T34" fmla="*/ 161 w 2030"/>
                <a:gd name="T35" fmla="*/ 978 h 1239"/>
                <a:gd name="T36" fmla="*/ 150 w 2030"/>
                <a:gd name="T37" fmla="*/ 766 h 1239"/>
                <a:gd name="T38" fmla="*/ 230 w 2030"/>
                <a:gd name="T39" fmla="*/ 658 h 1239"/>
                <a:gd name="T40" fmla="*/ 234 w 2030"/>
                <a:gd name="T41" fmla="*/ 655 h 1239"/>
                <a:gd name="T42" fmla="*/ 289 w 2030"/>
                <a:gd name="T43" fmla="*/ 623 h 1239"/>
                <a:gd name="T44" fmla="*/ 299 w 2030"/>
                <a:gd name="T45" fmla="*/ 621 h 1239"/>
                <a:gd name="T46" fmla="*/ 341 w 2030"/>
                <a:gd name="T47" fmla="*/ 603 h 1239"/>
                <a:gd name="T48" fmla="*/ 335 w 2030"/>
                <a:gd name="T49" fmla="*/ 552 h 1239"/>
                <a:gd name="T50" fmla="*/ 573 w 2030"/>
                <a:gd name="T51" fmla="*/ 315 h 1239"/>
                <a:gd name="T52" fmla="*/ 740 w 2030"/>
                <a:gd name="T53" fmla="*/ 385 h 1239"/>
                <a:gd name="T54" fmla="*/ 783 w 2030"/>
                <a:gd name="T55" fmla="*/ 346 h 1239"/>
                <a:gd name="T56" fmla="*/ 813 w 2030"/>
                <a:gd name="T57" fmla="*/ 293 h 1239"/>
                <a:gd name="T58" fmla="*/ 1142 w 2030"/>
                <a:gd name="T59" fmla="*/ 118 h 1239"/>
                <a:gd name="T60" fmla="*/ 1215 w 2030"/>
                <a:gd name="T61" fmla="*/ 126 h 1239"/>
                <a:gd name="T62" fmla="*/ 1454 w 2030"/>
                <a:gd name="T63" fmla="*/ 288 h 1239"/>
                <a:gd name="T64" fmla="*/ 1515 w 2030"/>
                <a:gd name="T65" fmla="*/ 575 h 1239"/>
                <a:gd name="T66" fmla="*/ 1514 w 2030"/>
                <a:gd name="T67" fmla="*/ 588 h 1239"/>
                <a:gd name="T68" fmla="*/ 1533 w 2030"/>
                <a:gd name="T69" fmla="*/ 645 h 1239"/>
                <a:gd name="T70" fmla="*/ 1588 w 2030"/>
                <a:gd name="T71" fmla="*/ 670 h 1239"/>
                <a:gd name="T72" fmla="*/ 1668 w 2030"/>
                <a:gd name="T73" fmla="*/ 670 h 1239"/>
                <a:gd name="T74" fmla="*/ 1888 w 2030"/>
                <a:gd name="T75" fmla="*/ 836 h 1239"/>
                <a:gd name="T76" fmla="*/ 1853 w 2030"/>
                <a:gd name="T77" fmla="*/ 1028 h 1239"/>
                <a:gd name="T78" fmla="*/ 1681 w 2030"/>
                <a:gd name="T79" fmla="*/ 1121 h 1239"/>
                <a:gd name="T80" fmla="*/ 1616 w 2030"/>
                <a:gd name="T81" fmla="*/ 1121 h 1239"/>
                <a:gd name="T82" fmla="*/ 1502 w 2030"/>
                <a:gd name="T83" fmla="*/ 1121 h 1239"/>
                <a:gd name="T84" fmla="*/ 1512 w 2030"/>
                <a:gd name="T85" fmla="*/ 1174 h 1239"/>
                <a:gd name="T86" fmla="*/ 1512 w 2030"/>
                <a:gd name="T87" fmla="*/ 1238 h 1239"/>
                <a:gd name="T88" fmla="*/ 1542 w 2030"/>
                <a:gd name="T89" fmla="*/ 1238 h 1239"/>
                <a:gd name="T90" fmla="*/ 1579 w 2030"/>
                <a:gd name="T91" fmla="*/ 1239 h 1239"/>
                <a:gd name="T92" fmla="*/ 1616 w 2030"/>
                <a:gd name="T93" fmla="*/ 1239 h 1239"/>
                <a:gd name="T94" fmla="*/ 1685 w 2030"/>
                <a:gd name="T95" fmla="*/ 1238 h 1239"/>
                <a:gd name="T96" fmla="*/ 1948 w 2030"/>
                <a:gd name="T97" fmla="*/ 1097 h 1239"/>
                <a:gd name="T98" fmla="*/ 2001 w 2030"/>
                <a:gd name="T99" fmla="*/ 803 h 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30" h="1239">
                  <a:moveTo>
                    <a:pt x="2001" y="803"/>
                  </a:moveTo>
                  <a:cubicBezTo>
                    <a:pt x="1958" y="654"/>
                    <a:pt x="1825" y="553"/>
                    <a:pt x="1669" y="552"/>
                  </a:cubicBezTo>
                  <a:lnTo>
                    <a:pt x="1634" y="552"/>
                  </a:lnTo>
                  <a:cubicBezTo>
                    <a:pt x="1642" y="420"/>
                    <a:pt x="1615" y="314"/>
                    <a:pt x="1551" y="222"/>
                  </a:cubicBezTo>
                  <a:cubicBezTo>
                    <a:pt x="1475" y="111"/>
                    <a:pt x="1374" y="42"/>
                    <a:pt x="1242" y="11"/>
                  </a:cubicBezTo>
                  <a:cubicBezTo>
                    <a:pt x="1210" y="4"/>
                    <a:pt x="1177" y="0"/>
                    <a:pt x="1142" y="0"/>
                  </a:cubicBezTo>
                  <a:cubicBezTo>
                    <a:pt x="1008" y="0"/>
                    <a:pt x="826" y="61"/>
                    <a:pt x="715" y="228"/>
                  </a:cubicBezTo>
                  <a:cubicBezTo>
                    <a:pt x="672" y="209"/>
                    <a:pt x="623" y="198"/>
                    <a:pt x="573" y="198"/>
                  </a:cubicBezTo>
                  <a:cubicBezTo>
                    <a:pt x="386" y="198"/>
                    <a:pt x="233" y="343"/>
                    <a:pt x="220" y="526"/>
                  </a:cubicBezTo>
                  <a:cubicBezTo>
                    <a:pt x="198" y="537"/>
                    <a:pt x="177" y="550"/>
                    <a:pt x="158" y="565"/>
                  </a:cubicBezTo>
                  <a:cubicBezTo>
                    <a:pt x="106" y="606"/>
                    <a:pt x="65" y="661"/>
                    <a:pt x="41" y="723"/>
                  </a:cubicBezTo>
                  <a:cubicBezTo>
                    <a:pt x="0" y="824"/>
                    <a:pt x="6" y="936"/>
                    <a:pt x="57" y="1032"/>
                  </a:cubicBezTo>
                  <a:cubicBezTo>
                    <a:pt x="111" y="1135"/>
                    <a:pt x="194" y="1201"/>
                    <a:pt x="299" y="1227"/>
                  </a:cubicBezTo>
                  <a:cubicBezTo>
                    <a:pt x="299" y="1227"/>
                    <a:pt x="398" y="1228"/>
                    <a:pt x="516" y="1229"/>
                  </a:cubicBezTo>
                  <a:lnTo>
                    <a:pt x="516" y="1176"/>
                  </a:lnTo>
                  <a:cubicBezTo>
                    <a:pt x="516" y="1157"/>
                    <a:pt x="520" y="1138"/>
                    <a:pt x="526" y="1121"/>
                  </a:cubicBezTo>
                  <a:lnTo>
                    <a:pt x="402" y="1121"/>
                  </a:lnTo>
                  <a:cubicBezTo>
                    <a:pt x="290" y="1121"/>
                    <a:pt x="211" y="1074"/>
                    <a:pt x="161" y="978"/>
                  </a:cubicBezTo>
                  <a:cubicBezTo>
                    <a:pt x="126" y="912"/>
                    <a:pt x="123" y="835"/>
                    <a:pt x="150" y="766"/>
                  </a:cubicBezTo>
                  <a:cubicBezTo>
                    <a:pt x="167" y="723"/>
                    <a:pt x="195" y="686"/>
                    <a:pt x="230" y="658"/>
                  </a:cubicBezTo>
                  <a:cubicBezTo>
                    <a:pt x="231" y="657"/>
                    <a:pt x="233" y="656"/>
                    <a:pt x="234" y="655"/>
                  </a:cubicBezTo>
                  <a:cubicBezTo>
                    <a:pt x="251" y="642"/>
                    <a:pt x="270" y="631"/>
                    <a:pt x="289" y="623"/>
                  </a:cubicBezTo>
                  <a:cubicBezTo>
                    <a:pt x="290" y="623"/>
                    <a:pt x="295" y="621"/>
                    <a:pt x="299" y="621"/>
                  </a:cubicBezTo>
                  <a:cubicBezTo>
                    <a:pt x="309" y="617"/>
                    <a:pt x="326" y="613"/>
                    <a:pt x="341" y="603"/>
                  </a:cubicBezTo>
                  <a:cubicBezTo>
                    <a:pt x="337" y="587"/>
                    <a:pt x="335" y="570"/>
                    <a:pt x="335" y="552"/>
                  </a:cubicBezTo>
                  <a:cubicBezTo>
                    <a:pt x="335" y="421"/>
                    <a:pt x="442" y="315"/>
                    <a:pt x="573" y="315"/>
                  </a:cubicBezTo>
                  <a:cubicBezTo>
                    <a:pt x="638" y="315"/>
                    <a:pt x="697" y="342"/>
                    <a:pt x="740" y="385"/>
                  </a:cubicBezTo>
                  <a:cubicBezTo>
                    <a:pt x="759" y="378"/>
                    <a:pt x="775" y="365"/>
                    <a:pt x="783" y="346"/>
                  </a:cubicBezTo>
                  <a:cubicBezTo>
                    <a:pt x="792" y="327"/>
                    <a:pt x="802" y="309"/>
                    <a:pt x="813" y="293"/>
                  </a:cubicBezTo>
                  <a:cubicBezTo>
                    <a:pt x="899" y="165"/>
                    <a:pt x="1039" y="118"/>
                    <a:pt x="1142" y="118"/>
                  </a:cubicBezTo>
                  <a:cubicBezTo>
                    <a:pt x="1168" y="118"/>
                    <a:pt x="1192" y="121"/>
                    <a:pt x="1215" y="126"/>
                  </a:cubicBezTo>
                  <a:cubicBezTo>
                    <a:pt x="1317" y="149"/>
                    <a:pt x="1396" y="203"/>
                    <a:pt x="1454" y="288"/>
                  </a:cubicBezTo>
                  <a:cubicBezTo>
                    <a:pt x="1507" y="365"/>
                    <a:pt x="1526" y="456"/>
                    <a:pt x="1515" y="575"/>
                  </a:cubicBezTo>
                  <a:lnTo>
                    <a:pt x="1514" y="588"/>
                  </a:lnTo>
                  <a:cubicBezTo>
                    <a:pt x="1512" y="609"/>
                    <a:pt x="1519" y="630"/>
                    <a:pt x="1533" y="645"/>
                  </a:cubicBezTo>
                  <a:cubicBezTo>
                    <a:pt x="1547" y="661"/>
                    <a:pt x="1567" y="670"/>
                    <a:pt x="1588" y="670"/>
                  </a:cubicBezTo>
                  <a:lnTo>
                    <a:pt x="1668" y="670"/>
                  </a:lnTo>
                  <a:cubicBezTo>
                    <a:pt x="1772" y="670"/>
                    <a:pt x="1860" y="737"/>
                    <a:pt x="1888" y="836"/>
                  </a:cubicBezTo>
                  <a:cubicBezTo>
                    <a:pt x="1907" y="901"/>
                    <a:pt x="1894" y="972"/>
                    <a:pt x="1853" y="1028"/>
                  </a:cubicBezTo>
                  <a:cubicBezTo>
                    <a:pt x="1812" y="1084"/>
                    <a:pt x="1749" y="1118"/>
                    <a:pt x="1681" y="1121"/>
                  </a:cubicBezTo>
                  <a:cubicBezTo>
                    <a:pt x="1662" y="1121"/>
                    <a:pt x="1642" y="1121"/>
                    <a:pt x="1616" y="1121"/>
                  </a:cubicBezTo>
                  <a:lnTo>
                    <a:pt x="1502" y="1121"/>
                  </a:lnTo>
                  <a:cubicBezTo>
                    <a:pt x="1508" y="1138"/>
                    <a:pt x="1511" y="1155"/>
                    <a:pt x="1512" y="1174"/>
                  </a:cubicBezTo>
                  <a:cubicBezTo>
                    <a:pt x="1512" y="1196"/>
                    <a:pt x="1512" y="1217"/>
                    <a:pt x="1512" y="1238"/>
                  </a:cubicBezTo>
                  <a:cubicBezTo>
                    <a:pt x="1532" y="1238"/>
                    <a:pt x="1542" y="1238"/>
                    <a:pt x="1542" y="1238"/>
                  </a:cubicBezTo>
                  <a:cubicBezTo>
                    <a:pt x="1554" y="1238"/>
                    <a:pt x="1566" y="1239"/>
                    <a:pt x="1579" y="1239"/>
                  </a:cubicBezTo>
                  <a:lnTo>
                    <a:pt x="1616" y="1239"/>
                  </a:lnTo>
                  <a:cubicBezTo>
                    <a:pt x="1644" y="1239"/>
                    <a:pt x="1665" y="1238"/>
                    <a:pt x="1685" y="1238"/>
                  </a:cubicBezTo>
                  <a:cubicBezTo>
                    <a:pt x="1789" y="1234"/>
                    <a:pt x="1885" y="1183"/>
                    <a:pt x="1948" y="1097"/>
                  </a:cubicBezTo>
                  <a:cubicBezTo>
                    <a:pt x="2010" y="1011"/>
                    <a:pt x="2030" y="904"/>
                    <a:pt x="2001" y="803"/>
                  </a:cubicBez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00" name="Freeform 323">
              <a:extLst>
                <a:ext uri="{FF2B5EF4-FFF2-40B4-BE49-F238E27FC236}">
                  <a16:creationId xmlns:a16="http://schemas.microsoft.com/office/drawing/2014/main" id="{5AF57A3C-7E2C-A18F-6E46-CE682E8FD434}"/>
                </a:ext>
              </a:extLst>
            </p:cNvPr>
            <p:cNvSpPr>
              <a:spLocks/>
            </p:cNvSpPr>
            <p:nvPr userDrawn="1"/>
          </p:nvSpPr>
          <p:spPr bwMode="auto">
            <a:xfrm>
              <a:off x="8385176" y="3408363"/>
              <a:ext cx="144463" cy="309563"/>
            </a:xfrm>
            <a:custGeom>
              <a:avLst/>
              <a:gdLst>
                <a:gd name="T0" fmla="*/ 398 w 398"/>
                <a:gd name="T1" fmla="*/ 60 h 856"/>
                <a:gd name="T2" fmla="*/ 229 w 398"/>
                <a:gd name="T3" fmla="*/ 60 h 856"/>
                <a:gd name="T4" fmla="*/ 229 w 398"/>
                <a:gd name="T5" fmla="*/ 398 h 856"/>
                <a:gd name="T6" fmla="*/ 398 w 398"/>
                <a:gd name="T7" fmla="*/ 398 h 856"/>
                <a:gd name="T8" fmla="*/ 398 w 398"/>
                <a:gd name="T9" fmla="*/ 458 h 856"/>
                <a:gd name="T10" fmla="*/ 229 w 398"/>
                <a:gd name="T11" fmla="*/ 458 h 856"/>
                <a:gd name="T12" fmla="*/ 229 w 398"/>
                <a:gd name="T13" fmla="*/ 796 h 856"/>
                <a:gd name="T14" fmla="*/ 398 w 398"/>
                <a:gd name="T15" fmla="*/ 796 h 856"/>
                <a:gd name="T16" fmla="*/ 398 w 398"/>
                <a:gd name="T17" fmla="*/ 856 h 856"/>
                <a:gd name="T18" fmla="*/ 169 w 398"/>
                <a:gd name="T19" fmla="*/ 856 h 856"/>
                <a:gd name="T20" fmla="*/ 169 w 398"/>
                <a:gd name="T21" fmla="*/ 458 h 856"/>
                <a:gd name="T22" fmla="*/ 0 w 398"/>
                <a:gd name="T23" fmla="*/ 458 h 856"/>
                <a:gd name="T24" fmla="*/ 0 w 398"/>
                <a:gd name="T25" fmla="*/ 398 h 856"/>
                <a:gd name="T26" fmla="*/ 169 w 398"/>
                <a:gd name="T27" fmla="*/ 398 h 856"/>
                <a:gd name="T28" fmla="*/ 169 w 398"/>
                <a:gd name="T29" fmla="*/ 0 h 856"/>
                <a:gd name="T30" fmla="*/ 398 w 398"/>
                <a:gd name="T31" fmla="*/ 0 h 856"/>
                <a:gd name="T32" fmla="*/ 398 w 398"/>
                <a:gd name="T33" fmla="*/ 6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8" h="856">
                  <a:moveTo>
                    <a:pt x="398" y="60"/>
                  </a:moveTo>
                  <a:lnTo>
                    <a:pt x="229" y="60"/>
                  </a:lnTo>
                  <a:lnTo>
                    <a:pt x="229" y="398"/>
                  </a:lnTo>
                  <a:lnTo>
                    <a:pt x="398" y="398"/>
                  </a:lnTo>
                  <a:lnTo>
                    <a:pt x="398" y="458"/>
                  </a:lnTo>
                  <a:lnTo>
                    <a:pt x="229" y="458"/>
                  </a:lnTo>
                  <a:lnTo>
                    <a:pt x="229" y="796"/>
                  </a:lnTo>
                  <a:lnTo>
                    <a:pt x="398" y="796"/>
                  </a:lnTo>
                  <a:lnTo>
                    <a:pt x="398" y="856"/>
                  </a:lnTo>
                  <a:lnTo>
                    <a:pt x="169" y="856"/>
                  </a:lnTo>
                  <a:lnTo>
                    <a:pt x="169" y="458"/>
                  </a:lnTo>
                  <a:lnTo>
                    <a:pt x="0" y="458"/>
                  </a:lnTo>
                  <a:lnTo>
                    <a:pt x="0" y="398"/>
                  </a:lnTo>
                  <a:lnTo>
                    <a:pt x="169" y="398"/>
                  </a:lnTo>
                  <a:lnTo>
                    <a:pt x="169" y="0"/>
                  </a:lnTo>
                  <a:lnTo>
                    <a:pt x="398" y="0"/>
                  </a:lnTo>
                  <a:lnTo>
                    <a:pt x="398" y="60"/>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01" name="Freeform 324">
              <a:extLst>
                <a:ext uri="{FF2B5EF4-FFF2-40B4-BE49-F238E27FC236}">
                  <a16:creationId xmlns:a16="http://schemas.microsoft.com/office/drawing/2014/main" id="{60BF360D-3AEE-5C4D-F406-B1093806ACB1}"/>
                </a:ext>
              </a:extLst>
            </p:cNvPr>
            <p:cNvSpPr>
              <a:spLocks noEditPoints="1"/>
            </p:cNvSpPr>
            <p:nvPr userDrawn="1"/>
          </p:nvSpPr>
          <p:spPr bwMode="auto">
            <a:xfrm>
              <a:off x="8310563" y="3373438"/>
              <a:ext cx="293688" cy="379413"/>
            </a:xfrm>
            <a:custGeom>
              <a:avLst/>
              <a:gdLst>
                <a:gd name="T0" fmla="*/ 775 w 812"/>
                <a:gd name="T1" fmla="*/ 833 h 1050"/>
                <a:gd name="T2" fmla="*/ 775 w 812"/>
                <a:gd name="T3" fmla="*/ 1013 h 1050"/>
                <a:gd name="T4" fmla="*/ 595 w 812"/>
                <a:gd name="T5" fmla="*/ 1013 h 1050"/>
                <a:gd name="T6" fmla="*/ 595 w 812"/>
                <a:gd name="T7" fmla="*/ 833 h 1050"/>
                <a:gd name="T8" fmla="*/ 732 w 812"/>
                <a:gd name="T9" fmla="*/ 875 h 1050"/>
                <a:gd name="T10" fmla="*/ 637 w 812"/>
                <a:gd name="T11" fmla="*/ 875 h 1050"/>
                <a:gd name="T12" fmla="*/ 637 w 812"/>
                <a:gd name="T13" fmla="*/ 971 h 1050"/>
                <a:gd name="T14" fmla="*/ 732 w 812"/>
                <a:gd name="T15" fmla="*/ 971 h 1050"/>
                <a:gd name="T16" fmla="*/ 752 w 812"/>
                <a:gd name="T17" fmla="*/ 923 h 1050"/>
                <a:gd name="T18" fmla="*/ 685 w 812"/>
                <a:gd name="T19" fmla="*/ 0 h 1050"/>
                <a:gd name="T20" fmla="*/ 812 w 812"/>
                <a:gd name="T21" fmla="*/ 127 h 1050"/>
                <a:gd name="T22" fmla="*/ 685 w 812"/>
                <a:gd name="T23" fmla="*/ 254 h 1050"/>
                <a:gd name="T24" fmla="*/ 558 w 812"/>
                <a:gd name="T25" fmla="*/ 127 h 1050"/>
                <a:gd name="T26" fmla="*/ 685 w 812"/>
                <a:gd name="T27" fmla="*/ 0 h 1050"/>
                <a:gd name="T28" fmla="*/ 685 w 812"/>
                <a:gd name="T29" fmla="*/ 60 h 1050"/>
                <a:gd name="T30" fmla="*/ 618 w 812"/>
                <a:gd name="T31" fmla="*/ 127 h 1050"/>
                <a:gd name="T32" fmla="*/ 685 w 812"/>
                <a:gd name="T33" fmla="*/ 194 h 1050"/>
                <a:gd name="T34" fmla="*/ 752 w 812"/>
                <a:gd name="T35" fmla="*/ 127 h 1050"/>
                <a:gd name="T36" fmla="*/ 685 w 812"/>
                <a:gd name="T37" fmla="*/ 398 h 1050"/>
                <a:gd name="T38" fmla="*/ 812 w 812"/>
                <a:gd name="T39" fmla="*/ 525 h 1050"/>
                <a:gd name="T40" fmla="*/ 685 w 812"/>
                <a:gd name="T41" fmla="*/ 652 h 1050"/>
                <a:gd name="T42" fmla="*/ 558 w 812"/>
                <a:gd name="T43" fmla="*/ 525 h 1050"/>
                <a:gd name="T44" fmla="*/ 685 w 812"/>
                <a:gd name="T45" fmla="*/ 398 h 1050"/>
                <a:gd name="T46" fmla="*/ 685 w 812"/>
                <a:gd name="T47" fmla="*/ 458 h 1050"/>
                <a:gd name="T48" fmla="*/ 618 w 812"/>
                <a:gd name="T49" fmla="*/ 525 h 1050"/>
                <a:gd name="T50" fmla="*/ 685 w 812"/>
                <a:gd name="T51" fmla="*/ 592 h 1050"/>
                <a:gd name="T52" fmla="*/ 732 w 812"/>
                <a:gd name="T53" fmla="*/ 573 h 1050"/>
                <a:gd name="T54" fmla="*/ 732 w 812"/>
                <a:gd name="T55" fmla="*/ 477 h 1050"/>
                <a:gd name="T56" fmla="*/ 218 w 812"/>
                <a:gd name="T57" fmla="*/ 435 h 1050"/>
                <a:gd name="T58" fmla="*/ 218 w 812"/>
                <a:gd name="T59" fmla="*/ 615 h 1050"/>
                <a:gd name="T60" fmla="*/ 38 w 812"/>
                <a:gd name="T61" fmla="*/ 615 h 1050"/>
                <a:gd name="T62" fmla="*/ 38 w 812"/>
                <a:gd name="T63" fmla="*/ 435 h 1050"/>
                <a:gd name="T64" fmla="*/ 175 w 812"/>
                <a:gd name="T65" fmla="*/ 477 h 1050"/>
                <a:gd name="T66" fmla="*/ 80 w 812"/>
                <a:gd name="T67" fmla="*/ 477 h 1050"/>
                <a:gd name="T68" fmla="*/ 60 w 812"/>
                <a:gd name="T69" fmla="*/ 525 h 1050"/>
                <a:gd name="T70" fmla="*/ 80 w 812"/>
                <a:gd name="T71" fmla="*/ 573 h 1050"/>
                <a:gd name="T72" fmla="*/ 175 w 812"/>
                <a:gd name="T73" fmla="*/ 573 h 1050"/>
                <a:gd name="T74" fmla="*/ 175 w 812"/>
                <a:gd name="T75" fmla="*/ 477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2" h="1050">
                  <a:moveTo>
                    <a:pt x="685" y="796"/>
                  </a:moveTo>
                  <a:cubicBezTo>
                    <a:pt x="720" y="796"/>
                    <a:pt x="752" y="810"/>
                    <a:pt x="775" y="833"/>
                  </a:cubicBezTo>
                  <a:cubicBezTo>
                    <a:pt x="798" y="856"/>
                    <a:pt x="812" y="888"/>
                    <a:pt x="812" y="923"/>
                  </a:cubicBezTo>
                  <a:cubicBezTo>
                    <a:pt x="812" y="958"/>
                    <a:pt x="798" y="990"/>
                    <a:pt x="775" y="1013"/>
                  </a:cubicBezTo>
                  <a:cubicBezTo>
                    <a:pt x="752" y="1036"/>
                    <a:pt x="720" y="1050"/>
                    <a:pt x="685" y="1050"/>
                  </a:cubicBezTo>
                  <a:cubicBezTo>
                    <a:pt x="650" y="1050"/>
                    <a:pt x="618" y="1036"/>
                    <a:pt x="595" y="1013"/>
                  </a:cubicBezTo>
                  <a:cubicBezTo>
                    <a:pt x="572" y="990"/>
                    <a:pt x="558" y="958"/>
                    <a:pt x="558" y="923"/>
                  </a:cubicBezTo>
                  <a:cubicBezTo>
                    <a:pt x="558" y="888"/>
                    <a:pt x="572" y="856"/>
                    <a:pt x="595" y="833"/>
                  </a:cubicBezTo>
                  <a:cubicBezTo>
                    <a:pt x="618" y="810"/>
                    <a:pt x="650" y="796"/>
                    <a:pt x="685" y="796"/>
                  </a:cubicBezTo>
                  <a:close/>
                  <a:moveTo>
                    <a:pt x="732" y="875"/>
                  </a:moveTo>
                  <a:cubicBezTo>
                    <a:pt x="720" y="863"/>
                    <a:pt x="703" y="856"/>
                    <a:pt x="685" y="856"/>
                  </a:cubicBezTo>
                  <a:cubicBezTo>
                    <a:pt x="666" y="856"/>
                    <a:pt x="649" y="863"/>
                    <a:pt x="637" y="875"/>
                  </a:cubicBezTo>
                  <a:cubicBezTo>
                    <a:pt x="625" y="888"/>
                    <a:pt x="618" y="904"/>
                    <a:pt x="618" y="923"/>
                  </a:cubicBezTo>
                  <a:cubicBezTo>
                    <a:pt x="618" y="942"/>
                    <a:pt x="625" y="958"/>
                    <a:pt x="637" y="971"/>
                  </a:cubicBezTo>
                  <a:cubicBezTo>
                    <a:pt x="649" y="983"/>
                    <a:pt x="666" y="990"/>
                    <a:pt x="685" y="990"/>
                  </a:cubicBezTo>
                  <a:cubicBezTo>
                    <a:pt x="704" y="990"/>
                    <a:pt x="720" y="983"/>
                    <a:pt x="732" y="971"/>
                  </a:cubicBezTo>
                  <a:lnTo>
                    <a:pt x="732" y="971"/>
                  </a:lnTo>
                  <a:cubicBezTo>
                    <a:pt x="745" y="958"/>
                    <a:pt x="752" y="942"/>
                    <a:pt x="752" y="923"/>
                  </a:cubicBezTo>
                  <a:cubicBezTo>
                    <a:pt x="752" y="904"/>
                    <a:pt x="745" y="888"/>
                    <a:pt x="732" y="875"/>
                  </a:cubicBezTo>
                  <a:close/>
                  <a:moveTo>
                    <a:pt x="685" y="0"/>
                  </a:moveTo>
                  <a:cubicBezTo>
                    <a:pt x="720" y="0"/>
                    <a:pt x="752" y="14"/>
                    <a:pt x="775" y="37"/>
                  </a:cubicBezTo>
                  <a:cubicBezTo>
                    <a:pt x="798" y="60"/>
                    <a:pt x="812" y="92"/>
                    <a:pt x="812" y="127"/>
                  </a:cubicBezTo>
                  <a:cubicBezTo>
                    <a:pt x="812" y="162"/>
                    <a:pt x="798" y="194"/>
                    <a:pt x="775" y="217"/>
                  </a:cubicBezTo>
                  <a:cubicBezTo>
                    <a:pt x="752" y="240"/>
                    <a:pt x="720" y="254"/>
                    <a:pt x="685" y="254"/>
                  </a:cubicBezTo>
                  <a:cubicBezTo>
                    <a:pt x="650" y="254"/>
                    <a:pt x="618" y="240"/>
                    <a:pt x="595" y="217"/>
                  </a:cubicBezTo>
                  <a:cubicBezTo>
                    <a:pt x="572" y="194"/>
                    <a:pt x="558" y="162"/>
                    <a:pt x="558" y="127"/>
                  </a:cubicBezTo>
                  <a:cubicBezTo>
                    <a:pt x="558" y="92"/>
                    <a:pt x="572" y="60"/>
                    <a:pt x="595" y="37"/>
                  </a:cubicBezTo>
                  <a:cubicBezTo>
                    <a:pt x="618" y="14"/>
                    <a:pt x="650" y="0"/>
                    <a:pt x="685" y="0"/>
                  </a:cubicBezTo>
                  <a:close/>
                  <a:moveTo>
                    <a:pt x="732" y="79"/>
                  </a:moveTo>
                  <a:cubicBezTo>
                    <a:pt x="720" y="67"/>
                    <a:pt x="704" y="60"/>
                    <a:pt x="685" y="60"/>
                  </a:cubicBezTo>
                  <a:cubicBezTo>
                    <a:pt x="666" y="60"/>
                    <a:pt x="649" y="67"/>
                    <a:pt x="637" y="79"/>
                  </a:cubicBezTo>
                  <a:cubicBezTo>
                    <a:pt x="625" y="91"/>
                    <a:pt x="618" y="108"/>
                    <a:pt x="618" y="127"/>
                  </a:cubicBezTo>
                  <a:cubicBezTo>
                    <a:pt x="618" y="145"/>
                    <a:pt x="625" y="162"/>
                    <a:pt x="637" y="174"/>
                  </a:cubicBezTo>
                  <a:cubicBezTo>
                    <a:pt x="649" y="187"/>
                    <a:pt x="666" y="194"/>
                    <a:pt x="685" y="194"/>
                  </a:cubicBezTo>
                  <a:cubicBezTo>
                    <a:pt x="703" y="194"/>
                    <a:pt x="720" y="187"/>
                    <a:pt x="732" y="174"/>
                  </a:cubicBezTo>
                  <a:cubicBezTo>
                    <a:pt x="745" y="162"/>
                    <a:pt x="752" y="145"/>
                    <a:pt x="752" y="127"/>
                  </a:cubicBezTo>
                  <a:cubicBezTo>
                    <a:pt x="752" y="108"/>
                    <a:pt x="745" y="91"/>
                    <a:pt x="732" y="79"/>
                  </a:cubicBezTo>
                  <a:close/>
                  <a:moveTo>
                    <a:pt x="685" y="398"/>
                  </a:moveTo>
                  <a:cubicBezTo>
                    <a:pt x="720" y="398"/>
                    <a:pt x="752" y="412"/>
                    <a:pt x="775" y="435"/>
                  </a:cubicBezTo>
                  <a:cubicBezTo>
                    <a:pt x="798" y="458"/>
                    <a:pt x="812" y="490"/>
                    <a:pt x="812" y="525"/>
                  </a:cubicBezTo>
                  <a:cubicBezTo>
                    <a:pt x="812" y="560"/>
                    <a:pt x="798" y="592"/>
                    <a:pt x="775" y="615"/>
                  </a:cubicBezTo>
                  <a:cubicBezTo>
                    <a:pt x="752" y="638"/>
                    <a:pt x="720" y="652"/>
                    <a:pt x="685" y="652"/>
                  </a:cubicBezTo>
                  <a:cubicBezTo>
                    <a:pt x="650" y="652"/>
                    <a:pt x="618" y="638"/>
                    <a:pt x="595" y="615"/>
                  </a:cubicBezTo>
                  <a:cubicBezTo>
                    <a:pt x="572" y="592"/>
                    <a:pt x="558" y="560"/>
                    <a:pt x="558" y="525"/>
                  </a:cubicBezTo>
                  <a:cubicBezTo>
                    <a:pt x="558" y="490"/>
                    <a:pt x="572" y="458"/>
                    <a:pt x="595" y="435"/>
                  </a:cubicBezTo>
                  <a:cubicBezTo>
                    <a:pt x="618" y="412"/>
                    <a:pt x="650" y="398"/>
                    <a:pt x="685" y="398"/>
                  </a:cubicBezTo>
                  <a:close/>
                  <a:moveTo>
                    <a:pt x="732" y="477"/>
                  </a:moveTo>
                  <a:cubicBezTo>
                    <a:pt x="720" y="465"/>
                    <a:pt x="704" y="458"/>
                    <a:pt x="685" y="458"/>
                  </a:cubicBezTo>
                  <a:cubicBezTo>
                    <a:pt x="666" y="458"/>
                    <a:pt x="649" y="465"/>
                    <a:pt x="637" y="477"/>
                  </a:cubicBezTo>
                  <a:cubicBezTo>
                    <a:pt x="625" y="490"/>
                    <a:pt x="618" y="506"/>
                    <a:pt x="618" y="525"/>
                  </a:cubicBezTo>
                  <a:cubicBezTo>
                    <a:pt x="618" y="544"/>
                    <a:pt x="625" y="560"/>
                    <a:pt x="637" y="573"/>
                  </a:cubicBezTo>
                  <a:cubicBezTo>
                    <a:pt x="649" y="585"/>
                    <a:pt x="666" y="592"/>
                    <a:pt x="685" y="592"/>
                  </a:cubicBezTo>
                  <a:cubicBezTo>
                    <a:pt x="704" y="592"/>
                    <a:pt x="720" y="585"/>
                    <a:pt x="732" y="573"/>
                  </a:cubicBezTo>
                  <a:lnTo>
                    <a:pt x="732" y="573"/>
                  </a:lnTo>
                  <a:cubicBezTo>
                    <a:pt x="745" y="560"/>
                    <a:pt x="752" y="544"/>
                    <a:pt x="752" y="525"/>
                  </a:cubicBezTo>
                  <a:cubicBezTo>
                    <a:pt x="752" y="506"/>
                    <a:pt x="745" y="490"/>
                    <a:pt x="732" y="477"/>
                  </a:cubicBezTo>
                  <a:close/>
                  <a:moveTo>
                    <a:pt x="128" y="398"/>
                  </a:moveTo>
                  <a:cubicBezTo>
                    <a:pt x="163" y="398"/>
                    <a:pt x="195" y="412"/>
                    <a:pt x="218" y="435"/>
                  </a:cubicBezTo>
                  <a:cubicBezTo>
                    <a:pt x="241" y="458"/>
                    <a:pt x="255" y="490"/>
                    <a:pt x="255" y="525"/>
                  </a:cubicBezTo>
                  <a:cubicBezTo>
                    <a:pt x="255" y="560"/>
                    <a:pt x="241" y="592"/>
                    <a:pt x="218" y="615"/>
                  </a:cubicBezTo>
                  <a:cubicBezTo>
                    <a:pt x="195" y="638"/>
                    <a:pt x="163" y="652"/>
                    <a:pt x="128" y="652"/>
                  </a:cubicBezTo>
                  <a:cubicBezTo>
                    <a:pt x="93" y="652"/>
                    <a:pt x="61" y="638"/>
                    <a:pt x="38" y="615"/>
                  </a:cubicBezTo>
                  <a:cubicBezTo>
                    <a:pt x="15" y="592"/>
                    <a:pt x="0" y="560"/>
                    <a:pt x="0" y="525"/>
                  </a:cubicBezTo>
                  <a:cubicBezTo>
                    <a:pt x="0" y="490"/>
                    <a:pt x="15" y="458"/>
                    <a:pt x="38" y="435"/>
                  </a:cubicBezTo>
                  <a:cubicBezTo>
                    <a:pt x="61" y="412"/>
                    <a:pt x="93" y="398"/>
                    <a:pt x="128" y="398"/>
                  </a:cubicBezTo>
                  <a:close/>
                  <a:moveTo>
                    <a:pt x="175" y="477"/>
                  </a:moveTo>
                  <a:cubicBezTo>
                    <a:pt x="163" y="465"/>
                    <a:pt x="146" y="458"/>
                    <a:pt x="128" y="458"/>
                  </a:cubicBezTo>
                  <a:cubicBezTo>
                    <a:pt x="109" y="458"/>
                    <a:pt x="92" y="465"/>
                    <a:pt x="80" y="477"/>
                  </a:cubicBezTo>
                  <a:lnTo>
                    <a:pt x="80" y="477"/>
                  </a:lnTo>
                  <a:cubicBezTo>
                    <a:pt x="68" y="490"/>
                    <a:pt x="60" y="506"/>
                    <a:pt x="60" y="525"/>
                  </a:cubicBezTo>
                  <a:cubicBezTo>
                    <a:pt x="60" y="544"/>
                    <a:pt x="68" y="560"/>
                    <a:pt x="80" y="573"/>
                  </a:cubicBezTo>
                  <a:lnTo>
                    <a:pt x="80" y="573"/>
                  </a:lnTo>
                  <a:cubicBezTo>
                    <a:pt x="92" y="585"/>
                    <a:pt x="109" y="592"/>
                    <a:pt x="128" y="592"/>
                  </a:cubicBezTo>
                  <a:cubicBezTo>
                    <a:pt x="146" y="592"/>
                    <a:pt x="163" y="585"/>
                    <a:pt x="175" y="573"/>
                  </a:cubicBezTo>
                  <a:cubicBezTo>
                    <a:pt x="187" y="560"/>
                    <a:pt x="195" y="544"/>
                    <a:pt x="195" y="525"/>
                  </a:cubicBezTo>
                  <a:cubicBezTo>
                    <a:pt x="195" y="506"/>
                    <a:pt x="187" y="490"/>
                    <a:pt x="175" y="477"/>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grpSp>
        <p:nvGrpSpPr>
          <p:cNvPr id="402" name="Group 401">
            <a:extLst>
              <a:ext uri="{FF2B5EF4-FFF2-40B4-BE49-F238E27FC236}">
                <a16:creationId xmlns:a16="http://schemas.microsoft.com/office/drawing/2014/main" id="{A5D717BB-1B92-1254-9DC9-58612F8B8C00}"/>
              </a:ext>
            </a:extLst>
          </p:cNvPr>
          <p:cNvGrpSpPr/>
          <p:nvPr/>
        </p:nvGrpSpPr>
        <p:grpSpPr>
          <a:xfrm>
            <a:off x="8291513" y="4059238"/>
            <a:ext cx="338138" cy="336550"/>
            <a:chOff x="8291513" y="4059238"/>
            <a:chExt cx="338138" cy="336550"/>
          </a:xfrm>
        </p:grpSpPr>
        <p:sp>
          <p:nvSpPr>
            <p:cNvPr id="403" name="Freeform 325">
              <a:extLst>
                <a:ext uri="{FF2B5EF4-FFF2-40B4-BE49-F238E27FC236}">
                  <a16:creationId xmlns:a16="http://schemas.microsoft.com/office/drawing/2014/main" id="{5D262CD8-D082-8713-BAD3-BEB96A7B61C9}"/>
                </a:ext>
              </a:extLst>
            </p:cNvPr>
            <p:cNvSpPr>
              <a:spLocks noEditPoints="1"/>
            </p:cNvSpPr>
            <p:nvPr userDrawn="1"/>
          </p:nvSpPr>
          <p:spPr bwMode="auto">
            <a:xfrm>
              <a:off x="8291513" y="4059238"/>
              <a:ext cx="338138" cy="336550"/>
            </a:xfrm>
            <a:custGeom>
              <a:avLst/>
              <a:gdLst>
                <a:gd name="T0" fmla="*/ 468 w 936"/>
                <a:gd name="T1" fmla="*/ 873 h 936"/>
                <a:gd name="T2" fmla="*/ 63 w 936"/>
                <a:gd name="T3" fmla="*/ 468 h 936"/>
                <a:gd name="T4" fmla="*/ 468 w 936"/>
                <a:gd name="T5" fmla="*/ 64 h 936"/>
                <a:gd name="T6" fmla="*/ 873 w 936"/>
                <a:gd name="T7" fmla="*/ 468 h 936"/>
                <a:gd name="T8" fmla="*/ 468 w 936"/>
                <a:gd name="T9" fmla="*/ 873 h 936"/>
                <a:gd name="T10" fmla="*/ 468 w 936"/>
                <a:gd name="T11" fmla="*/ 0 h 936"/>
                <a:gd name="T12" fmla="*/ 0 w 936"/>
                <a:gd name="T13" fmla="*/ 468 h 936"/>
                <a:gd name="T14" fmla="*/ 468 w 936"/>
                <a:gd name="T15" fmla="*/ 936 h 936"/>
                <a:gd name="T16" fmla="*/ 936 w 936"/>
                <a:gd name="T17" fmla="*/ 468 h 936"/>
                <a:gd name="T18" fmla="*/ 468 w 936"/>
                <a:gd name="T19" fmla="*/ 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6" h="936">
                  <a:moveTo>
                    <a:pt x="468" y="873"/>
                  </a:moveTo>
                  <a:cubicBezTo>
                    <a:pt x="245" y="873"/>
                    <a:pt x="63" y="692"/>
                    <a:pt x="63" y="468"/>
                  </a:cubicBezTo>
                  <a:cubicBezTo>
                    <a:pt x="63" y="245"/>
                    <a:pt x="245" y="64"/>
                    <a:pt x="468" y="64"/>
                  </a:cubicBezTo>
                  <a:cubicBezTo>
                    <a:pt x="691" y="64"/>
                    <a:pt x="873" y="245"/>
                    <a:pt x="873" y="468"/>
                  </a:cubicBezTo>
                  <a:cubicBezTo>
                    <a:pt x="873" y="692"/>
                    <a:pt x="691" y="873"/>
                    <a:pt x="468" y="873"/>
                  </a:cubicBezTo>
                  <a:close/>
                  <a:moveTo>
                    <a:pt x="468" y="0"/>
                  </a:moveTo>
                  <a:cubicBezTo>
                    <a:pt x="210" y="0"/>
                    <a:pt x="0" y="210"/>
                    <a:pt x="0" y="468"/>
                  </a:cubicBezTo>
                  <a:cubicBezTo>
                    <a:pt x="0" y="727"/>
                    <a:pt x="210" y="936"/>
                    <a:pt x="468" y="936"/>
                  </a:cubicBezTo>
                  <a:cubicBezTo>
                    <a:pt x="726" y="936"/>
                    <a:pt x="936" y="727"/>
                    <a:pt x="936" y="468"/>
                  </a:cubicBezTo>
                  <a:cubicBezTo>
                    <a:pt x="936" y="210"/>
                    <a:pt x="726" y="0"/>
                    <a:pt x="468" y="0"/>
                  </a:cubicBezTo>
                  <a:close/>
                </a:path>
              </a:pathLst>
            </a:custGeom>
            <a:solidFill>
              <a:srgbClr val="E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04" name="Freeform 326">
              <a:extLst>
                <a:ext uri="{FF2B5EF4-FFF2-40B4-BE49-F238E27FC236}">
                  <a16:creationId xmlns:a16="http://schemas.microsoft.com/office/drawing/2014/main" id="{B516AA66-EEDE-7E5C-F891-B38708F7EC15}"/>
                </a:ext>
              </a:extLst>
            </p:cNvPr>
            <p:cNvSpPr>
              <a:spLocks noEditPoints="1"/>
            </p:cNvSpPr>
            <p:nvPr userDrawn="1"/>
          </p:nvSpPr>
          <p:spPr bwMode="auto">
            <a:xfrm>
              <a:off x="8348663" y="4156076"/>
              <a:ext cx="223838" cy="144463"/>
            </a:xfrm>
            <a:custGeom>
              <a:avLst/>
              <a:gdLst>
                <a:gd name="T0" fmla="*/ 605 w 620"/>
                <a:gd name="T1" fmla="*/ 12 h 399"/>
                <a:gd name="T2" fmla="*/ 568 w 620"/>
                <a:gd name="T3" fmla="*/ 0 h 399"/>
                <a:gd name="T4" fmla="*/ 52 w 620"/>
                <a:gd name="T5" fmla="*/ 0 h 399"/>
                <a:gd name="T6" fmla="*/ 16 w 620"/>
                <a:gd name="T7" fmla="*/ 12 h 399"/>
                <a:gd name="T8" fmla="*/ 0 w 620"/>
                <a:gd name="T9" fmla="*/ 42 h 399"/>
                <a:gd name="T10" fmla="*/ 0 w 620"/>
                <a:gd name="T11" fmla="*/ 357 h 399"/>
                <a:gd name="T12" fmla="*/ 16 w 620"/>
                <a:gd name="T13" fmla="*/ 387 h 399"/>
                <a:gd name="T14" fmla="*/ 52 w 620"/>
                <a:gd name="T15" fmla="*/ 399 h 399"/>
                <a:gd name="T16" fmla="*/ 568 w 620"/>
                <a:gd name="T17" fmla="*/ 399 h 399"/>
                <a:gd name="T18" fmla="*/ 605 w 620"/>
                <a:gd name="T19" fmla="*/ 387 h 399"/>
                <a:gd name="T20" fmla="*/ 620 w 620"/>
                <a:gd name="T21" fmla="*/ 357 h 399"/>
                <a:gd name="T22" fmla="*/ 620 w 620"/>
                <a:gd name="T23" fmla="*/ 42 h 399"/>
                <a:gd name="T24" fmla="*/ 605 w 620"/>
                <a:gd name="T25" fmla="*/ 12 h 399"/>
                <a:gd name="T26" fmla="*/ 588 w 620"/>
                <a:gd name="T27" fmla="*/ 100 h 399"/>
                <a:gd name="T28" fmla="*/ 33 w 620"/>
                <a:gd name="T29" fmla="*/ 100 h 399"/>
                <a:gd name="T30" fmla="*/ 33 w 620"/>
                <a:gd name="T31" fmla="*/ 42 h 399"/>
                <a:gd name="T32" fmla="*/ 36 w 620"/>
                <a:gd name="T33" fmla="*/ 36 h 399"/>
                <a:gd name="T34" fmla="*/ 43 w 620"/>
                <a:gd name="T35" fmla="*/ 33 h 399"/>
                <a:gd name="T36" fmla="*/ 577 w 620"/>
                <a:gd name="T37" fmla="*/ 33 h 399"/>
                <a:gd name="T38" fmla="*/ 584 w 620"/>
                <a:gd name="T39" fmla="*/ 36 h 399"/>
                <a:gd name="T40" fmla="*/ 588 w 620"/>
                <a:gd name="T41" fmla="*/ 42 h 399"/>
                <a:gd name="T42" fmla="*/ 588 w 620"/>
                <a:gd name="T43" fmla="*/ 100 h 399"/>
                <a:gd name="T44" fmla="*/ 588 w 620"/>
                <a:gd name="T45" fmla="*/ 357 h 399"/>
                <a:gd name="T46" fmla="*/ 584 w 620"/>
                <a:gd name="T47" fmla="*/ 363 h 399"/>
                <a:gd name="T48" fmla="*/ 577 w 620"/>
                <a:gd name="T49" fmla="*/ 365 h 399"/>
                <a:gd name="T50" fmla="*/ 43 w 620"/>
                <a:gd name="T51" fmla="*/ 365 h 399"/>
                <a:gd name="T52" fmla="*/ 36 w 620"/>
                <a:gd name="T53" fmla="*/ 363 h 399"/>
                <a:gd name="T54" fmla="*/ 33 w 620"/>
                <a:gd name="T55" fmla="*/ 357 h 399"/>
                <a:gd name="T56" fmla="*/ 33 w 620"/>
                <a:gd name="T57" fmla="*/ 199 h 399"/>
                <a:gd name="T58" fmla="*/ 588 w 620"/>
                <a:gd name="T59" fmla="*/ 199 h 399"/>
                <a:gd name="T60" fmla="*/ 588 w 620"/>
                <a:gd name="T61" fmla="*/ 357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0" h="399">
                  <a:moveTo>
                    <a:pt x="605" y="12"/>
                  </a:moveTo>
                  <a:cubicBezTo>
                    <a:pt x="595" y="4"/>
                    <a:pt x="583" y="0"/>
                    <a:pt x="568" y="0"/>
                  </a:cubicBezTo>
                  <a:lnTo>
                    <a:pt x="52" y="0"/>
                  </a:lnTo>
                  <a:cubicBezTo>
                    <a:pt x="38" y="0"/>
                    <a:pt x="26" y="4"/>
                    <a:pt x="16" y="12"/>
                  </a:cubicBezTo>
                  <a:cubicBezTo>
                    <a:pt x="6" y="20"/>
                    <a:pt x="0" y="30"/>
                    <a:pt x="0" y="42"/>
                  </a:cubicBezTo>
                  <a:lnTo>
                    <a:pt x="0" y="357"/>
                  </a:lnTo>
                  <a:cubicBezTo>
                    <a:pt x="0" y="369"/>
                    <a:pt x="6" y="378"/>
                    <a:pt x="16" y="387"/>
                  </a:cubicBezTo>
                  <a:cubicBezTo>
                    <a:pt x="26" y="395"/>
                    <a:pt x="38" y="399"/>
                    <a:pt x="52" y="399"/>
                  </a:cubicBezTo>
                  <a:lnTo>
                    <a:pt x="568" y="399"/>
                  </a:lnTo>
                  <a:cubicBezTo>
                    <a:pt x="583" y="399"/>
                    <a:pt x="595" y="395"/>
                    <a:pt x="605" y="387"/>
                  </a:cubicBezTo>
                  <a:cubicBezTo>
                    <a:pt x="615" y="378"/>
                    <a:pt x="620" y="369"/>
                    <a:pt x="620" y="357"/>
                  </a:cubicBezTo>
                  <a:lnTo>
                    <a:pt x="620" y="42"/>
                  </a:lnTo>
                  <a:cubicBezTo>
                    <a:pt x="620" y="30"/>
                    <a:pt x="615" y="20"/>
                    <a:pt x="605" y="12"/>
                  </a:cubicBezTo>
                  <a:close/>
                  <a:moveTo>
                    <a:pt x="588" y="100"/>
                  </a:moveTo>
                  <a:lnTo>
                    <a:pt x="33" y="100"/>
                  </a:lnTo>
                  <a:lnTo>
                    <a:pt x="33" y="42"/>
                  </a:lnTo>
                  <a:cubicBezTo>
                    <a:pt x="33" y="39"/>
                    <a:pt x="34" y="37"/>
                    <a:pt x="36" y="36"/>
                  </a:cubicBezTo>
                  <a:cubicBezTo>
                    <a:pt x="38" y="34"/>
                    <a:pt x="41" y="33"/>
                    <a:pt x="43" y="33"/>
                  </a:cubicBezTo>
                  <a:lnTo>
                    <a:pt x="577" y="33"/>
                  </a:lnTo>
                  <a:cubicBezTo>
                    <a:pt x="580" y="33"/>
                    <a:pt x="582" y="34"/>
                    <a:pt x="584" y="36"/>
                  </a:cubicBezTo>
                  <a:cubicBezTo>
                    <a:pt x="587" y="37"/>
                    <a:pt x="588" y="39"/>
                    <a:pt x="588" y="42"/>
                  </a:cubicBezTo>
                  <a:lnTo>
                    <a:pt x="588" y="100"/>
                  </a:lnTo>
                  <a:close/>
                  <a:moveTo>
                    <a:pt x="588" y="357"/>
                  </a:moveTo>
                  <a:cubicBezTo>
                    <a:pt x="588" y="359"/>
                    <a:pt x="587" y="361"/>
                    <a:pt x="584" y="363"/>
                  </a:cubicBezTo>
                  <a:cubicBezTo>
                    <a:pt x="582" y="365"/>
                    <a:pt x="580" y="365"/>
                    <a:pt x="577" y="365"/>
                  </a:cubicBezTo>
                  <a:lnTo>
                    <a:pt x="43" y="365"/>
                  </a:lnTo>
                  <a:cubicBezTo>
                    <a:pt x="41" y="365"/>
                    <a:pt x="38" y="365"/>
                    <a:pt x="36" y="363"/>
                  </a:cubicBezTo>
                  <a:cubicBezTo>
                    <a:pt x="34" y="361"/>
                    <a:pt x="33" y="359"/>
                    <a:pt x="33" y="357"/>
                  </a:cubicBezTo>
                  <a:lnTo>
                    <a:pt x="33" y="199"/>
                  </a:lnTo>
                  <a:lnTo>
                    <a:pt x="588" y="199"/>
                  </a:lnTo>
                  <a:lnTo>
                    <a:pt x="588" y="357"/>
                  </a:lnTo>
                  <a:close/>
                </a:path>
              </a:pathLst>
            </a:custGeom>
            <a:solidFill>
              <a:srgbClr val="2E33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05" name="Rectangle 327">
              <a:extLst>
                <a:ext uri="{FF2B5EF4-FFF2-40B4-BE49-F238E27FC236}">
                  <a16:creationId xmlns:a16="http://schemas.microsoft.com/office/drawing/2014/main" id="{E5670F35-E61D-4719-CC30-535D5AC6645A}"/>
                </a:ext>
              </a:extLst>
            </p:cNvPr>
            <p:cNvSpPr>
              <a:spLocks noChangeArrowheads="1"/>
            </p:cNvSpPr>
            <p:nvPr userDrawn="1"/>
          </p:nvSpPr>
          <p:spPr bwMode="auto">
            <a:xfrm>
              <a:off x="8378826" y="4264026"/>
              <a:ext cx="30163" cy="11113"/>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sp>
          <p:nvSpPr>
            <p:cNvPr id="406" name="Rectangle 328">
              <a:extLst>
                <a:ext uri="{FF2B5EF4-FFF2-40B4-BE49-F238E27FC236}">
                  <a16:creationId xmlns:a16="http://schemas.microsoft.com/office/drawing/2014/main" id="{B08820D0-120B-1FD5-FF3E-7716015DDAC6}"/>
                </a:ext>
              </a:extLst>
            </p:cNvPr>
            <p:cNvSpPr>
              <a:spLocks noChangeArrowheads="1"/>
            </p:cNvSpPr>
            <p:nvPr userDrawn="1"/>
          </p:nvSpPr>
          <p:spPr bwMode="auto">
            <a:xfrm>
              <a:off x="8423276" y="4264026"/>
              <a:ext cx="44450" cy="11113"/>
            </a:xfrm>
            <a:prstGeom prst="rect">
              <a:avLst/>
            </a:prstGeom>
            <a:solidFill>
              <a:srgbClr val="E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l-GR"/>
            </a:p>
          </p:txBody>
        </p:sp>
      </p:grpSp>
    </p:spTree>
    <p:extLst>
      <p:ext uri="{BB962C8B-B14F-4D97-AF65-F5344CB8AC3E}">
        <p14:creationId xmlns:p14="http://schemas.microsoft.com/office/powerpoint/2010/main" val="2021745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957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4CEB1-B70A-5ED8-259E-64F66B1A691B}"/>
            </a:ext>
          </a:extLst>
        </p:cNvPr>
        <p:cNvGrpSpPr/>
        <p:nvPr/>
      </p:nvGrpSpPr>
      <p:grpSpPr>
        <a:xfrm>
          <a:off x="0" y="0"/>
          <a:ext cx="0" cy="0"/>
          <a:chOff x="0" y="0"/>
          <a:chExt cx="0" cy="0"/>
        </a:xfrm>
      </p:grpSpPr>
    </p:spTree>
    <p:extLst>
      <p:ext uri="{BB962C8B-B14F-4D97-AF65-F5344CB8AC3E}">
        <p14:creationId xmlns:p14="http://schemas.microsoft.com/office/powerpoint/2010/main" val="2724513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912501f-21a0-47d3-8b2c-e230c743eed7">
      <Terms xmlns="http://schemas.microsoft.com/office/infopath/2007/PartnerControls"/>
    </lcf76f155ced4ddcb4097134ff3c332f>
    <TaxCatchAll xmlns="9a021cdb-816d-4b76-a4ee-940ab85a32e9" xsi:nil="true"/>
    <_dlc_DocId xmlns="9a021cdb-816d-4b76-a4ee-940ab85a32e9">D25Z4S56DNS3-1159480450-497</_dlc_DocId>
    <_dlc_DocIdUrl xmlns="9a021cdb-816d-4b76-a4ee-940ab85a32e9">
      <Url>https://gamesys.sharepoint.com/sites/GlobalMarketingServices/_layouts/15/DocIdRedir.aspx?ID=D25Z4S56DNS3-1159480450-497</Url>
      <Description>D25Z4S56DNS3-1159480450-497</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5585FDD4F3663468AEB7F262873E855" ma:contentTypeVersion="12" ma:contentTypeDescription="Create a new document." ma:contentTypeScope="" ma:versionID="c1077e7711012701ac336caee24e282e">
  <xsd:schema xmlns:xsd="http://www.w3.org/2001/XMLSchema" xmlns:xs="http://www.w3.org/2001/XMLSchema" xmlns:p="http://schemas.microsoft.com/office/2006/metadata/properties" xmlns:ns2="9a021cdb-816d-4b76-a4ee-940ab85a32e9" xmlns:ns3="8912501f-21a0-47d3-8b2c-e230c743eed7" targetNamespace="http://schemas.microsoft.com/office/2006/metadata/properties" ma:root="true" ma:fieldsID="e18daa29a0d1330cf194430e45597973" ns2:_="" ns3:_="">
    <xsd:import namespace="9a021cdb-816d-4b76-a4ee-940ab85a32e9"/>
    <xsd:import namespace="8912501f-21a0-47d3-8b2c-e230c743eed7"/>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021cdb-816d-4b76-a4ee-940ab85a32e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7065b2eb-30b9-403d-b746-aa16a35c0fe2}" ma:internalName="TaxCatchAll" ma:showField="CatchAllData" ma:web="9a021cdb-816d-4b76-a4ee-940ab85a32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912501f-21a0-47d3-8b2c-e230c743ee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20168ae-0afa-4164-8d29-e448c56100c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575BEFB1-CC15-4FC3-BE83-B9C75B9D070B}">
  <ds:schemaRefs>
    <ds:schemaRef ds:uri="8912501f-21a0-47d3-8b2c-e230c743eed7"/>
    <ds:schemaRef ds:uri="9a021cdb-816d-4b76-a4ee-940ab85a32e9"/>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8BB210D-1A5D-4DE5-AB09-07BC27733E9D}">
  <ds:schemaRefs>
    <ds:schemaRef ds:uri="8912501f-21a0-47d3-8b2c-e230c743eed7"/>
    <ds:schemaRef ds:uri="9a021cdb-816d-4b76-a4ee-940ab85a32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A28945-4CDD-45D9-912F-7DF8E4999F08}">
  <ds:schemaRefs>
    <ds:schemaRef ds:uri="http://schemas.microsoft.com/sharepoint/v3/contenttype/forms"/>
  </ds:schemaRefs>
</ds:datastoreItem>
</file>

<file path=customXml/itemProps4.xml><?xml version="1.0" encoding="utf-8"?>
<ds:datastoreItem xmlns:ds="http://schemas.openxmlformats.org/officeDocument/2006/customXml" ds:itemID="{632BA7F0-BF17-4F0E-BDFD-9F6484699D69}">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0</TotalTime>
  <Words>310</Words>
  <Application>Microsoft Office PowerPoint</Application>
  <PresentationFormat>Widescreen</PresentationFormat>
  <Paragraphs>162</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Aptos Light</vt:lpstr>
      <vt:lpstr>Arial</vt:lpstr>
      <vt:lpstr>Bally Thrill</vt:lpstr>
      <vt:lpstr>PF BeauSans Pro</vt:lpstr>
      <vt:lpstr>PF BeauSans Pro Bbook</vt:lpstr>
      <vt:lpstr>PF BeauSans Pro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Panos Rigas</dc:creator>
  <cp:lastModifiedBy>Jen Millard</cp:lastModifiedBy>
  <cp:revision>1</cp:revision>
  <dcterms:created xsi:type="dcterms:W3CDTF">2026-01-14T12:35:18Z</dcterms:created>
  <dcterms:modified xsi:type="dcterms:W3CDTF">2026-02-17T14:54:01Z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ada52ec-26a1-4322-ad9c-9b64a60bea3d_Enabled">
    <vt:lpwstr>true</vt:lpwstr>
  </property>
  <property fmtid="{D5CDD505-2E9C-101B-9397-08002B2CF9AE}" pid="3" name="MSIP_Label_3ada52ec-26a1-4322-ad9c-9b64a60bea3d_SetDate">
    <vt:lpwstr>2026-01-27T09:50:22Z</vt:lpwstr>
  </property>
  <property fmtid="{D5CDD505-2E9C-101B-9397-08002B2CF9AE}" pid="4" name="MSIP_Label_3ada52ec-26a1-4322-ad9c-9b64a60bea3d_Method">
    <vt:lpwstr>Privileged</vt:lpwstr>
  </property>
  <property fmtid="{D5CDD505-2E9C-101B-9397-08002B2CF9AE}" pid="5" name="MSIP_Label_3ada52ec-26a1-4322-ad9c-9b64a60bea3d_Name">
    <vt:lpwstr>Internal</vt:lpwstr>
  </property>
  <property fmtid="{D5CDD505-2E9C-101B-9397-08002B2CF9AE}" pid="6" name="MSIP_Label_3ada52ec-26a1-4322-ad9c-9b64a60bea3d_SiteId">
    <vt:lpwstr>a0193d36-db66-482f-bcee-193d3214acce</vt:lpwstr>
  </property>
  <property fmtid="{D5CDD505-2E9C-101B-9397-08002B2CF9AE}" pid="7" name="MSIP_Label_3ada52ec-26a1-4322-ad9c-9b64a60bea3d_ActionId">
    <vt:lpwstr>8a66ddbd-0d21-454d-9006-ffd98e852bee</vt:lpwstr>
  </property>
  <property fmtid="{D5CDD505-2E9C-101B-9397-08002B2CF9AE}" pid="8" name="MSIP_Label_3ada52ec-26a1-4322-ad9c-9b64a60bea3d_ContentBits">
    <vt:lpwstr>2</vt:lpwstr>
  </property>
  <property fmtid="{D5CDD505-2E9C-101B-9397-08002B2CF9AE}" pid="9" name="MSIP_Label_3ada52ec-26a1-4322-ad9c-9b64a60bea3d_Tag">
    <vt:lpwstr>50, 0, 1, 1</vt:lpwstr>
  </property>
  <property fmtid="{D5CDD505-2E9C-101B-9397-08002B2CF9AE}" pid="10" name="ClassificationContentMarkingFooterLocations">
    <vt:lpwstr>Office Theme:8</vt:lpwstr>
  </property>
  <property fmtid="{D5CDD505-2E9C-101B-9397-08002B2CF9AE}" pid="11" name="ClassificationContentMarkingFooterText">
    <vt:lpwstr>Internal </vt:lpwstr>
  </property>
  <property fmtid="{D5CDD505-2E9C-101B-9397-08002B2CF9AE}" pid="12" name="ContentTypeId">
    <vt:lpwstr>0x01010085585FDD4F3663468AEB7F262873E855</vt:lpwstr>
  </property>
  <property fmtid="{D5CDD505-2E9C-101B-9397-08002B2CF9AE}" pid="13" name="_dlc_DocIdItemGuid">
    <vt:lpwstr>7d831be3-86ec-49b9-b2b1-ea7115b5bf4b</vt:lpwstr>
  </property>
  <property fmtid="{D5CDD505-2E9C-101B-9397-08002B2CF9AE}" pid="14" name="MediaServiceImageTags">
    <vt:lpwstr/>
  </property>
</Properties>
</file>